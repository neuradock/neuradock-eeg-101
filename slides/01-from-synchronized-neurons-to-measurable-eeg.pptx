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97e9c217a7041e0" /><Relationship Type="http://schemas.openxmlformats.org/officeDocument/2006/relationships/extended-properties" Target="/docProps/app.xml" Id="Rf8e6a9effb564b62" /><Relationship Type="http://schemas.openxmlformats.org/officeDocument/2006/relationships/officeDocument" Target="/ppt/presentation.xml" Id="R49a14b31184f4f86" /></Relationships>
</file>

<file path=ppt/presentation.xml><?xml version="1.0" encoding="utf-8"?>
<p:presentation xmlns:p="http://schemas.openxmlformats.org/presentationml/2006/main">
  <p:sldMasterIdLst>
    <p:sldMasterId xmlns:r="http://schemas.openxmlformats.org/officeDocument/2006/relationships" id="2147483648" r:id="R9ae064a71a854b5d"/>
  </p:sldMasterIdLst>
  <p:notesMasterIdLst>
    <p:notesMasterId xmlns:r="http://schemas.openxmlformats.org/officeDocument/2006/relationships" r:id="R18acd9ecb7154ae3"/>
  </p:notesMasterIdLst>
  <p:sldIdLst>
    <p:sldId xmlns:r="http://schemas.openxmlformats.org/officeDocument/2006/relationships" id="256" r:id="Ra9318e4c792e4eb7"/>
    <p:sldId xmlns:r="http://schemas.openxmlformats.org/officeDocument/2006/relationships" id="257" r:id="R6366fc7ea750417c"/>
    <p:sldId xmlns:r="http://schemas.openxmlformats.org/officeDocument/2006/relationships" id="258" r:id="R231ac970427349e1"/>
    <p:sldId xmlns:r="http://schemas.openxmlformats.org/officeDocument/2006/relationships" id="259" r:id="Re0be91182af84c93"/>
    <p:sldId xmlns:r="http://schemas.openxmlformats.org/officeDocument/2006/relationships" id="260" r:id="R1288b03ad212407d"/>
    <p:sldId xmlns:r="http://schemas.openxmlformats.org/officeDocument/2006/relationships" id="261" r:id="Rfb885a343d114296"/>
    <p:sldId xmlns:r="http://schemas.openxmlformats.org/officeDocument/2006/relationships" id="262" r:id="Rd87ab3a8cfb2482d"/>
    <p:sldId xmlns:r="http://schemas.openxmlformats.org/officeDocument/2006/relationships" id="263" r:id="R2532db0566ec4ecd"/>
    <p:sldId xmlns:r="http://schemas.openxmlformats.org/officeDocument/2006/relationships" id="264" r:id="R130efb310d0a4547"/>
    <p:sldId xmlns:r="http://schemas.openxmlformats.org/officeDocument/2006/relationships" id="265" r:id="R5c7a7fe2ec2b43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8728efe3564916" /><Relationship Type="http://schemas.openxmlformats.org/officeDocument/2006/relationships/slideMaster" Target="/ppt/slideMasters/slideMaster1.xml" Id="R9ae064a71a854b5d" /><Relationship Type="http://schemas.openxmlformats.org/officeDocument/2006/relationships/notesMaster" Target="/ppt/notesMasters/notesMaster1.xml" Id="R18acd9ecb7154ae3" /><Relationship Type="http://schemas.openxmlformats.org/officeDocument/2006/relationships/presProps" Target="/ppt/presProps.xml" Id="R8656469079a54a85" /><Relationship Type="http://schemas.openxmlformats.org/officeDocument/2006/relationships/tableStyles" Target="/ppt/tableStyles.xml" Id="Rb3f4002e03c944ed" /><Relationship Type="http://schemas.openxmlformats.org/officeDocument/2006/relationships/slide" Target="/ppt/slides/slide1.xml" Id="Ra9318e4c792e4eb7" /><Relationship Type="http://schemas.openxmlformats.org/officeDocument/2006/relationships/slide" Target="/ppt/slides/slide2.xml" Id="R6366fc7ea750417c" /><Relationship Type="http://schemas.openxmlformats.org/officeDocument/2006/relationships/slide" Target="/ppt/slides/slide3.xml" Id="R231ac970427349e1" /><Relationship Type="http://schemas.openxmlformats.org/officeDocument/2006/relationships/slide" Target="/ppt/slides/slide4.xml" Id="Re0be91182af84c93" /><Relationship Type="http://schemas.openxmlformats.org/officeDocument/2006/relationships/slide" Target="/ppt/slides/slide5.xml" Id="R1288b03ad212407d" /><Relationship Type="http://schemas.openxmlformats.org/officeDocument/2006/relationships/slide" Target="/ppt/slides/slide6.xml" Id="Rfb885a343d114296" /><Relationship Type="http://schemas.openxmlformats.org/officeDocument/2006/relationships/slide" Target="/ppt/slides/slide7.xml" Id="Rd87ab3a8cfb2482d" /><Relationship Type="http://schemas.openxmlformats.org/officeDocument/2006/relationships/slide" Target="/ppt/slides/slide8.xml" Id="R2532db0566ec4ecd" /><Relationship Type="http://schemas.openxmlformats.org/officeDocument/2006/relationships/slide" Target="/ppt/slides/slide9.xml" Id="R130efb310d0a4547" /><Relationship Type="http://schemas.openxmlformats.org/officeDocument/2006/relationships/slide" Target="/ppt/slides/slide10.xml" Id="R5c7a7fe2ec2b43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ba555d9d44b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NeuraDock lecture">
      <a:dk1>
        <a:srgbClr val="000000"/>
      </a:dk1>
      <a:lt1>
        <a:srgbClr val="FFFFFF"/>
      </a:lt1>
      <a:dk2>
        <a:srgbClr val="0B2138"/>
      </a:dk2>
      <a:lt2>
        <a:srgbClr val="F5F8FA"/>
      </a:lt2>
      <a:accent1>
        <a:srgbClr val="176B87"/>
      </a:accent1>
      <a:accent2>
        <a:srgbClr val="C26630"/>
      </a:accent2>
      <a:accent3>
        <a:srgbClr val="159D9B"/>
      </a:accent3>
      <a:accent4>
        <a:srgbClr val="8064A2"/>
      </a:accent4>
      <a:accent5>
        <a:srgbClr val="C94E4E"/>
      </a:accent5>
      <a:accent6>
        <a:srgbClr val="2A7D61"/>
      </a:accent6>
      <a:hlink>
        <a:srgbClr val="176B87"/>
      </a:hlink>
      <a:folHlink>
        <a:srgbClr val="8064A2"/>
      </a:folHlink>
    </a:clrScheme>
    <a:fontScheme name="Office">
      <a:majorFont>
        <a:latin typeface="Calibri Light"/>
        <a:ea typeface="Calibri Light"/>
        <a:cs typeface="Calibri Light"/>
      </a:majorFont>
      <a:minorFont>
        <a:latin typeface="Calibri"/>
        <a:ea typeface="Calibri"/>
        <a:cs typeface="Calibri"/>
      </a:minorFont>
    </a:fontScheme>
    <a:fmtScheme name="NeuraDock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a83b860bd845b6" /><Relationship Type="http://schemas.openxmlformats.org/officeDocument/2006/relationships/notesMaster" Target="/ppt/notesMasters/notesMaster1.xml" Id="Rddf423c9fc4c4d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737f17deb546a2" /><Relationship Type="http://schemas.openxmlformats.org/officeDocument/2006/relationships/notesMaster" Target="/ppt/notesMasters/notesMaster1.xml" Id="Ra3f98de1c4dc4c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8fe29f719346fc" /><Relationship Type="http://schemas.openxmlformats.org/officeDocument/2006/relationships/notesMaster" Target="/ppt/notesMasters/notesMaster1.xml" Id="R2064db8bd166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953f12990f4a91" /><Relationship Type="http://schemas.openxmlformats.org/officeDocument/2006/relationships/notesMaster" Target="/ppt/notesMasters/notesMaster1.xml" Id="Rad67ecac02cd45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328ddca891470c" /><Relationship Type="http://schemas.openxmlformats.org/officeDocument/2006/relationships/notesMaster" Target="/ppt/notesMasters/notesMaster1.xml" Id="Raba29d828ebe44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ef9b1cd5e44a79" /><Relationship Type="http://schemas.openxmlformats.org/officeDocument/2006/relationships/notesMaster" Target="/ppt/notesMasters/notesMaster1.xml" Id="R1dd68a5d045847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00d32641174187" /><Relationship Type="http://schemas.openxmlformats.org/officeDocument/2006/relationships/notesMaster" Target="/ppt/notesMasters/notesMaster1.xml" Id="R8f9427bce4e348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51cf1631d54a9f" /><Relationship Type="http://schemas.openxmlformats.org/officeDocument/2006/relationships/notesMaster" Target="/ppt/notesMasters/notesMaster1.xml" Id="R06ab559300094d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5ecfed83eb47d9" /><Relationship Type="http://schemas.openxmlformats.org/officeDocument/2006/relationships/notesMaster" Target="/ppt/notesMasters/notesMaster1.xml" Id="R745bcf04ea474f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13f0f334d24469" /><Relationship Type="http://schemas.openxmlformats.org/officeDocument/2006/relationships/notesMaster" Target="/ppt/notesMasters/notesMaster1.xml" Id="Rc2c3fd1a115e49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4 minutes.</a:t>
            </a:r>
          </a:p>
          <a:p xmlns:a="http://schemas.openxmlformats.org/drawingml/2006/main">
            <a:r>
              <a:t/>
            </a:r>
          </a:p>
          <a:p xmlns:a="http://schemas.openxmlformats.org/drawingml/2006/main">
            <a:r>
              <a:t>Ask students what a single mark in a spike raster means. Accept “a time at which an event occurs.” Tell them the notebook starts from prescribed spike times: it does not simulate ion channels or generate spikes by a membrane threshold. The aim is to trace the calculation all the way to one output curve. No prior convolution course is needed. Students need only arrays, multiplication and addition. Keep the notebook open alongside the lecture. The first run uses fixed seeds, so every student sees the same example. The full parameter study is optional and outside this 60-minute lesson.</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6 minutes.</a:t>
            </a:r>
          </a:p>
          <a:p xmlns:a="http://schemas.openxmlformats.org/drawingml/2006/main">
            <a:r>
              <a:t/>
            </a:r>
          </a:p>
          <a:p xmlns:a="http://schemas.openxmlformats.org/drawingml/2006/main">
            <a:r>
              <a:t>A spike is an action-potential event. At a chemical synapse it can initiate a postsynaptic response. PSP means postsynaptic potential. Synaptic currents are major contributors to extracellular fields, with other membrane currents also contributing. Scalp measurements additionally depend on volume conduction, source geometry and the electrode reference. The code compresses these mechanisms into a fixed response and signed coefficients. Its random weights are mathematical coefficients, not anatomical lead-field estimates. Its response shape is a teaching approximation, not a calibrated synapse. The 20 simulated sources are a small visible example, not a claim that 20 real neurons produce detectable scalp EEG. Ask: which row explains why our output is labeled a.u. instead of microvolts?</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[1] Buzsáki G, Anastassiou CA, Koch C (2012). The origin of extracellular fields and currents—EEG, ECoG, LFP and spikes. Nature Reviews Neuroscience 13, 407–420. https://doi.org/10.1038/nrn3241</a:t>
            </a:r>
          </a:p>
          <a:p xmlns:a="http://schemas.openxmlformats.org/drawingml/2006/main">
            <a:r>
              <a:t>Author manuscript: https://pmc.ncbi.nlm.nih.gov/articles/PMC4907333/</a:t>
            </a:r>
          </a:p>
          <a:p xmlns:a="http://schemas.openxmlformats.org/drawingml/2006/main">
            <a:r>
              <a:t/>
            </a:r>
          </a:p>
          <a:p xmlns:a="http://schemas.openxmlformats.org/drawingml/2006/main">
            <a:r>
              <a:t>[2] Gerstner W, Kistler WM, Naud R, Paninski L (2014). Neuronal Dynamics: From Single Neurons to Networks and Models of Cognition. Cambridge University Press. https://doi.org/10.1017/CBO9781107447615</a:t>
            </a:r>
          </a:p>
          <a:p xmlns:a="http://schemas.openxmlformats.org/drawingml/2006/main">
            <a:r>
              <a:t>Author-hosted reading: https://neuronaldynamics.epfl.ch/online/Ch1.S1.html ; https://neuronaldynamics.epfl.ch/online/Ch1.S2.html ; https://neuronaldynamics.epfl.ch/online/Ch8.S2.html</a:t>
            </a:r>
          </a:p>
          <a:p xmlns:a="http://schemas.openxmlformats.org/drawingml/2006/main">
            <a:r>
              <a:t/>
            </a:r>
          </a:p>
          <a:p xmlns:a="http://schemas.openxmlformats.org/drawingml/2006/main">
            <a:r>
              <a:t>[3] Nunez PL, Srinivasan R (2006). Electric Fields of the Brain: The Neurophysics of EEG, 2nd ed. Oxford University Press. https://doi.org/10.1093/acprof:oso/9780195050387.001.0001</a:t>
            </a:r>
          </a:p>
          <a:p xmlns:a="http://schemas.openxmlformats.org/drawingml/2006/main">
            <a:r>
              <a:t>Publisher: https://academic.oup.com/book/2998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6 minutes.</a:t>
            </a:r>
          </a:p>
          <a:p xmlns:a="http://schemas.openxmlformats.org/drawingml/2006/main">
            <a:r>
              <a:t/>
            </a:r>
          </a:p>
          <a:p xmlns:a="http://schemas.openxmlformats.org/drawingml/2006/main">
            <a:r>
              <a:t>Notebook section 2. Let students read one blue row from left to right. Each source repeats every 0.1 seconds because the target frequency is 10 Hz. Different periodic sources keep different fixed phase offsets, producing bands. Background sources use exponentially distributed intervals with a rate parameter of 5 events per second. This is a rate, not a 5 Hz rhythm. The raster records timing, not an action-potential waveform. The event glyph here is a small square for editable PowerPoint plotting; the notebook uses vertical ticks. Both represent the same exact event times. Baseline: N=20, active_num=12, target_freq=10, phase_variation=pi/4, background_freq=5, duration=2, spike seed=42. The display zoom is 0.4 to 1.2 seconds. Raw data retain the full two seconds. Answer: phase offsets differ between neurons but stay fixed within each neuron.</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[2] Gerstner W, Kistler WM, Naud R, Paninski L (2014). Neuronal Dynamics: From Single Neurons to Networks and Models of Cognition. Cambridge University Press. https://doi.org/10.1017/CBO9781107447615</a:t>
            </a:r>
          </a:p>
          <a:p xmlns:a="http://schemas.openxmlformats.org/drawingml/2006/main">
            <a:r>
              <a:t>Author-hosted reading: https://neuronaldynamics.epfl.ch/online/Ch1.S1.html ; https://neuronaldynamics.epfl.ch/online/Ch1.S2.html ; https://neuronaldynamics.epfl.ch/online/Ch8.S2.html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7 minutes.</a:t>
            </a:r>
          </a:p>
          <a:p xmlns:a="http://schemas.openxmlformats.org/drawingml/2006/main">
            <a:r>
              <a:t/>
            </a:r>
          </a:p>
          <a:p xmlns:a="http://schemas.openxmlformats.org/drawingml/2006/main">
            <a:r>
              <a:t>Notebook section 3A. Read the three plots from top to bottom. The actual event time is approximately 0.5968635 s, which the original code rounds to sample 597. The input is a binary occupied-bin indicator. The middle plot places the same fixed kernel at that bin. Its definition is h(t) proportional to t exp(-t/0.020) for sampled times 0 to 99 ms, normalized to a peak of 1. The maximum occurs 20 ms after the event bin, at 0.617 s. The bottom plot is the output of the unchanged original function with only this event retained at neuron index 0. Keeping all 20 list positions preserves the original coefficient, approximately +0.496714. Answer: the model assigns a response with memory over time to an event. This kernel is exact for the code, but its duration and shape do not claim to fit every biological synapse. The biological PSP concept and kernel models have textbook background in [2].</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[2] Gerstner W, Kistler WM, Naud R, Paninski L (2014). Neuronal Dynamics: From Single Neurons to Networks and Models of Cognition. Cambridge University Press. https://doi.org/10.1017/CBO9781107447615</a:t>
            </a:r>
          </a:p>
          <a:p xmlns:a="http://schemas.openxmlformats.org/drawingml/2006/main">
            <a:r>
              <a:t>Author-hosted reading: https://neuronaldynamics.epfl.ch/online/Ch1.S1.html ; https://neuronaldynamics.epfl.ch/online/Ch1.S2.html ; https://neuronaldynamics.epfl.ch/online/Ch8.S2.html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7 minutes.</a:t>
            </a:r>
          </a:p>
          <a:p xmlns:a="http://schemas.openxmlformats.org/drawingml/2006/main">
            <a:r>
              <a:t/>
            </a:r>
          </a:p>
          <a:p xmlns:a="http://schemas.openxmlformats.org/drawingml/2006/main">
            <a:r>
              <a:t>Notebook section 3B. The selected event times are 0.4050234, 0.4451592 and 0.4856815 s from background neuron 12. All three event responses use its original positive weight, approximately +0.241962. Ask students to locate each response onset and then compare its tail with the next response. The sum remains elevated when tails overlap. Convolution here means placing a shifted copy of the fixed kernel at each occupied spike bin and adding those copies. In discrete notation, r_i[n] = (h * b_i)[n], where b_i[n] is the binary event-bin indicator and h is the fixed kernel. The original implementation clips convolution to the two-second record. The three-event output and the sum of the separately isolated event outputs agree to floating-point precision. This exact linearity belongs to the teaching model. Biological membrane responses can leave a linear regime, so it should not be taught as a universal neuronal law. Answer: the first tail overlaps the second response, and the second tail overlaps the third.</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[2] Gerstner W, Kistler WM, Naud R, Paninski L (2014). Neuronal Dynamics: From Single Neurons to Networks and Models of Cognition. Cambridge University Press. https://doi.org/10.1017/CBO9781107447615</a:t>
            </a:r>
          </a:p>
          <a:p xmlns:a="http://schemas.openxmlformats.org/drawingml/2006/main">
            <a:r>
              <a:t>Author-hosted reading: https://neuronaldynamics.epfl.ch/online/Ch1.S1.html ; https://neuronaldynamics.epfl.ch/online/Ch1.S2.html ; https://neuronaldynamics.epfl.ch/online/Ch8.S2.html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8 minutes.</a:t>
            </a:r>
          </a:p>
          <a:p xmlns:a="http://schemas.openxmlformats.org/drawingml/2006/main">
            <a:r>
              <a:t/>
            </a:r>
          </a:p>
          <a:p xmlns:a="http://schemas.openxmlformats.org/drawingml/2006/main">
            <a:r>
              <a:t>Notebook section 3C. Define n as the sample index, i as the source index, r_i[n] as that source’s unweighted response, and w_i as its fixed signed coefficient. The upper chart displays four examples already multiplied by their coefficients. The lower chart sums all 20 original weighted contributions, not just the four displayed examples. The complete pointwise sum exactly reconstructs the output of generate_eeg for this baseline. Neuron 1 has weight approximately -0.138264, so its contribution points down for positive kernel responses. A negative model weight does not identify an inhibitory neuron. There is no membrane-voltage, inhibitory-cell, or electrode-geometry mechanism encoded by these random coefficients. At each sample, opposite signed contributions can partly cancel. There is no normalization by population size. Answer: yes, +1 and -1 add to zero. The equation summarizes the code; it is not a calibrated scalp EEG forward equation. Background reading on population fields is [1] and volume conduction is [3].</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[1] Buzsáki G, Anastassiou CA, Koch C (2012). The origin of extracellular fields and currents—EEG, ECoG, LFP and spikes. Nature Reviews Neuroscience 13, 407–420. https://doi.org/10.1038/nrn3241</a:t>
            </a:r>
          </a:p>
          <a:p xmlns:a="http://schemas.openxmlformats.org/drawingml/2006/main">
            <a:r>
              <a:t>Author manuscript: https://pmc.ncbi.nlm.nih.gov/articles/PMC4907333/</a:t>
            </a:r>
          </a:p>
          <a:p xmlns:a="http://schemas.openxmlformats.org/drawingml/2006/main">
            <a:r>
              <a:t/>
            </a:r>
          </a:p>
          <a:p xmlns:a="http://schemas.openxmlformats.org/drawingml/2006/main">
            <a:r>
              <a:t>[3] Nunez PL, Srinivasan R (2006). Electric Fields of the Brain: The Neurophysics of EEG, 2nd ed. Oxford University Press. https://doi.org/10.1093/acprof:oso/9780195050387.001.0001</a:t>
            </a:r>
          </a:p>
          <a:p xmlns:a="http://schemas.openxmlformats.org/drawingml/2006/main">
            <a:r>
              <a:t>Publisher: https://academic.oup.com/book/2998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6 minutes.</a:t>
            </a:r>
          </a:p>
          <a:p xmlns:a="http://schemas.openxmlformats.org/drawingml/2006/main">
            <a:r>
              <a:t/>
            </a:r>
          </a:p>
          <a:p xmlns:a="http://schemas.openxmlformats.org/drawingml/2006/main">
            <a:r>
              <a:t>Notebook section 4A. The two cases use target_freq=5 and 10. Every other call argument, the spike seed and the weight seed remain fixed. At 5 Hz, each periodic source repeats every 0.2 s. At 10 Hz it repeats every 0.1 s. The top plots retain all 20 sources, including background sources. The bottom plots share a common amplitude range and both use the same 0.4–1.2 s time window. Ask students to predict the spacing before revealing the right column. Answer: interval equals 1/f, so doubling f halves the interval. Faster periodic input produces more closely repeated responses. The plot demonstrates this code and seed, not a general amplitude law. Since the model prescribes the event rhythm, a 10 Hz result does not demonstrate emergent human alpha. Kernel duration remains 100 ms and time constant 20 ms in both cases.</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6 minutes.</a:t>
            </a:r>
          </a:p>
          <a:p xmlns:a="http://schemas.openxmlformats.org/drawingml/2006/main">
            <a:r>
              <a:t/>
            </a:r>
          </a:p>
          <a:p xmlns:a="http://schemas.openxmlformats.org/drawingml/2006/main">
            <a:r>
              <a:t>Notebook section 4B. phase_variation is the half-width Δ of a phase distribution from -Δ to +Δ. The code draws one phase offset per periodic neuron and retains it for the whole record. With Δ=0 the periodic rows align. With Δ=pi they spread across the cycle. Each periodic row still repeats at 10 Hz; phase spread does not introduce cycle-to-cycle jitter. The plots retain the same background sources and weights, and share axes. Ask students to distinguish changes across rows from changes along a row. The output depends on how fixed signed contributions overlap. No monotonic amplitude claim follows from these two examples, and two seed-fixed simulations cannot establish a population law. The exact blue event bands come from the original source function. The kernel and full two-second arrays are unchanged. Answer: individual intervals remain 0.1 s, while relative timing between sources changes.</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7 minutes.</a:t>
            </a:r>
          </a:p>
          <a:p xmlns:a="http://schemas.openxmlformats.org/drawingml/2006/main">
            <a:r>
              <a:t/>
            </a:r>
          </a:p>
          <a:p xmlns:a="http://schemas.openxmlformats.org/drawingml/2006/main">
            <a:r>
              <a:t>Use the course kernel neuradock_env in VS Code. Open notebooks/01-from-synchrony-to-eeg.ipynb and choose Run All. Learners can follow the plots without reading every implementation detail. The original two functions remain unchanged. Main setup: 20 sources, 12 periodic at 10 Hz, phase half-width pi/4, background rate 5/s, 2 s duration, sampling 1000 Hz and both seeds 42. Short answer key: (1) an event at a time; (2) the fixed kernel extends its effect across later samples; (3) the model adds responses sample by sample; (4) coefficients can have opposite signs; (5) it sums every weighted source response. Ask students to label the submitted chart in a.u. and state that it is a teaching simulation. Optional later work can use the separate parameter-lab appendix. The equipment connection is a future recording exercise, not an inference from this synthetic output. A real experiment needs an approved protocol, informed consent and signal-quality checks. NeuraDock uses seven channels at 250 Hz, distinct from the one-trace 1000 Hz simulation. The original implementation keeps negative-time indexing and finite background-interval batches. Those details remain documented in the optional appendix.</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time: 3 minutes.</a:t>
            </a:r>
          </a:p>
          <a:p xmlns:a="http://schemas.openxmlformats.org/drawingml/2006/main">
            <a:r>
              <a:t/>
            </a:r>
          </a:p>
          <a:p xmlns:a="http://schemas.openxmlformats.org/drawingml/2006/main">
            <a:r>
              <a:t>Assign Gerstner sections 1.1 and 1.2 as the accessible starting point, and section 8.2 as optional mathematical detail. Use Buzsáki et al. to connect the simplified computation to extracellular field physiology. Use Nunez and Srinivasan for EEG source geometry, volume conduction and reference. These citations support concepts rather than validate the selected kernel, random coefficients or two-second simulation. No figure in this lecture is copied from a publication. All charts use the local notebook values. End by asking a student to verbally trace one event through its fixed response and into the population sum.</a:t>
            </a:r>
          </a:p>
          <a:p xmlns:a="http://schemas.openxmlformats.org/drawingml/2006/main">
            <a:r>
              <a:t/>
            </a:r>
          </a:p>
          <a:p xmlns:a="http://schemas.openxmlformats.org/drawingml/2006/main">
            <a:r>
              <a:t>Course evidence: notebooks/01-from-synchrony-to-eeg.ipynb; outputs/notebooks/lesson-01/walkthrough/walkthrough.npz. Source functions: S1/S1_1_EEG_source.ipynb, copied unchanged into src/neuradock_eeg101/spike2eeg.py. Simulation, arbitrary units. Editable chart workbooks keep every sample in the displayed interval and round values to 10 decimal places for Excel compatibility. Full notebook arrays retain their original precision.</a:t>
            </a:r>
          </a:p>
          <a:p xmlns:a="http://schemas.openxmlformats.org/drawingml/2006/main">
            <a:r>
              <a:t/>
            </a:r>
          </a:p>
          <a:p xmlns:a="http://schemas.openxmlformats.org/drawingml/2006/main">
            <a:r>
              <a:t>[1] Buzsáki G, Anastassiou CA, Koch C (2012). The origin of extracellular fields and currents—EEG, ECoG, LFP and spikes. Nature Reviews Neuroscience 13, 407–420. https://doi.org/10.1038/nrn3241</a:t>
            </a:r>
          </a:p>
          <a:p xmlns:a="http://schemas.openxmlformats.org/drawingml/2006/main">
            <a:r>
              <a:t>Author manuscript: https://pmc.ncbi.nlm.nih.gov/articles/PMC4907333/</a:t>
            </a:r>
          </a:p>
          <a:p xmlns:a="http://schemas.openxmlformats.org/drawingml/2006/main">
            <a:r>
              <a:t/>
            </a:r>
          </a:p>
          <a:p xmlns:a="http://schemas.openxmlformats.org/drawingml/2006/main">
            <a:r>
              <a:t>[2] Gerstner W, Kistler WM, Naud R, Paninski L (2014). Neuronal Dynamics: From Single Neurons to Networks and Models of Cognition. Cambridge University Press. https://doi.org/10.1017/CBO9781107447615</a:t>
            </a:r>
          </a:p>
          <a:p xmlns:a="http://schemas.openxmlformats.org/drawingml/2006/main">
            <a:r>
              <a:t>Author-hosted reading: https://neuronaldynamics.epfl.ch/online/Ch1.S1.html ; https://neuronaldynamics.epfl.ch/online/Ch1.S2.html ; https://neuronaldynamics.epfl.ch/online/Ch8.S2.html</a:t>
            </a:r>
          </a:p>
          <a:p xmlns:a="http://schemas.openxmlformats.org/drawingml/2006/main">
            <a:r>
              <a:t/>
            </a:r>
          </a:p>
          <a:p xmlns:a="http://schemas.openxmlformats.org/drawingml/2006/main">
            <a:r>
              <a:t>[3] Nunez PL, Srinivasan R (2006). Electric Fields of the Brain: The Neurophysics of EEG, 2nd ed. Oxford University Press. https://doi.org/10.1093/acprof:oso/9780195050387.001.0001</a:t>
            </a:r>
          </a:p>
          <a:p xmlns:a="http://schemas.openxmlformats.org/drawingml/2006/main">
            <a:r>
              <a:t>Publisher: https://academic.oup.com/book/2998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e38db014dd47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9a5bceec434154" /><Relationship Type="http://schemas.openxmlformats.org/officeDocument/2006/relationships/slideLayout" Target="/ppt/slideLayouts/slideLayout1.xml" Id="R8ca00ba2e07d40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a00ba2e07d40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NeuraDock lecture">
      <a:dk1>
        <a:srgbClr val="000000"/>
      </a:dk1>
      <a:lt1>
        <a:srgbClr val="FFFFFF"/>
      </a:lt1>
      <a:dk2>
        <a:srgbClr val="0B2138"/>
      </a:dk2>
      <a:lt2>
        <a:srgbClr val="F5F8FA"/>
      </a:lt2>
      <a:accent1>
        <a:srgbClr val="176B87"/>
      </a:accent1>
      <a:accent2>
        <a:srgbClr val="C26630"/>
      </a:accent2>
      <a:accent3>
        <a:srgbClr val="159D9B"/>
      </a:accent3>
      <a:accent4>
        <a:srgbClr val="8064A2"/>
      </a:accent4>
      <a:accent5>
        <a:srgbClr val="C94E4E"/>
      </a:accent5>
      <a:accent6>
        <a:srgbClr val="2A7D61"/>
      </a:accent6>
      <a:hlink>
        <a:srgbClr val="176B87"/>
      </a:hlink>
      <a:folHlink>
        <a:srgbClr val="8064A2"/>
      </a:folHlink>
    </a:clrScheme>
    <a:fontScheme name="Office">
      <a:majorFont>
        <a:latin typeface="Calibri Light"/>
        <a:ea typeface="Calibri Light"/>
        <a:cs typeface="Calibri Light"/>
      </a:majorFont>
      <a:minorFont>
        <a:latin typeface="Calibri"/>
        <a:ea typeface="Calibri"/>
        <a:cs typeface="Calibri"/>
      </a:minorFont>
    </a:fontScheme>
    <a:fmtScheme name="NeuraDock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5d666186864541" /><Relationship Type="http://schemas.openxmlformats.org/officeDocument/2006/relationships/notesSlide" Target="/ppt/notesSlides/notesSlide1.xml" Id="R805db4627fa243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f1dc36135a47ce" /><Relationship Type="http://schemas.openxmlformats.org/officeDocument/2006/relationships/notesSlide" Target="/ppt/notesSlides/notesSlide2.xml" Id="Rd33b5edf73b843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abed05fb5542f3" /><Relationship Type="http://schemas.openxmlformats.org/officeDocument/2006/relationships/chart" Target="/ppt/slides/charts/chart1.xml" Id="Rae41d60790ef4f15" /><Relationship Type="http://schemas.openxmlformats.org/officeDocument/2006/relationships/notesSlide" Target="/ppt/notesSlides/notesSlide3.xml" Id="R8ecc8fb282614b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092c05fc8544f9" /><Relationship Type="http://schemas.openxmlformats.org/officeDocument/2006/relationships/chart" Target="/ppt/slides/charts/chart2.xml" Id="R493d656d9dcb418c" /><Relationship Type="http://schemas.openxmlformats.org/officeDocument/2006/relationships/chart" Target="/ppt/slides/charts/chart3.xml" Id="R4975de678cbb48b9" /><Relationship Type="http://schemas.openxmlformats.org/officeDocument/2006/relationships/chart" Target="/ppt/slides/charts/chart4.xml" Id="Rebf0280453124cd5" /><Relationship Type="http://schemas.openxmlformats.org/officeDocument/2006/relationships/notesSlide" Target="/ppt/notesSlides/notesSlide4.xml" Id="R404f01c38506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578a6c11f646f7" /><Relationship Type="http://schemas.openxmlformats.org/officeDocument/2006/relationships/chart" Target="/ppt/slides/charts/chart5.xml" Id="Rcab18feede4e4ce9" /><Relationship Type="http://schemas.openxmlformats.org/officeDocument/2006/relationships/chart" Target="/ppt/slides/charts/chart6.xml" Id="R2bcb443b5a3a4e44" /><Relationship Type="http://schemas.openxmlformats.org/officeDocument/2006/relationships/notesSlide" Target="/ppt/notesSlides/notesSlide5.xml" Id="Ra181172f889147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fe42220ebb4e7d" /><Relationship Type="http://schemas.openxmlformats.org/officeDocument/2006/relationships/chart" Target="/ppt/slides/charts/chart7.xml" Id="R530aa2b89bf04491" /><Relationship Type="http://schemas.openxmlformats.org/officeDocument/2006/relationships/chart" Target="/ppt/slides/charts/chart8.xml" Id="R0c29f4d20c3e4690" /><Relationship Type="http://schemas.openxmlformats.org/officeDocument/2006/relationships/notesSlide" Target="/ppt/notesSlides/notesSlide6.xml" Id="R7bee41d75df049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be5ea41eb4b8d" /><Relationship Type="http://schemas.openxmlformats.org/officeDocument/2006/relationships/chart" Target="/ppt/slides/charts/chart9.xml" Id="R7bb0303d7d8e4b34" /><Relationship Type="http://schemas.openxmlformats.org/officeDocument/2006/relationships/chart" Target="/ppt/slides/charts/chart10.xml" Id="R4a50458ec33847ba" /><Relationship Type="http://schemas.openxmlformats.org/officeDocument/2006/relationships/chart" Target="/ppt/slides/charts/chart11.xml" Id="Rea6b6a3008d14506" /><Relationship Type="http://schemas.openxmlformats.org/officeDocument/2006/relationships/chart" Target="/ppt/slides/charts/chart12.xml" Id="Re98c0bb895574ec8" /><Relationship Type="http://schemas.openxmlformats.org/officeDocument/2006/relationships/notesSlide" Target="/ppt/notesSlides/notesSlide7.xml" Id="R349f229d00f84a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c3bde15e434856" /><Relationship Type="http://schemas.openxmlformats.org/officeDocument/2006/relationships/chart" Target="/ppt/slides/charts/chart13.xml" Id="R6ce96ab0717343d1" /><Relationship Type="http://schemas.openxmlformats.org/officeDocument/2006/relationships/chart" Target="/ppt/slides/charts/chart14.xml" Id="Rc8f2b14879e94251" /><Relationship Type="http://schemas.openxmlformats.org/officeDocument/2006/relationships/chart" Target="/ppt/slides/charts/chart15.xml" Id="Rc1a01c7f013b485e" /><Relationship Type="http://schemas.openxmlformats.org/officeDocument/2006/relationships/chart" Target="/ppt/slides/charts/chart16.xml" Id="Rb99d437abce24fca" /><Relationship Type="http://schemas.openxmlformats.org/officeDocument/2006/relationships/notesSlide" Target="/ppt/notesSlides/notesSlide8.xml" Id="R3b37ddbaaa1f42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33b2bd71b14073" /><Relationship Type="http://schemas.openxmlformats.org/officeDocument/2006/relationships/notesSlide" Target="/ppt/notesSlides/notesSlide9.xml" Id="Rb612206f1fb646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a0e1d6844345d3" /><Relationship Type="http://schemas.openxmlformats.org/officeDocument/2006/relationships/hyperlink" Target="https://doi.org/10.1038/nrn3241" TargetMode="External" Id="Rd4330180eb8a47c0" /><Relationship Type="http://schemas.openxmlformats.org/officeDocument/2006/relationships/hyperlink" Target="https://doi.org/10.1017/CBO9781107447615" TargetMode="External" Id="Rc5ed71854abb4d91" /><Relationship Type="http://schemas.openxmlformats.org/officeDocument/2006/relationships/hyperlink" Target="https://doi.org/10.1093/acprof:oso/9780195050387.001.0001" TargetMode="External" Id="Rfcc7a2a5a2c54b69" /><Relationship Type="http://schemas.openxmlformats.org/officeDocument/2006/relationships/notesSlide" Target="/ppt/notesSlides/notesSlide10.xml" Id="R01d0570cc38441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Neuron 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Data'!$A$2:$A$9</c:f>
              <c:numCache>
                <c:formatCode>General</c:formatCode>
                <c:ptCount val="8"/>
                <c:pt idx="0">
                  <c:v>0.496863503</c:v>
                </c:pt>
                <c:pt idx="1">
                  <c:v>0.596863503</c:v>
                </c:pt>
                <c:pt idx="2">
                  <c:v>0.696863503</c:v>
                </c:pt>
                <c:pt idx="3">
                  <c:v>0.796863503</c:v>
                </c:pt>
                <c:pt idx="4">
                  <c:v>0.896863503</c:v>
                </c:pt>
                <c:pt idx="5">
                  <c:v>0.996863503</c:v>
                </c:pt>
                <c:pt idx="6">
                  <c:v>1.096863503</c:v>
                </c:pt>
                <c:pt idx="7">
                  <c:v>1.196863503</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er>
        <c:ser>
          <c:idx val="1"/>
          <c:order val="1"/>
          <c:tx>
            <c:v>Neuron 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Data'!$C$2:$C$9</c:f>
              <c:numCache>
                <c:formatCode>General</c:formatCode>
                <c:ptCount val="8"/>
                <c:pt idx="0">
                  <c:v>0.4112678577</c:v>
                </c:pt>
                <c:pt idx="1">
                  <c:v>0.5112678577</c:v>
                </c:pt>
                <c:pt idx="2">
                  <c:v>0.6112678577</c:v>
                </c:pt>
                <c:pt idx="3">
                  <c:v>0.7112678577</c:v>
                </c:pt>
                <c:pt idx="4">
                  <c:v>0.8112678577</c:v>
                </c:pt>
                <c:pt idx="5">
                  <c:v>0.9112678577</c:v>
                </c:pt>
                <c:pt idx="6">
                  <c:v>1.0112678577</c:v>
                </c:pt>
                <c:pt idx="7">
                  <c:v>1.1112678577</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er>
        <c:ser>
          <c:idx val="2"/>
          <c:order val="2"/>
          <c:tx>
            <c:v>Neuron 2</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Data'!$E$2:$E$9</c:f>
              <c:numCache>
                <c:formatCode>General</c:formatCode>
                <c:ptCount val="8"/>
                <c:pt idx="0">
                  <c:v>0.4057998485</c:v>
                </c:pt>
                <c:pt idx="1">
                  <c:v>0.5057998485</c:v>
                </c:pt>
                <c:pt idx="2">
                  <c:v>0.6057998485</c:v>
                </c:pt>
                <c:pt idx="3">
                  <c:v>0.7057998485</c:v>
                </c:pt>
                <c:pt idx="4">
                  <c:v>0.8057998485</c:v>
                </c:pt>
                <c:pt idx="5">
                  <c:v>0.9057998485</c:v>
                </c:pt>
                <c:pt idx="6">
                  <c:v>1.0057998485</c:v>
                </c:pt>
                <c:pt idx="7">
                  <c:v>1.1057998485</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er>
        <c:ser>
          <c:idx val="3"/>
          <c:order val="3"/>
          <c:tx>
            <c:v>Neuron 3</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Data'!$G$2:$G$9</c:f>
              <c:numCache>
                <c:formatCode>General</c:formatCode>
                <c:ptCount val="8"/>
                <c:pt idx="0">
                  <c:v>0.4024664621</c:v>
                </c:pt>
                <c:pt idx="1">
                  <c:v>0.5024664621</c:v>
                </c:pt>
                <c:pt idx="2">
                  <c:v>0.6024664621</c:v>
                </c:pt>
                <c:pt idx="3">
                  <c:v>0.7024664621</c:v>
                </c:pt>
                <c:pt idx="4">
                  <c:v>0.8024664621</c:v>
                </c:pt>
                <c:pt idx="5">
                  <c:v>0.9024664621</c:v>
                </c:pt>
                <c:pt idx="6">
                  <c:v>1.0024664621</c:v>
                </c:pt>
                <c:pt idx="7">
                  <c:v>1.1024664621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er>
        <c:ser>
          <c:idx val="4"/>
          <c:order val="4"/>
          <c:tx>
            <c:v>Neuron 4</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Data'!$I$2:$I$9</c:f>
              <c:numCache>
                <c:formatCode>General</c:formatCode>
                <c:ptCount val="8"/>
                <c:pt idx="0">
                  <c:v>0.491400466</c:v>
                </c:pt>
                <c:pt idx="1">
                  <c:v>0.591400466</c:v>
                </c:pt>
                <c:pt idx="2">
                  <c:v>0.691400466</c:v>
                </c:pt>
                <c:pt idx="3">
                  <c:v>0.791400466</c:v>
                </c:pt>
                <c:pt idx="4">
                  <c:v>0.891400466</c:v>
                </c:pt>
                <c:pt idx="5">
                  <c:v>0.991400466</c:v>
                </c:pt>
                <c:pt idx="6">
                  <c:v>1.091400466</c:v>
                </c:pt>
                <c:pt idx="7">
                  <c:v>1.191400466</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er>
        <c:ser>
          <c:idx val="5"/>
          <c:order val="5"/>
          <c:tx>
            <c:v>Neuron 5</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Data'!$K$2:$K$9</c:f>
              <c:numCache>
                <c:formatCode>General</c:formatCode>
                <c:ptCount val="8"/>
                <c:pt idx="0">
                  <c:v>0.491399863</c:v>
                </c:pt>
                <c:pt idx="1">
                  <c:v>0.591399863</c:v>
                </c:pt>
                <c:pt idx="2">
                  <c:v>0.691399863</c:v>
                </c:pt>
                <c:pt idx="3">
                  <c:v>0.791399863</c:v>
                </c:pt>
                <c:pt idx="4">
                  <c:v>0.891399863</c:v>
                </c:pt>
                <c:pt idx="5">
                  <c:v>0.991399863</c:v>
                </c:pt>
                <c:pt idx="6">
                  <c:v>1.091399863</c:v>
                </c:pt>
                <c:pt idx="7">
                  <c:v>1.191399863</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er>
        <c:ser>
          <c:idx val="6"/>
          <c:order val="6"/>
          <c:tx>
            <c:v>Neuron 6</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Data'!$M$2:$M$9</c:f>
              <c:numCache>
                <c:formatCode>General</c:formatCode>
                <c:ptCount val="8"/>
                <c:pt idx="0">
                  <c:v>0.4889520903</c:v>
                </c:pt>
                <c:pt idx="1">
                  <c:v>0.5889520903</c:v>
                </c:pt>
                <c:pt idx="2">
                  <c:v>0.6889520903</c:v>
                </c:pt>
                <c:pt idx="3">
                  <c:v>0.7889520903</c:v>
                </c:pt>
                <c:pt idx="4">
                  <c:v>0.8889520903</c:v>
                </c:pt>
                <c:pt idx="5">
                  <c:v>0.9889520903</c:v>
                </c:pt>
                <c:pt idx="6">
                  <c:v>1.0889520903</c:v>
                </c:pt>
                <c:pt idx="7">
                  <c:v>1.1889520903</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er>
        <c:ser>
          <c:idx val="7"/>
          <c:order val="7"/>
          <c:tx>
            <c:v>Neuron 7</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Data'!$O$2:$O$9</c:f>
              <c:numCache>
                <c:formatCode>General</c:formatCode>
                <c:ptCount val="8"/>
                <c:pt idx="0">
                  <c:v>0.4091544036</c:v>
                </c:pt>
                <c:pt idx="1">
                  <c:v>0.5091544036</c:v>
                </c:pt>
                <c:pt idx="2">
                  <c:v>0.6091544036</c:v>
                </c:pt>
                <c:pt idx="3">
                  <c:v>0.7091544036</c:v>
                </c:pt>
                <c:pt idx="4">
                  <c:v>0.8091544036</c:v>
                </c:pt>
                <c:pt idx="5">
                  <c:v>0.9091544036</c:v>
                </c:pt>
                <c:pt idx="6">
                  <c:v>1.0091544036</c:v>
                </c:pt>
                <c:pt idx="7">
                  <c:v>1.1091544036</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er>
        <c:ser>
          <c:idx val="8"/>
          <c:order val="8"/>
          <c:tx>
            <c:v>Neuron 8</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Data'!$Q$2:$Q$9</c:f>
              <c:numCache>
                <c:formatCode>General</c:formatCode>
                <c:ptCount val="8"/>
                <c:pt idx="0">
                  <c:v>0.4025278753</c:v>
                </c:pt>
                <c:pt idx="1">
                  <c:v>0.5025278753</c:v>
                </c:pt>
                <c:pt idx="2">
                  <c:v>0.6025278753</c:v>
                </c:pt>
                <c:pt idx="3">
                  <c:v>0.7025278753</c:v>
                </c:pt>
                <c:pt idx="4">
                  <c:v>0.8025278753</c:v>
                </c:pt>
                <c:pt idx="5">
                  <c:v>0.9025278753</c:v>
                </c:pt>
                <c:pt idx="6">
                  <c:v>1.0025278753</c:v>
                </c:pt>
                <c:pt idx="7">
                  <c:v>1.1025278753</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er>
        <c:ser>
          <c:idx val="9"/>
          <c:order val="9"/>
          <c:tx>
            <c:v>Neuron 9</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Data'!$S$2:$S$9</c:f>
              <c:numCache>
                <c:formatCode>General</c:formatCode>
                <c:ptCount val="8"/>
                <c:pt idx="0">
                  <c:v>0.4052018144</c:v>
                </c:pt>
                <c:pt idx="1">
                  <c:v>0.5052018144</c:v>
                </c:pt>
                <c:pt idx="2">
                  <c:v>0.6052018144</c:v>
                </c:pt>
                <c:pt idx="3">
                  <c:v>0.7052018144</c:v>
                </c:pt>
                <c:pt idx="4">
                  <c:v>0.8052018144</c:v>
                </c:pt>
                <c:pt idx="5">
                  <c:v>0.9052018144</c:v>
                </c:pt>
                <c:pt idx="6">
                  <c:v>1.0052018144</c:v>
                </c:pt>
                <c:pt idx="7">
                  <c:v>1.1052018144</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er>
        <c:ser>
          <c:idx val="10"/>
          <c:order val="10"/>
          <c:tx>
            <c:v>Neuron 10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Data'!$U$2:$U$9</c:f>
              <c:numCache>
                <c:formatCode>General</c:formatCode>
                <c:ptCount val="8"/>
                <c:pt idx="0">
                  <c:v>0.4880146124</c:v>
                </c:pt>
                <c:pt idx="1">
                  <c:v>0.5880146124</c:v>
                </c:pt>
                <c:pt idx="2">
                  <c:v>0.6880146124</c:v>
                </c:pt>
                <c:pt idx="3">
                  <c:v>0.7880146124</c:v>
                </c:pt>
                <c:pt idx="4">
                  <c:v>0.8880146124</c:v>
                </c:pt>
                <c:pt idx="5">
                  <c:v>0.9880146124</c:v>
                </c:pt>
                <c:pt idx="6">
                  <c:v>1.0880146124</c:v>
                </c:pt>
                <c:pt idx="7">
                  <c:v>1.1880146124</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er>
        <c:ser>
          <c:idx val="11"/>
          <c:order val="11"/>
          <c:tx>
            <c:v>Neuron 11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Data'!$W$2:$W$9</c:f>
              <c:numCache>
                <c:formatCode>General</c:formatCode>
                <c:ptCount val="8"/>
                <c:pt idx="0">
                  <c:v>0.4117477463</c:v>
                </c:pt>
                <c:pt idx="1">
                  <c:v>0.5117477463</c:v>
                </c:pt>
                <c:pt idx="2">
                  <c:v>0.6117477463</c:v>
                </c:pt>
                <c:pt idx="3">
                  <c:v>0.7117477463</c:v>
                </c:pt>
                <c:pt idx="4">
                  <c:v>0.8117477463</c:v>
                </c:pt>
                <c:pt idx="5">
                  <c:v>0.9117477463</c:v>
                </c:pt>
                <c:pt idx="6">
                  <c:v>1.0117477463</c:v>
                </c:pt>
                <c:pt idx="7">
                  <c:v>1.1117477463</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er>
        <c:ser>
          <c:idx val="12"/>
          <c:order val="12"/>
          <c:tx>
            <c:v>Neuron 12</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Data'!$Y$2:$Y$11</c:f>
              <c:numCache>
                <c:formatCode>General</c:formatCode>
                <c:ptCount val="10"/>
                <c:pt idx="0">
                  <c:v>0.4050234337</c:v>
                </c:pt>
                <c:pt idx="1">
                  <c:v>0.4451592315</c:v>
                </c:pt>
                <c:pt idx="2">
                  <c:v>0.485681516</c:v>
                </c:pt>
                <c:pt idx="3">
                  <c:v>0.5582322619</c:v>
                </c:pt>
                <c:pt idx="4">
                  <c:v>0.7070178281</c:v>
                </c:pt>
                <c:pt idx="5">
                  <c:v>0.8201252415</c:v>
                </c:pt>
                <c:pt idx="6">
                  <c:v>0.88896984</c:v>
                </c:pt>
                <c:pt idx="7">
                  <c:v>1.0782440147</c:v>
                </c:pt>
                <c:pt idx="8">
                  <c:v>1.1082909205</c:v>
                </c:pt>
                <c:pt idx="9">
                  <c:v>1.1773940229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er>
        <c:ser>
          <c:idx val="13"/>
          <c:order val="13"/>
          <c:tx>
            <c:v>Neuron 13</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Data'!$AA$2:$AA$5</c:f>
              <c:numCache>
                <c:formatCode>General</c:formatCode>
                <c:ptCount val="4"/>
                <c:pt idx="0">
                  <c:v>0.5204861493</c:v>
                </c:pt>
                <c:pt idx="1">
                  <c:v>0.5578783997</c:v>
                </c:pt>
                <c:pt idx="2">
                  <c:v>0.5713311859</c:v>
                </c:pt>
                <c:pt idx="3">
                  <c:v>1.1660687446</c:v>
                </c:pt>
              </c:numCache>
            </c:numRef>
          </c:xVal>
          <c:yVal>
            <c:numRef>
              <c:f>'Chart Data'!$AB$2:$AB$5</c:f>
              <c:numCache>
                <c:formatCode>0</c:formatCode>
                <c:ptCount val="4"/>
                <c:pt idx="0">
                  <c:v>13</c:v>
                </c:pt>
                <c:pt idx="1">
                  <c:v>13</c:v>
                </c:pt>
                <c:pt idx="2">
                  <c:v>13</c:v>
                </c:pt>
                <c:pt idx="3">
                  <c:v>13</c:v>
                </c:pt>
              </c:numCache>
            </c:numRef>
          </c:yVal>
        </c:ser>
        <c:ser>
          <c:idx val="14"/>
          <c:order val="14"/>
          <c:tx>
            <c:v>Neuron 14</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Data'!$AC$2:$AC$8</c:f>
              <c:numCache>
                <c:formatCode>General</c:formatCode>
                <c:ptCount val="7"/>
                <c:pt idx="0">
                  <c:v>0.4870833218</c:v>
                </c:pt>
                <c:pt idx="1">
                  <c:v>0.5469748771</c:v>
                </c:pt>
                <c:pt idx="2">
                  <c:v>0.7642260368</c:v>
                </c:pt>
                <c:pt idx="3">
                  <c:v>0.8389353532</c:v>
                </c:pt>
                <c:pt idx="4">
                  <c:v>0.9857575324</c:v>
                </c:pt>
                <c:pt idx="5">
                  <c:v>1.144002292</c:v>
                </c:pt>
                <c:pt idx="6">
                  <c:v>1.1848800119</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er>
        <c:ser>
          <c:idx val="15"/>
          <c:order val="15"/>
          <c:tx>
            <c:v>Neuron 15</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Data'!$AE$2:$AE$6</c:f>
              <c:numCache>
                <c:formatCode>General</c:formatCode>
                <c:ptCount val="5"/>
                <c:pt idx="0">
                  <c:v>0.6462394695</c:v>
                </c:pt>
                <c:pt idx="1">
                  <c:v>0.7344848694</c:v>
                </c:pt>
                <c:pt idx="2">
                  <c:v>0.8004454374</c:v>
                </c:pt>
                <c:pt idx="3">
                  <c:v>0.956926854</c:v>
                </c:pt>
                <c:pt idx="4">
                  <c:v>0.9873064836</c:v>
                </c:pt>
              </c:numCache>
            </c:numRef>
          </c:xVal>
          <c:yVal>
            <c:numRef>
              <c:f>'Chart Data'!$AF$2:$AF$6</c:f>
              <c:numCache>
                <c:formatCode>0</c:formatCode>
                <c:ptCount val="5"/>
                <c:pt idx="0">
                  <c:v>15</c:v>
                </c:pt>
                <c:pt idx="1">
                  <c:v>15</c:v>
                </c:pt>
                <c:pt idx="2">
                  <c:v>15</c:v>
                </c:pt>
                <c:pt idx="3">
                  <c:v>15</c:v>
                </c:pt>
                <c:pt idx="4">
                  <c:v>15</c:v>
                </c:pt>
              </c:numCache>
            </c:numRef>
          </c:yVal>
        </c:ser>
        <c:ser>
          <c:idx val="16"/>
          <c:order val="16"/>
          <c:tx>
            <c:v>Neuron 16</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Data'!$AG$2:$AG$5</c:f>
              <c:numCache>
                <c:formatCode>General</c:formatCode>
                <c:ptCount val="4"/>
                <c:pt idx="0">
                  <c:v>0.584506021</c:v>
                </c:pt>
                <c:pt idx="1">
                  <c:v>0.8456386028</c:v>
                </c:pt>
                <c:pt idx="2">
                  <c:v>1.140681508</c:v>
                </c:pt>
                <c:pt idx="3">
                  <c:v>1.1560673611</c:v>
                </c:pt>
              </c:numCache>
            </c:numRef>
          </c:xVal>
          <c:yVal>
            <c:numRef>
              <c:f>'Chart Data'!$AH$2:$AH$5</c:f>
              <c:numCache>
                <c:formatCode>0</c:formatCode>
                <c:ptCount val="4"/>
                <c:pt idx="0">
                  <c:v>16</c:v>
                </c:pt>
                <c:pt idx="1">
                  <c:v>16</c:v>
                </c:pt>
                <c:pt idx="2">
                  <c:v>16</c:v>
                </c:pt>
                <c:pt idx="3">
                  <c:v>16</c:v>
                </c:pt>
              </c:numCache>
            </c:numRef>
          </c:yVal>
        </c:ser>
        <c:ser>
          <c:idx val="17"/>
          <c:order val="17"/>
          <c:tx>
            <c:v>Neuron 17</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Data'!$AI$2:$AI$5</c:f>
              <c:numCache>
                <c:formatCode>General</c:formatCode>
                <c:ptCount val="4"/>
                <c:pt idx="0">
                  <c:v>0.6394282543</c:v>
                </c:pt>
                <c:pt idx="1">
                  <c:v>0.7672414809</c:v>
                </c:pt>
                <c:pt idx="2">
                  <c:v>0.7927159597</c:v>
                </c:pt>
                <c:pt idx="3">
                  <c:v>1.0425412285</c:v>
                </c:pt>
              </c:numCache>
            </c:numRef>
          </c:xVal>
          <c:yVal>
            <c:numRef>
              <c:f>'Chart Data'!$AJ$2:$AJ$5</c:f>
              <c:numCache>
                <c:formatCode>0</c:formatCode>
                <c:ptCount val="4"/>
                <c:pt idx="0">
                  <c:v>17</c:v>
                </c:pt>
                <c:pt idx="1">
                  <c:v>17</c:v>
                </c:pt>
                <c:pt idx="2">
                  <c:v>17</c:v>
                </c:pt>
                <c:pt idx="3">
                  <c:v>17</c:v>
                </c:pt>
              </c:numCache>
            </c:numRef>
          </c:yVal>
        </c:ser>
        <c:ser>
          <c:idx val="18"/>
          <c:order val="18"/>
          <c:tx>
            <c:v>Neuron 18</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Data'!$AK$2:$AK$6</c:f>
              <c:numCache>
                <c:formatCode>General</c:formatCode>
                <c:ptCount val="5"/>
                <c:pt idx="0">
                  <c:v>0.6938198832</c:v>
                </c:pt>
                <c:pt idx="1">
                  <c:v>0.7511676478</c:v>
                </c:pt>
                <c:pt idx="2">
                  <c:v>0.8568240427</c:v>
                </c:pt>
                <c:pt idx="3">
                  <c:v>1.1385738722</c:v>
                </c:pt>
                <c:pt idx="4">
                  <c:v>1.1905349036</c:v>
                </c:pt>
              </c:numCache>
            </c:numRef>
          </c:xVal>
          <c:yVal>
            <c:numRef>
              <c:f>'Chart Data'!$AL$2:$AL$6</c:f>
              <c:numCache>
                <c:formatCode>0</c:formatCode>
                <c:ptCount val="5"/>
                <c:pt idx="0">
                  <c:v>18</c:v>
                </c:pt>
                <c:pt idx="1">
                  <c:v>18</c:v>
                </c:pt>
                <c:pt idx="2">
                  <c:v>18</c:v>
                </c:pt>
                <c:pt idx="3">
                  <c:v>18</c:v>
                </c:pt>
                <c:pt idx="4">
                  <c:v>18</c:v>
                </c:pt>
              </c:numCache>
            </c:numRef>
          </c:yVal>
        </c:ser>
        <c:ser>
          <c:idx val="19"/>
          <c:order val="19"/>
          <c:tx>
            <c:v>Neuron 19</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Data'!$AM$2:$AM$4</c:f>
              <c:numCache>
                <c:formatCode>General</c:formatCode>
                <c:ptCount val="3"/>
                <c:pt idx="0">
                  <c:v>0.4874617763</c:v>
                </c:pt>
                <c:pt idx="1">
                  <c:v>0.6424817567</c:v>
                </c:pt>
                <c:pt idx="2">
                  <c:v>0.971951415</c:v>
                </c:pt>
              </c:numCache>
            </c:numRef>
          </c:xVal>
          <c:yVal>
            <c:numRef>
              <c:f>'Chart Data'!$AN$2:$AN$4</c:f>
              <c:numCache>
                <c:formatCode>0</c:formatCode>
                <c:ptCount val="3"/>
                <c:pt idx="0">
                  <c:v>19</c:v>
                </c:pt>
                <c:pt idx="1">
                  <c:v>19</c:v>
                </c:pt>
                <c:pt idx="2">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Neuron index</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5"/>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Spike event</c:v>
          </c:tx>
          <c:spPr>
            <a:ln xmlns:a="http://schemas.openxmlformats.org/drawingml/2006/main" w="28575">
              <a:solidFill>
                <a:srgbClr val="176B87"/>
              </a:solidFill>
            </a:ln>
          </c:spPr>
          <c:marker>
            <c:symbol val="none"/>
          </c:marker>
          <c:xVal>
            <c:numRef>
              <c:f>'Chart Data'!$A$2:$A$3</c:f>
              <c:numCache>
                <c:formatCode>General</c:formatCode>
                <c:ptCount val="2"/>
                <c:pt idx="0">
                  <c:v>0.597</c:v>
                </c:pt>
                <c:pt idx="1">
                  <c:v>0.597</c:v>
                </c:pt>
              </c:numCache>
            </c:numRef>
          </c:xVal>
          <c:yVal>
            <c:numRef>
              <c:f>'Chart Data'!$B$2:$B$3</c:f>
              <c:numCache>
                <c:formatCode>0.0</c:formatCode>
                <c:ptCount val="2"/>
                <c:pt idx="0">
                  <c:v>0</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Event
(bin)</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1"/>
      </c:valAx>
      <c:valAx>
        <c:axId val="48650112"/>
        <c:scaling>
          <c:orientation val="minMax"/>
          <c:max val="0.74"/>
          <c:min val="0.56"/>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Fixed kernel</c:v>
          </c:tx>
          <c:spPr>
            <a:ln xmlns:a="http://schemas.openxmlformats.org/drawingml/2006/main" w="23813">
              <a:solidFill>
                <a:srgbClr val="176B87"/>
              </a:solidFill>
            </a:ln>
          </c:spPr>
          <c:marker>
            <c:symbol val="none"/>
          </c:marker>
          <c:xVal>
            <c:numRef>
              <c:f>'Chart Data'!$A$2:$A$101</c:f>
              <c:numCache>
                <c:formatCode>General</c:formatCode>
                <c:ptCount val="100"/>
                <c:pt idx="0">
                  <c:v>0.597</c:v>
                </c:pt>
                <c:pt idx="1">
                  <c:v>0.598</c:v>
                </c:pt>
                <c:pt idx="2">
                  <c:v>0.599</c:v>
                </c:pt>
                <c:pt idx="3">
                  <c:v>0.6</c:v>
                </c:pt>
                <c:pt idx="4">
                  <c:v>0.601</c:v>
                </c:pt>
                <c:pt idx="5">
                  <c:v>0.602</c:v>
                </c:pt>
                <c:pt idx="6">
                  <c:v>0.603</c:v>
                </c:pt>
                <c:pt idx="7">
                  <c:v>0.604</c:v>
                </c:pt>
                <c:pt idx="8">
                  <c:v>0.605</c:v>
                </c:pt>
                <c:pt idx="9">
                  <c:v>0.606</c:v>
                </c:pt>
                <c:pt idx="10">
                  <c:v>0.607</c:v>
                </c:pt>
                <c:pt idx="11">
                  <c:v>0.608</c:v>
                </c:pt>
                <c:pt idx="12">
                  <c:v>0.609</c:v>
                </c:pt>
                <c:pt idx="13">
                  <c:v>0.61</c:v>
                </c:pt>
                <c:pt idx="14">
                  <c:v>0.611</c:v>
                </c:pt>
                <c:pt idx="15">
                  <c:v>0.612</c:v>
                </c:pt>
                <c:pt idx="16">
                  <c:v>0.613</c:v>
                </c:pt>
                <c:pt idx="17">
                  <c:v>0.614</c:v>
                </c:pt>
                <c:pt idx="18">
                  <c:v>0.615</c:v>
                </c:pt>
                <c:pt idx="19">
                  <c:v>0.616</c:v>
                </c:pt>
                <c:pt idx="20">
                  <c:v>0.617</c:v>
                </c:pt>
                <c:pt idx="21">
                  <c:v>0.618</c:v>
                </c:pt>
                <c:pt idx="22">
                  <c:v>0.619</c:v>
                </c:pt>
                <c:pt idx="23">
                  <c:v>0.62</c:v>
                </c:pt>
                <c:pt idx="24">
                  <c:v>0.621</c:v>
                </c:pt>
                <c:pt idx="25">
                  <c:v>0.622</c:v>
                </c:pt>
                <c:pt idx="26">
                  <c:v>0.623</c:v>
                </c:pt>
                <c:pt idx="27">
                  <c:v>0.624</c:v>
                </c:pt>
                <c:pt idx="28">
                  <c:v>0.625</c:v>
                </c:pt>
                <c:pt idx="29">
                  <c:v>0.626</c:v>
                </c:pt>
                <c:pt idx="30">
                  <c:v>0.627</c:v>
                </c:pt>
                <c:pt idx="31">
                  <c:v>0.628</c:v>
                </c:pt>
                <c:pt idx="32">
                  <c:v>0.629</c:v>
                </c:pt>
                <c:pt idx="33">
                  <c:v>0.63</c:v>
                </c:pt>
                <c:pt idx="34">
                  <c:v>0.631</c:v>
                </c:pt>
                <c:pt idx="35">
                  <c:v>0.632</c:v>
                </c:pt>
                <c:pt idx="36">
                  <c:v>0.633</c:v>
                </c:pt>
                <c:pt idx="37">
                  <c:v>0.634</c:v>
                </c:pt>
                <c:pt idx="38">
                  <c:v>0.635</c:v>
                </c:pt>
                <c:pt idx="39">
                  <c:v>0.636</c:v>
                </c:pt>
                <c:pt idx="40">
                  <c:v>0.637</c:v>
                </c:pt>
                <c:pt idx="41">
                  <c:v>0.638</c:v>
                </c:pt>
                <c:pt idx="42">
                  <c:v>0.639</c:v>
                </c:pt>
                <c:pt idx="43">
                  <c:v>0.64</c:v>
                </c:pt>
                <c:pt idx="44">
                  <c:v>0.641</c:v>
                </c:pt>
                <c:pt idx="45">
                  <c:v>0.642</c:v>
                </c:pt>
                <c:pt idx="46">
                  <c:v>0.643</c:v>
                </c:pt>
                <c:pt idx="47">
                  <c:v>0.644</c:v>
                </c:pt>
                <c:pt idx="48">
                  <c:v>0.645</c:v>
                </c:pt>
                <c:pt idx="49">
                  <c:v>0.646</c:v>
                </c:pt>
                <c:pt idx="50">
                  <c:v>0.647</c:v>
                </c:pt>
                <c:pt idx="51">
                  <c:v>0.648</c:v>
                </c:pt>
                <c:pt idx="52">
                  <c:v>0.649</c:v>
                </c:pt>
                <c:pt idx="53">
                  <c:v>0.65</c:v>
                </c:pt>
                <c:pt idx="54">
                  <c:v>0.651</c:v>
                </c:pt>
                <c:pt idx="55">
                  <c:v>0.652</c:v>
                </c:pt>
                <c:pt idx="56">
                  <c:v>0.653</c:v>
                </c:pt>
                <c:pt idx="57">
                  <c:v>0.654</c:v>
                </c:pt>
                <c:pt idx="58">
                  <c:v>0.655</c:v>
                </c:pt>
                <c:pt idx="59">
                  <c:v>0.656</c:v>
                </c:pt>
                <c:pt idx="60">
                  <c:v>0.657</c:v>
                </c:pt>
                <c:pt idx="61">
                  <c:v>0.658</c:v>
                </c:pt>
                <c:pt idx="62">
                  <c:v>0.659</c:v>
                </c:pt>
                <c:pt idx="63">
                  <c:v>0.66</c:v>
                </c:pt>
                <c:pt idx="64">
                  <c:v>0.661</c:v>
                </c:pt>
                <c:pt idx="65">
                  <c:v>0.662</c:v>
                </c:pt>
                <c:pt idx="66">
                  <c:v>0.663</c:v>
                </c:pt>
                <c:pt idx="67">
                  <c:v>0.664</c:v>
                </c:pt>
                <c:pt idx="68">
                  <c:v>0.665</c:v>
                </c:pt>
                <c:pt idx="69">
                  <c:v>0.666</c:v>
                </c:pt>
                <c:pt idx="70">
                  <c:v>0.667</c:v>
                </c:pt>
                <c:pt idx="71">
                  <c:v>0.668</c:v>
                </c:pt>
                <c:pt idx="72">
                  <c:v>0.669</c:v>
                </c:pt>
                <c:pt idx="73">
                  <c:v>0.67</c:v>
                </c:pt>
                <c:pt idx="74">
                  <c:v>0.671</c:v>
                </c:pt>
                <c:pt idx="75">
                  <c:v>0.672</c:v>
                </c:pt>
                <c:pt idx="76">
                  <c:v>0.673</c:v>
                </c:pt>
                <c:pt idx="77">
                  <c:v>0.674</c:v>
                </c:pt>
                <c:pt idx="78">
                  <c:v>0.675</c:v>
                </c:pt>
                <c:pt idx="79">
                  <c:v>0.676</c:v>
                </c:pt>
                <c:pt idx="80">
                  <c:v>0.677</c:v>
                </c:pt>
                <c:pt idx="81">
                  <c:v>0.678</c:v>
                </c:pt>
                <c:pt idx="82">
                  <c:v>0.679</c:v>
                </c:pt>
                <c:pt idx="83">
                  <c:v>0.68</c:v>
                </c:pt>
                <c:pt idx="84">
                  <c:v>0.681</c:v>
                </c:pt>
                <c:pt idx="85">
                  <c:v>0.682</c:v>
                </c:pt>
                <c:pt idx="86">
                  <c:v>0.683</c:v>
                </c:pt>
                <c:pt idx="87">
                  <c:v>0.684</c:v>
                </c:pt>
                <c:pt idx="88">
                  <c:v>0.685</c:v>
                </c:pt>
                <c:pt idx="89">
                  <c:v>0.686</c:v>
                </c:pt>
                <c:pt idx="90">
                  <c:v>0.687</c:v>
                </c:pt>
                <c:pt idx="91">
                  <c:v>0.688</c:v>
                </c:pt>
                <c:pt idx="92">
                  <c:v>0.689</c:v>
                </c:pt>
                <c:pt idx="93">
                  <c:v>0.69</c:v>
                </c:pt>
                <c:pt idx="94">
                  <c:v>0.691</c:v>
                </c:pt>
                <c:pt idx="95">
                  <c:v>0.692</c:v>
                </c:pt>
                <c:pt idx="96">
                  <c:v>0.693</c:v>
                </c:pt>
                <c:pt idx="97">
                  <c:v>0.694</c:v>
                </c:pt>
                <c:pt idx="98">
                  <c:v>0.695</c:v>
                </c:pt>
                <c:pt idx="99">
                  <c:v>0.696</c:v>
                </c:pt>
              </c:numCache>
            </c:numRef>
          </c:xVal>
          <c:yVal>
            <c:numRef>
              <c:f>'Chart Data'!$B$2:$B$101</c:f>
              <c:numCache>
                <c:formatCode>0.0</c:formatCode>
                <c:ptCount val="100"/>
                <c:pt idx="0">
                  <c:v>0</c:v>
                </c:pt>
                <c:pt idx="1">
                  <c:v>0.129285483</c:v>
                </c:pt>
                <c:pt idx="2">
                  <c:v>0.2459603111</c:v>
                </c:pt>
                <c:pt idx="3">
                  <c:v>0.3509470278</c:v>
                </c:pt>
                <c:pt idx="4">
                  <c:v>0.4451081857</c:v>
                </c:pt>
                <c:pt idx="5">
                  <c:v>0.5292500042</c:v>
                </c:pt>
                <c:pt idx="6">
                  <c:v>0.6041258122</c:v>
                </c:pt>
                <c:pt idx="7">
                  <c:v>0.6704392902</c:v>
                </c:pt>
                <c:pt idx="8">
                  <c:v>0.7288475202</c:v>
                </c:pt>
                <c:pt idx="9">
                  <c:v>0.779963858</c:v>
                </c:pt>
                <c:pt idx="10">
                  <c:v>0.8243606354</c:v>
                </c:pt>
                <c:pt idx="11">
                  <c:v>0.862571702</c:v>
                </c:pt>
                <c:pt idx="12">
                  <c:v>0.8950948186</c:v>
                </c:pt>
                <c:pt idx="13">
                  <c:v>0.9223939066</c:v>
                </c:pt>
                <c:pt idx="14">
                  <c:v>0.9449011653</c:v>
                </c:pt>
                <c:pt idx="15">
                  <c:v>0.9630190625</c:v>
                </c:pt>
                <c:pt idx="16">
                  <c:v>0.9771222065</c:v>
                </c:pt>
                <c:pt idx="17">
                  <c:v>0.9875591063</c:v>
                </c:pt>
                <c:pt idx="18">
                  <c:v>0.9946538263</c:v>
                </c:pt>
                <c:pt idx="19">
                  <c:v>0.9987075416</c:v>
                </c:pt>
                <c:pt idx="20">
                  <c:v>1</c:v>
                </c:pt>
                <c:pt idx="21">
                  <c:v>0.9987908957</c:v>
                </c:pt>
                <c:pt idx="22">
                  <c:v>0.9953211598</c:v>
                </c:pt>
                <c:pt idx="23">
                  <c:v>0.9898141729</c:v>
                </c:pt>
                <c:pt idx="24">
                  <c:v>0.9824769037</c:v>
                </c:pt>
                <c:pt idx="25">
                  <c:v>0.9735009788</c:v>
                </c:pt>
                <c:pt idx="26">
                  <c:v>0.9630636869</c:v>
                </c:pt>
                <c:pt idx="27">
                  <c:v>0.9513289211</c:v>
                </c:pt>
                <c:pt idx="28">
                  <c:v>0.9384480644</c:v>
                </c:pt>
                <c:pt idx="29">
                  <c:v>0.9245608199</c:v>
                </c:pt>
                <c:pt idx="30">
                  <c:v>0.9097959896</c:v>
                </c:pt>
                <c:pt idx="31">
                  <c:v>0.8942722061</c:v>
                </c:pt>
                <c:pt idx="32">
                  <c:v>0.8780986178</c:v>
                </c:pt>
                <c:pt idx="33">
                  <c:v>0.8613755317</c:v>
                </c:pt>
                <c:pt idx="34">
                  <c:v>0.8441950164</c:v>
                </c:pt>
                <c:pt idx="35">
                  <c:v>0.8266414673</c:v>
                </c:pt>
                <c:pt idx="36">
                  <c:v>0.8087921354</c:v>
                </c:pt>
                <c:pt idx="37">
                  <c:v>0.7907176241</c:v>
                </c:pt>
                <c:pt idx="38">
                  <c:v>0.7724823535</c:v>
                </c:pt>
                <c:pt idx="39">
                  <c:v>0.7541449957</c:v>
                </c:pt>
                <c:pt idx="40">
                  <c:v>0.7357588823</c:v>
                </c:pt>
                <c:pt idx="41">
                  <c:v>0.7173723857</c:v>
                </c:pt>
                <c:pt idx="42">
                  <c:v>0.6990292758</c:v>
                </c:pt>
                <c:pt idx="43">
                  <c:v>0.6807690542</c:v>
                </c:pt>
                <c:pt idx="44">
                  <c:v>0.6626272662</c:v>
                </c:pt>
                <c:pt idx="45">
                  <c:v>0.6446357929</c:v>
                </c:pt>
                <c:pt idx="46">
                  <c:v>0.626823124</c:v>
                </c:pt>
                <c:pt idx="47">
                  <c:v>0.6092146125</c:v>
                </c:pt>
                <c:pt idx="48">
                  <c:v>0.5918327135</c:v>
                </c:pt>
                <c:pt idx="49">
                  <c:v>0.5746972058</c:v>
                </c:pt>
                <c:pt idx="50">
                  <c:v>0.5578254004</c:v>
                </c:pt>
                <c:pt idx="51">
                  <c:v>0.5412323333</c:v>
                </c:pt>
                <c:pt idx="52">
                  <c:v>0.5249309468</c:v>
                </c:pt>
                <c:pt idx="53">
                  <c:v>0.5089322578</c:v>
                </c:pt>
                <c:pt idx="54">
                  <c:v>0.4932455149</c:v>
                </c:pt>
                <c:pt idx="55">
                  <c:v>0.4778783445</c:v>
                </c:pt>
                <c:pt idx="56">
                  <c:v>0.462836887</c:v>
                </c:pt>
                <c:pt idx="57">
                  <c:v>0.448125924</c:v>
                </c:pt>
                <c:pt idx="58">
                  <c:v>0.4337489957</c:v>
                </c:pt>
                <c:pt idx="59">
                  <c:v>0.4197085112</c:v>
                </c:pt>
                <c:pt idx="60">
                  <c:v>0.4060058497</c:v>
                </c:pt>
                <c:pt idx="61">
                  <c:v>0.3926414559</c:v>
                </c:pt>
                <c:pt idx="62">
                  <c:v>0.3796149276</c:v>
                </c:pt>
                <c:pt idx="63">
                  <c:v>0.366925097</c:v>
                </c:pt>
                <c:pt idx="64">
                  <c:v>0.3545701068</c:v>
                </c:pt>
                <c:pt idx="65">
                  <c:v>0.3425474798</c:v>
                </c:pt>
                <c:pt idx="66">
                  <c:v>0.3308541843</c:v>
                </c:pt>
                <c:pt idx="67">
                  <c:v>0.3194866934</c:v>
                </c:pt>
                <c:pt idx="68">
                  <c:v>0.3084410412</c:v>
                </c:pt>
                <c:pt idx="69">
                  <c:v>0.2977128734</c:v>
                </c:pt>
                <c:pt idx="70">
                  <c:v>0.2872974952</c:v>
                </c:pt>
                <c:pt idx="71">
                  <c:v>0.2771899143</c:v>
                </c:pt>
                <c:pt idx="72">
                  <c:v>0.2673848816</c:v>
                </c:pt>
                <c:pt idx="73">
                  <c:v>0.2578769277</c:v>
                </c:pt>
                <c:pt idx="74">
                  <c:v>0.2486603971</c:v>
                </c:pt>
                <c:pt idx="75">
                  <c:v>0.2397294795</c:v>
                </c:pt>
                <c:pt idx="76">
                  <c:v>0.231078238</c:v>
                </c:pt>
                <c:pt idx="77">
                  <c:v>0.2227006354</c:v>
                </c:pt>
                <c:pt idx="78">
                  <c:v>0.2145905582</c:v>
                </c:pt>
                <c:pt idx="79">
                  <c:v>0.2067418385</c:v>
                </c:pt>
                <c:pt idx="80">
                  <c:v>0.1991482735</c:v>
                </c:pt>
                <c:pt idx="81">
                  <c:v>0.1918036438</c:v>
                </c:pt>
                <c:pt idx="82">
                  <c:v>0.1847017298</c:v>
                </c:pt>
                <c:pt idx="83">
                  <c:v>0.1778363265</c:v>
                </c:pt>
                <c:pt idx="84">
                  <c:v>0.1712012567</c:v>
                </c:pt>
                <c:pt idx="85">
                  <c:v>0.1647903833</c:v>
                </c:pt>
                <c:pt idx="86">
                  <c:v>0.1585976198</c:v>
                </c:pt>
                <c:pt idx="87">
                  <c:v>0.1526169403</c:v>
                </c:pt>
                <c:pt idx="88">
                  <c:v>0.1468423878</c:v>
                </c:pt>
                <c:pt idx="89">
                  <c:v>0.1412680819</c:v>
                </c:pt>
                <c:pt idx="90">
                  <c:v>0.1358882254</c:v>
                </c:pt>
                <c:pt idx="91">
                  <c:v>0.1306971104</c:v>
                </c:pt>
                <c:pt idx="92">
                  <c:v>0.1256891233</c:v>
                </c:pt>
                <c:pt idx="93">
                  <c:v>0.1208587488</c:v>
                </c:pt>
                <c:pt idx="94">
                  <c:v>0.1162005744</c:v>
                </c:pt>
                <c:pt idx="95">
                  <c:v>0.1117092928</c:v>
                </c:pt>
                <c:pt idx="96">
                  <c:v>0.1073797049</c:v>
                </c:pt>
                <c:pt idx="97">
                  <c:v>0.1032067217</c:v>
                </c:pt>
                <c:pt idx="98">
                  <c:v>0.0991853661</c:v>
                </c:pt>
                <c:pt idx="99">
                  <c:v>0.0953107738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Kernel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0.5"/>
      </c:valAx>
      <c:valAx>
        <c:axId val="48650112"/>
        <c:scaling>
          <c:orientation val="minMax"/>
          <c:max val="0.74"/>
          <c:min val="0.56"/>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Neuron 0 contribution</c:v>
          </c:tx>
          <c:spPr>
            <a:ln xmlns:a="http://schemas.openxmlformats.org/drawingml/2006/main" w="20955">
              <a:solidFill>
                <a:srgbClr val="C26630"/>
              </a:solidFill>
            </a:ln>
          </c:spPr>
          <c:marker>
            <c:symbol val="none"/>
          </c:marker>
          <c:xVal>
            <c:numRef>
              <c:f>'Chart Data'!$A$2:$A$182</c:f>
              <c:numCache>
                <c:formatCode>General</c:formatCode>
                <c:ptCount val="181"/>
                <c:pt idx="0">
                  <c:v>0.56</c:v>
                </c:pt>
                <c:pt idx="1">
                  <c:v>0.561</c:v>
                </c:pt>
                <c:pt idx="2">
                  <c:v>0.562</c:v>
                </c:pt>
                <c:pt idx="3">
                  <c:v>0.563</c:v>
                </c:pt>
                <c:pt idx="4">
                  <c:v>0.564</c:v>
                </c:pt>
                <c:pt idx="5">
                  <c:v>0.565</c:v>
                </c:pt>
                <c:pt idx="6">
                  <c:v>0.566</c:v>
                </c:pt>
                <c:pt idx="7">
                  <c:v>0.567</c:v>
                </c:pt>
                <c:pt idx="8">
                  <c:v>0.568</c:v>
                </c:pt>
                <c:pt idx="9">
                  <c:v>0.569</c:v>
                </c:pt>
                <c:pt idx="10">
                  <c:v>0.57</c:v>
                </c:pt>
                <c:pt idx="11">
                  <c:v>0.571</c:v>
                </c:pt>
                <c:pt idx="12">
                  <c:v>0.572</c:v>
                </c:pt>
                <c:pt idx="13">
                  <c:v>0.573</c:v>
                </c:pt>
                <c:pt idx="14">
                  <c:v>0.574</c:v>
                </c:pt>
                <c:pt idx="15">
                  <c:v>0.575</c:v>
                </c:pt>
                <c:pt idx="16">
                  <c:v>0.576</c:v>
                </c:pt>
                <c:pt idx="17">
                  <c:v>0.577</c:v>
                </c:pt>
                <c:pt idx="18">
                  <c:v>0.578</c:v>
                </c:pt>
                <c:pt idx="19">
                  <c:v>0.579</c:v>
                </c:pt>
                <c:pt idx="20">
                  <c:v>0.58</c:v>
                </c:pt>
                <c:pt idx="21">
                  <c:v>0.581</c:v>
                </c:pt>
                <c:pt idx="22">
                  <c:v>0.582</c:v>
                </c:pt>
                <c:pt idx="23">
                  <c:v>0.583</c:v>
                </c:pt>
                <c:pt idx="24">
                  <c:v>0.584</c:v>
                </c:pt>
                <c:pt idx="25">
                  <c:v>0.585</c:v>
                </c:pt>
                <c:pt idx="26">
                  <c:v>0.586</c:v>
                </c:pt>
                <c:pt idx="27">
                  <c:v>0.587</c:v>
                </c:pt>
                <c:pt idx="28">
                  <c:v>0.588</c:v>
                </c:pt>
                <c:pt idx="29">
                  <c:v>0.589</c:v>
                </c:pt>
                <c:pt idx="30">
                  <c:v>0.59</c:v>
                </c:pt>
                <c:pt idx="31">
                  <c:v>0.591</c:v>
                </c:pt>
                <c:pt idx="32">
                  <c:v>0.592</c:v>
                </c:pt>
                <c:pt idx="33">
                  <c:v>0.593</c:v>
                </c:pt>
                <c:pt idx="34">
                  <c:v>0.594</c:v>
                </c:pt>
                <c:pt idx="35">
                  <c:v>0.595</c:v>
                </c:pt>
                <c:pt idx="36">
                  <c:v>0.596</c:v>
                </c:pt>
                <c:pt idx="37">
                  <c:v>0.597</c:v>
                </c:pt>
                <c:pt idx="38">
                  <c:v>0.598</c:v>
                </c:pt>
                <c:pt idx="39">
                  <c:v>0.599</c:v>
                </c:pt>
                <c:pt idx="40">
                  <c:v>0.6</c:v>
                </c:pt>
                <c:pt idx="41">
                  <c:v>0.601</c:v>
                </c:pt>
                <c:pt idx="42">
                  <c:v>0.602</c:v>
                </c:pt>
                <c:pt idx="43">
                  <c:v>0.603</c:v>
                </c:pt>
                <c:pt idx="44">
                  <c:v>0.604</c:v>
                </c:pt>
                <c:pt idx="45">
                  <c:v>0.605</c:v>
                </c:pt>
                <c:pt idx="46">
                  <c:v>0.606</c:v>
                </c:pt>
                <c:pt idx="47">
                  <c:v>0.607</c:v>
                </c:pt>
                <c:pt idx="48">
                  <c:v>0.608</c:v>
                </c:pt>
                <c:pt idx="49">
                  <c:v>0.609</c:v>
                </c:pt>
                <c:pt idx="50">
                  <c:v>0.61</c:v>
                </c:pt>
                <c:pt idx="51">
                  <c:v>0.611</c:v>
                </c:pt>
                <c:pt idx="52">
                  <c:v>0.612</c:v>
                </c:pt>
                <c:pt idx="53">
                  <c:v>0.613</c:v>
                </c:pt>
                <c:pt idx="54">
                  <c:v>0.614</c:v>
                </c:pt>
                <c:pt idx="55">
                  <c:v>0.615</c:v>
                </c:pt>
                <c:pt idx="56">
                  <c:v>0.616</c:v>
                </c:pt>
                <c:pt idx="57">
                  <c:v>0.617</c:v>
                </c:pt>
                <c:pt idx="58">
                  <c:v>0.618</c:v>
                </c:pt>
                <c:pt idx="59">
                  <c:v>0.619</c:v>
                </c:pt>
                <c:pt idx="60">
                  <c:v>0.62</c:v>
                </c:pt>
                <c:pt idx="61">
                  <c:v>0.621</c:v>
                </c:pt>
                <c:pt idx="62">
                  <c:v>0.622</c:v>
                </c:pt>
                <c:pt idx="63">
                  <c:v>0.623</c:v>
                </c:pt>
                <c:pt idx="64">
                  <c:v>0.624</c:v>
                </c:pt>
                <c:pt idx="65">
                  <c:v>0.625</c:v>
                </c:pt>
                <c:pt idx="66">
                  <c:v>0.626</c:v>
                </c:pt>
                <c:pt idx="67">
                  <c:v>0.627</c:v>
                </c:pt>
                <c:pt idx="68">
                  <c:v>0.628</c:v>
                </c:pt>
                <c:pt idx="69">
                  <c:v>0.629</c:v>
                </c:pt>
                <c:pt idx="70">
                  <c:v>0.63</c:v>
                </c:pt>
                <c:pt idx="71">
                  <c:v>0.631</c:v>
                </c:pt>
                <c:pt idx="72">
                  <c:v>0.632</c:v>
                </c:pt>
                <c:pt idx="73">
                  <c:v>0.633</c:v>
                </c:pt>
                <c:pt idx="74">
                  <c:v>0.634</c:v>
                </c:pt>
                <c:pt idx="75">
                  <c:v>0.635</c:v>
                </c:pt>
                <c:pt idx="76">
                  <c:v>0.636</c:v>
                </c:pt>
                <c:pt idx="77">
                  <c:v>0.637</c:v>
                </c:pt>
                <c:pt idx="78">
                  <c:v>0.638</c:v>
                </c:pt>
                <c:pt idx="79">
                  <c:v>0.639</c:v>
                </c:pt>
                <c:pt idx="80">
                  <c:v>0.64</c:v>
                </c:pt>
                <c:pt idx="81">
                  <c:v>0.641</c:v>
                </c:pt>
                <c:pt idx="82">
                  <c:v>0.642</c:v>
                </c:pt>
                <c:pt idx="83">
                  <c:v>0.643</c:v>
                </c:pt>
                <c:pt idx="84">
                  <c:v>0.644</c:v>
                </c:pt>
                <c:pt idx="85">
                  <c:v>0.645</c:v>
                </c:pt>
                <c:pt idx="86">
                  <c:v>0.646</c:v>
                </c:pt>
                <c:pt idx="87">
                  <c:v>0.647</c:v>
                </c:pt>
                <c:pt idx="88">
                  <c:v>0.648</c:v>
                </c:pt>
                <c:pt idx="89">
                  <c:v>0.649</c:v>
                </c:pt>
                <c:pt idx="90">
                  <c:v>0.65</c:v>
                </c:pt>
                <c:pt idx="91">
                  <c:v>0.651</c:v>
                </c:pt>
                <c:pt idx="92">
                  <c:v>0.652</c:v>
                </c:pt>
                <c:pt idx="93">
                  <c:v>0.653</c:v>
                </c:pt>
                <c:pt idx="94">
                  <c:v>0.654</c:v>
                </c:pt>
                <c:pt idx="95">
                  <c:v>0.655</c:v>
                </c:pt>
                <c:pt idx="96">
                  <c:v>0.656</c:v>
                </c:pt>
                <c:pt idx="97">
                  <c:v>0.657</c:v>
                </c:pt>
                <c:pt idx="98">
                  <c:v>0.658</c:v>
                </c:pt>
                <c:pt idx="99">
                  <c:v>0.659</c:v>
                </c:pt>
                <c:pt idx="100">
                  <c:v>0.66</c:v>
                </c:pt>
                <c:pt idx="101">
                  <c:v>0.661</c:v>
                </c:pt>
                <c:pt idx="102">
                  <c:v>0.662</c:v>
                </c:pt>
                <c:pt idx="103">
                  <c:v>0.663</c:v>
                </c:pt>
                <c:pt idx="104">
                  <c:v>0.664</c:v>
                </c:pt>
                <c:pt idx="105">
                  <c:v>0.665</c:v>
                </c:pt>
                <c:pt idx="106">
                  <c:v>0.666</c:v>
                </c:pt>
                <c:pt idx="107">
                  <c:v>0.667</c:v>
                </c:pt>
                <c:pt idx="108">
                  <c:v>0.668</c:v>
                </c:pt>
                <c:pt idx="109">
                  <c:v>0.669</c:v>
                </c:pt>
                <c:pt idx="110">
                  <c:v>0.67</c:v>
                </c:pt>
                <c:pt idx="111">
                  <c:v>0.671</c:v>
                </c:pt>
                <c:pt idx="112">
                  <c:v>0.672</c:v>
                </c:pt>
                <c:pt idx="113">
                  <c:v>0.673</c:v>
                </c:pt>
                <c:pt idx="114">
                  <c:v>0.674</c:v>
                </c:pt>
                <c:pt idx="115">
                  <c:v>0.675</c:v>
                </c:pt>
                <c:pt idx="116">
                  <c:v>0.676</c:v>
                </c:pt>
                <c:pt idx="117">
                  <c:v>0.677</c:v>
                </c:pt>
                <c:pt idx="118">
                  <c:v>0.678</c:v>
                </c:pt>
                <c:pt idx="119">
                  <c:v>0.679</c:v>
                </c:pt>
                <c:pt idx="120">
                  <c:v>0.68</c:v>
                </c:pt>
                <c:pt idx="121">
                  <c:v>0.681</c:v>
                </c:pt>
                <c:pt idx="122">
                  <c:v>0.682</c:v>
                </c:pt>
                <c:pt idx="123">
                  <c:v>0.683</c:v>
                </c:pt>
                <c:pt idx="124">
                  <c:v>0.684</c:v>
                </c:pt>
                <c:pt idx="125">
                  <c:v>0.685</c:v>
                </c:pt>
                <c:pt idx="126">
                  <c:v>0.686</c:v>
                </c:pt>
                <c:pt idx="127">
                  <c:v>0.687</c:v>
                </c:pt>
                <c:pt idx="128">
                  <c:v>0.688</c:v>
                </c:pt>
                <c:pt idx="129">
                  <c:v>0.689</c:v>
                </c:pt>
                <c:pt idx="130">
                  <c:v>0.69</c:v>
                </c:pt>
                <c:pt idx="131">
                  <c:v>0.691</c:v>
                </c:pt>
                <c:pt idx="132">
                  <c:v>0.692</c:v>
                </c:pt>
                <c:pt idx="133">
                  <c:v>0.693</c:v>
                </c:pt>
                <c:pt idx="134">
                  <c:v>0.694</c:v>
                </c:pt>
                <c:pt idx="135">
                  <c:v>0.695</c:v>
                </c:pt>
                <c:pt idx="136">
                  <c:v>0.696</c:v>
                </c:pt>
                <c:pt idx="137">
                  <c:v>0.697</c:v>
                </c:pt>
                <c:pt idx="138">
                  <c:v>0.698</c:v>
                </c:pt>
                <c:pt idx="139">
                  <c:v>0.699</c:v>
                </c:pt>
                <c:pt idx="140">
                  <c:v>0.7</c:v>
                </c:pt>
                <c:pt idx="141">
                  <c:v>0.701</c:v>
                </c:pt>
                <c:pt idx="142">
                  <c:v>0.702</c:v>
                </c:pt>
                <c:pt idx="143">
                  <c:v>0.703</c:v>
                </c:pt>
                <c:pt idx="144">
                  <c:v>0.704</c:v>
                </c:pt>
                <c:pt idx="145">
                  <c:v>0.705</c:v>
                </c:pt>
                <c:pt idx="146">
                  <c:v>0.706</c:v>
                </c:pt>
                <c:pt idx="147">
                  <c:v>0.707</c:v>
                </c:pt>
                <c:pt idx="148">
                  <c:v>0.708</c:v>
                </c:pt>
                <c:pt idx="149">
                  <c:v>0.709</c:v>
                </c:pt>
                <c:pt idx="150">
                  <c:v>0.71</c:v>
                </c:pt>
                <c:pt idx="151">
                  <c:v>0.711</c:v>
                </c:pt>
                <c:pt idx="152">
                  <c:v>0.712</c:v>
                </c:pt>
                <c:pt idx="153">
                  <c:v>0.713</c:v>
                </c:pt>
                <c:pt idx="154">
                  <c:v>0.714</c:v>
                </c:pt>
                <c:pt idx="155">
                  <c:v>0.715</c:v>
                </c:pt>
                <c:pt idx="156">
                  <c:v>0.716</c:v>
                </c:pt>
                <c:pt idx="157">
                  <c:v>0.717</c:v>
                </c:pt>
                <c:pt idx="158">
                  <c:v>0.718</c:v>
                </c:pt>
                <c:pt idx="159">
                  <c:v>0.719</c:v>
                </c:pt>
                <c:pt idx="160">
                  <c:v>0.72</c:v>
                </c:pt>
                <c:pt idx="161">
                  <c:v>0.721</c:v>
                </c:pt>
                <c:pt idx="162">
                  <c:v>0.722</c:v>
                </c:pt>
                <c:pt idx="163">
                  <c:v>0.723</c:v>
                </c:pt>
                <c:pt idx="164">
                  <c:v>0.724</c:v>
                </c:pt>
                <c:pt idx="165">
                  <c:v>0.725</c:v>
                </c:pt>
                <c:pt idx="166">
                  <c:v>0.726</c:v>
                </c:pt>
                <c:pt idx="167">
                  <c:v>0.727</c:v>
                </c:pt>
                <c:pt idx="168">
                  <c:v>0.728</c:v>
                </c:pt>
                <c:pt idx="169">
                  <c:v>0.729</c:v>
                </c:pt>
                <c:pt idx="170">
                  <c:v>0.73</c:v>
                </c:pt>
                <c:pt idx="171">
                  <c:v>0.731</c:v>
                </c:pt>
                <c:pt idx="172">
                  <c:v>0.732</c:v>
                </c:pt>
                <c:pt idx="173">
                  <c:v>0.733</c:v>
                </c:pt>
                <c:pt idx="174">
                  <c:v>0.734</c:v>
                </c:pt>
                <c:pt idx="175">
                  <c:v>0.735</c:v>
                </c:pt>
                <c:pt idx="176">
                  <c:v>0.736</c:v>
                </c:pt>
                <c:pt idx="177">
                  <c:v>0.737</c:v>
                </c:pt>
                <c:pt idx="178">
                  <c:v>0.738</c:v>
                </c:pt>
                <c:pt idx="179">
                  <c:v>0.739</c:v>
                </c:pt>
                <c:pt idx="180">
                  <c:v>0.74</c:v>
                </c:pt>
              </c:numCache>
            </c:numRef>
          </c:xVal>
          <c:yVal>
            <c:numRef>
              <c:f>'Chart Data'!$B$2:$B$182</c:f>
              <c:numCache>
                <c:formatCode>0.0</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0.0642179292</c:v>
                </c:pt>
                <c:pt idx="39">
                  <c:v>0.1221719676</c:v>
                </c:pt>
                <c:pt idx="40">
                  <c:v>0.1743203557</c:v>
                </c:pt>
                <c:pt idx="41">
                  <c:v>0.2210915355</c:v>
                </c:pt>
                <c:pt idx="42">
                  <c:v>0.2628859675</c:v>
                </c:pt>
                <c:pt idx="43">
                  <c:v>0.3000778411</c:v>
                </c:pt>
                <c:pt idx="44">
                  <c:v>0.3330166842</c:v>
                </c:pt>
                <c:pt idx="45">
                  <c:v>0.3620288786</c:v>
                </c:pt>
                <c:pt idx="46">
                  <c:v>0.3874190871</c:v>
                </c:pt>
                <c:pt idx="47">
                  <c:v>0.4094715948</c:v>
                </c:pt>
                <c:pt idx="48">
                  <c:v>0.4284515724</c:v>
                </c:pt>
                <c:pt idx="49">
                  <c:v>0.4446062647</c:v>
                </c:pt>
                <c:pt idx="50">
                  <c:v>0.4581661081</c:v>
                </c:pt>
                <c:pt idx="51">
                  <c:v>0.469345782</c:v>
                </c:pt>
                <c:pt idx="52">
                  <c:v>0.478345198</c:v>
                </c:pt>
                <c:pt idx="53">
                  <c:v>0.4853504292</c:v>
                </c:pt>
                <c:pt idx="54">
                  <c:v>0.490534585</c:v>
                </c:pt>
                <c:pt idx="55">
                  <c:v>0.4940586329</c:v>
                </c:pt>
                <c:pt idx="56">
                  <c:v>0.4960721706</c:v>
                </c:pt>
                <c:pt idx="57">
                  <c:v>0.496714153</c:v>
                </c:pt>
                <c:pt idx="58">
                  <c:v>0.4961135738</c:v>
                </c:pt>
                <c:pt idx="59">
                  <c:v>0.4943901069</c:v>
                </c:pt>
                <c:pt idx="60">
                  <c:v>0.4916547085</c:v>
                </c:pt>
                <c:pt idx="61">
                  <c:v>0.4880101831</c:v>
                </c:pt>
                <c:pt idx="62">
                  <c:v>0.4835517142</c:v>
                </c:pt>
                <c:pt idx="63">
                  <c:v>0.4783673635</c:v>
                </c:pt>
                <c:pt idx="64">
                  <c:v>0.4725385393</c:v>
                </c:pt>
                <c:pt idx="65">
                  <c:v>0.4661404355</c:v>
                </c:pt>
                <c:pt idx="66">
                  <c:v>0.4592424445</c:v>
                </c:pt>
                <c:pt idx="67">
                  <c:v>0.4519085444</c:v>
                </c:pt>
                <c:pt idx="68">
                  <c:v>0.4441976614</c:v>
                </c:pt>
                <c:pt idx="69">
                  <c:v>0.4361640112</c:v>
                </c:pt>
                <c:pt idx="70">
                  <c:v>0.4278574176</c:v>
                </c:pt>
                <c:pt idx="71">
                  <c:v>0.4193236126</c:v>
                </c:pt>
                <c:pt idx="72">
                  <c:v>0.4106045163</c:v>
                </c:pt>
                <c:pt idx="73">
                  <c:v>0.4017385005</c:v>
                </c:pt>
                <c:pt idx="74">
                  <c:v>0.3927606349</c:v>
                </c:pt>
                <c:pt idx="75">
                  <c:v>0.3837029179</c:v>
                </c:pt>
                <c:pt idx="76">
                  <c:v>0.3745944928</c:v>
                </c:pt>
                <c:pt idx="77">
                  <c:v>0.3654618501</c:v>
                </c:pt>
                <c:pt idx="78">
                  <c:v>0.3563290169</c:v>
                </c:pt>
                <c:pt idx="79">
                  <c:v>0.3472177346</c:v>
                </c:pt>
                <c:pt idx="80">
                  <c:v>0.3381476241</c:v>
                </c:pt>
                <c:pt idx="81">
                  <c:v>0.3291363413</c:v>
                </c:pt>
                <c:pt idx="82">
                  <c:v>0.3201997219</c:v>
                </c:pt>
                <c:pt idx="83">
                  <c:v>0.3113519171</c:v>
                </c:pt>
                <c:pt idx="84">
                  <c:v>0.3026055203</c:v>
                </c:pt>
                <c:pt idx="85">
                  <c:v>0.293971685</c:v>
                </c:pt>
                <c:pt idx="86">
                  <c:v>0.2854602358</c:v>
                </c:pt>
                <c:pt idx="87">
                  <c:v>0.2770797713</c:v>
                </c:pt>
                <c:pt idx="88">
                  <c:v>0.26883776</c:v>
                </c:pt>
                <c:pt idx="89">
                  <c:v>0.2607406306</c:v>
                </c:pt>
                <c:pt idx="90">
                  <c:v>0.2527938554</c:v>
                </c:pt>
                <c:pt idx="91">
                  <c:v>0.2450020282</c:v>
                </c:pt>
                <c:pt idx="92">
                  <c:v>0.2373689371</c:v>
                </c:pt>
                <c:pt idx="93">
                  <c:v>0.2298976323</c:v>
                </c:pt>
                <c:pt idx="94">
                  <c:v>0.2225904888</c:v>
                </c:pt>
                <c:pt idx="95">
                  <c:v>0.215449265</c:v>
                </c:pt>
                <c:pt idx="96">
                  <c:v>0.2084751576</c:v>
                </c:pt>
                <c:pt idx="97">
                  <c:v>0.2016688518</c:v>
                </c:pt>
                <c:pt idx="98">
                  <c:v>0.1950305682</c:v>
                </c:pt>
                <c:pt idx="99">
                  <c:v>0.1885601072</c:v>
                </c:pt>
                <c:pt idx="100">
                  <c:v>0.1822568888</c:v>
                </c:pt>
                <c:pt idx="101">
                  <c:v>0.1761199903</c:v>
                </c:pt>
                <c:pt idx="102">
                  <c:v>0.1701481813</c:v>
                </c:pt>
                <c:pt idx="103">
                  <c:v>0.1643399559</c:v>
                </c:pt>
                <c:pt idx="104">
                  <c:v>0.1586935623</c:v>
                </c:pt>
                <c:pt idx="105">
                  <c:v>0.1532070305</c:v>
                </c:pt>
                <c:pt idx="106">
                  <c:v>0.1478781978</c:v>
                </c:pt>
                <c:pt idx="107">
                  <c:v>0.142704732</c:v>
                </c:pt>
                <c:pt idx="108">
                  <c:v>0.1376841535</c:v>
                </c:pt>
                <c:pt idx="109">
                  <c:v>0.132813855</c:v>
                </c:pt>
                <c:pt idx="110">
                  <c:v>0.1280911197</c:v>
                </c:pt>
                <c:pt idx="111">
                  <c:v>0.1235131386</c:v>
                </c:pt>
                <c:pt idx="112">
                  <c:v>0.1190770254</c:v>
                </c:pt>
                <c:pt idx="113">
                  <c:v>0.1147798313</c:v>
                </c:pt>
                <c:pt idx="114">
                  <c:v>0.1106185575</c:v>
                </c:pt>
                <c:pt idx="115">
                  <c:v>0.1065901674</c:v>
                </c:pt>
                <c:pt idx="116">
                  <c:v>0.1026915972</c:v>
                </c:pt>
                <c:pt idx="117">
                  <c:v>0.098919766</c:v>
                </c:pt>
                <c:pt idx="118">
                  <c:v>0.0952715845</c:v>
                </c:pt>
                <c:pt idx="119">
                  <c:v>0.0917439633</c:v>
                </c:pt>
                <c:pt idx="120">
                  <c:v>0.0883338203</c:v>
                </c:pt>
                <c:pt idx="121">
                  <c:v>0.0850380872</c:v>
                </c:pt>
                <c:pt idx="122">
                  <c:v>0.0818537157</c:v>
                </c:pt>
                <c:pt idx="123">
                  <c:v>0.0787776824</c:v>
                </c:pt>
                <c:pt idx="124">
                  <c:v>0.0758069943</c:v>
                </c:pt>
                <c:pt idx="125">
                  <c:v>0.0729386923</c:v>
                </c:pt>
                <c:pt idx="126">
                  <c:v>0.0701698556</c:v>
                </c:pt>
                <c:pt idx="127">
                  <c:v>0.0674976048</c:v>
                </c:pt>
                <c:pt idx="128">
                  <c:v>0.0649191045</c:v>
                </c:pt>
                <c:pt idx="129">
                  <c:v>0.0624315664</c:v>
                </c:pt>
                <c:pt idx="130">
                  <c:v>0.0600322511</c:v>
                </c:pt>
                <c:pt idx="131">
                  <c:v>0.0577184699</c:v>
                </c:pt>
                <c:pt idx="132">
                  <c:v>0.0554875868</c:v>
                </c:pt>
                <c:pt idx="133">
                  <c:v>0.0533370192</c:v>
                </c:pt>
                <c:pt idx="134">
                  <c:v>0.0512642394</c:v>
                </c:pt>
                <c:pt idx="135">
                  <c:v>0.0492667751</c:v>
                </c:pt>
                <c:pt idx="136">
                  <c:v>0.0473422103</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Weighted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0.3"/>
      </c:valAx>
      <c:valAx>
        <c:axId val="48650112"/>
        <c:scaling>
          <c:orientation val="minMax"/>
          <c:max val="0.74"/>
          <c:min val="0.56"/>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Event 1</c:v>
          </c:tx>
          <c:spPr>
            <a:ln xmlns:a="http://schemas.openxmlformats.org/drawingml/2006/main" w="20955">
              <a:solidFill>
                <a:srgbClr val="176B87"/>
              </a:solidFill>
            </a:ln>
          </c:spPr>
          <c:marker>
            <c:symbol val="none"/>
          </c:marker>
          <c:xVal>
            <c:numRef>
              <c:f>'Chart Data'!$A$2:$A$232</c:f>
              <c:numCache>
                <c:formatCode>General</c:formatCode>
                <c:ptCount val="231"/>
                <c:pt idx="0">
                  <c:v>0.38</c:v>
                </c:pt>
                <c:pt idx="1">
                  <c:v>0.381</c:v>
                </c:pt>
                <c:pt idx="2">
                  <c:v>0.382</c:v>
                </c:pt>
                <c:pt idx="3">
                  <c:v>0.383</c:v>
                </c:pt>
                <c:pt idx="4">
                  <c:v>0.384</c:v>
                </c:pt>
                <c:pt idx="5">
                  <c:v>0.385</c:v>
                </c:pt>
                <c:pt idx="6">
                  <c:v>0.386</c:v>
                </c:pt>
                <c:pt idx="7">
                  <c:v>0.387</c:v>
                </c:pt>
                <c:pt idx="8">
                  <c:v>0.388</c:v>
                </c:pt>
                <c:pt idx="9">
                  <c:v>0.389</c:v>
                </c:pt>
                <c:pt idx="10">
                  <c:v>0.39</c:v>
                </c:pt>
                <c:pt idx="11">
                  <c:v>0.391</c:v>
                </c:pt>
                <c:pt idx="12">
                  <c:v>0.392</c:v>
                </c:pt>
                <c:pt idx="13">
                  <c:v>0.393</c:v>
                </c:pt>
                <c:pt idx="14">
                  <c:v>0.394</c:v>
                </c:pt>
                <c:pt idx="15">
                  <c:v>0.395</c:v>
                </c:pt>
                <c:pt idx="16">
                  <c:v>0.396</c:v>
                </c:pt>
                <c:pt idx="17">
                  <c:v>0.397</c:v>
                </c:pt>
                <c:pt idx="18">
                  <c:v>0.398</c:v>
                </c:pt>
                <c:pt idx="19">
                  <c:v>0.399</c:v>
                </c:pt>
                <c:pt idx="20">
                  <c:v>0.4</c:v>
                </c:pt>
                <c:pt idx="21">
                  <c:v>0.401</c:v>
                </c:pt>
                <c:pt idx="22">
                  <c:v>0.402</c:v>
                </c:pt>
                <c:pt idx="23">
                  <c:v>0.403</c:v>
                </c:pt>
                <c:pt idx="24">
                  <c:v>0.404</c:v>
                </c:pt>
                <c:pt idx="25">
                  <c:v>0.405</c:v>
                </c:pt>
                <c:pt idx="26">
                  <c:v>0.406</c:v>
                </c:pt>
                <c:pt idx="27">
                  <c:v>0.407</c:v>
                </c:pt>
                <c:pt idx="28">
                  <c:v>0.408</c:v>
                </c:pt>
                <c:pt idx="29">
                  <c:v>0.409</c:v>
                </c:pt>
                <c:pt idx="30">
                  <c:v>0.41</c:v>
                </c:pt>
                <c:pt idx="31">
                  <c:v>0.411</c:v>
                </c:pt>
                <c:pt idx="32">
                  <c:v>0.412</c:v>
                </c:pt>
                <c:pt idx="33">
                  <c:v>0.413</c:v>
                </c:pt>
                <c:pt idx="34">
                  <c:v>0.414</c:v>
                </c:pt>
                <c:pt idx="35">
                  <c:v>0.415</c:v>
                </c:pt>
                <c:pt idx="36">
                  <c:v>0.416</c:v>
                </c:pt>
                <c:pt idx="37">
                  <c:v>0.417</c:v>
                </c:pt>
                <c:pt idx="38">
                  <c:v>0.418</c:v>
                </c:pt>
                <c:pt idx="39">
                  <c:v>0.419</c:v>
                </c:pt>
                <c:pt idx="40">
                  <c:v>0.42</c:v>
                </c:pt>
                <c:pt idx="41">
                  <c:v>0.421</c:v>
                </c:pt>
                <c:pt idx="42">
                  <c:v>0.422</c:v>
                </c:pt>
                <c:pt idx="43">
                  <c:v>0.423</c:v>
                </c:pt>
                <c:pt idx="44">
                  <c:v>0.424</c:v>
                </c:pt>
                <c:pt idx="45">
                  <c:v>0.425</c:v>
                </c:pt>
                <c:pt idx="46">
                  <c:v>0.426</c:v>
                </c:pt>
                <c:pt idx="47">
                  <c:v>0.427</c:v>
                </c:pt>
                <c:pt idx="48">
                  <c:v>0.428</c:v>
                </c:pt>
                <c:pt idx="49">
                  <c:v>0.429</c:v>
                </c:pt>
                <c:pt idx="50">
                  <c:v>0.43</c:v>
                </c:pt>
                <c:pt idx="51">
                  <c:v>0.431</c:v>
                </c:pt>
                <c:pt idx="52">
                  <c:v>0.432</c:v>
                </c:pt>
                <c:pt idx="53">
                  <c:v>0.433</c:v>
                </c:pt>
                <c:pt idx="54">
                  <c:v>0.434</c:v>
                </c:pt>
                <c:pt idx="55">
                  <c:v>0.435</c:v>
                </c:pt>
                <c:pt idx="56">
                  <c:v>0.436</c:v>
                </c:pt>
                <c:pt idx="57">
                  <c:v>0.437</c:v>
                </c:pt>
                <c:pt idx="58">
                  <c:v>0.438</c:v>
                </c:pt>
                <c:pt idx="59">
                  <c:v>0.439</c:v>
                </c:pt>
                <c:pt idx="60">
                  <c:v>0.44</c:v>
                </c:pt>
                <c:pt idx="61">
                  <c:v>0.441</c:v>
                </c:pt>
                <c:pt idx="62">
                  <c:v>0.442</c:v>
                </c:pt>
                <c:pt idx="63">
                  <c:v>0.443</c:v>
                </c:pt>
                <c:pt idx="64">
                  <c:v>0.444</c:v>
                </c:pt>
                <c:pt idx="65">
                  <c:v>0.445</c:v>
                </c:pt>
                <c:pt idx="66">
                  <c:v>0.446</c:v>
                </c:pt>
                <c:pt idx="67">
                  <c:v>0.447</c:v>
                </c:pt>
                <c:pt idx="68">
                  <c:v>0.448</c:v>
                </c:pt>
                <c:pt idx="69">
                  <c:v>0.449</c:v>
                </c:pt>
                <c:pt idx="70">
                  <c:v>0.45</c:v>
                </c:pt>
                <c:pt idx="71">
                  <c:v>0.451</c:v>
                </c:pt>
                <c:pt idx="72">
                  <c:v>0.452</c:v>
                </c:pt>
                <c:pt idx="73">
                  <c:v>0.453</c:v>
                </c:pt>
                <c:pt idx="74">
                  <c:v>0.454</c:v>
                </c:pt>
                <c:pt idx="75">
                  <c:v>0.455</c:v>
                </c:pt>
                <c:pt idx="76">
                  <c:v>0.456</c:v>
                </c:pt>
                <c:pt idx="77">
                  <c:v>0.457</c:v>
                </c:pt>
                <c:pt idx="78">
                  <c:v>0.458</c:v>
                </c:pt>
                <c:pt idx="79">
                  <c:v>0.459</c:v>
                </c:pt>
                <c:pt idx="80">
                  <c:v>0.46</c:v>
                </c:pt>
                <c:pt idx="81">
                  <c:v>0.461</c:v>
                </c:pt>
                <c:pt idx="82">
                  <c:v>0.462</c:v>
                </c:pt>
                <c:pt idx="83">
                  <c:v>0.463</c:v>
                </c:pt>
                <c:pt idx="84">
                  <c:v>0.464</c:v>
                </c:pt>
                <c:pt idx="85">
                  <c:v>0.465</c:v>
                </c:pt>
                <c:pt idx="86">
                  <c:v>0.466</c:v>
                </c:pt>
                <c:pt idx="87">
                  <c:v>0.467</c:v>
                </c:pt>
                <c:pt idx="88">
                  <c:v>0.468</c:v>
                </c:pt>
                <c:pt idx="89">
                  <c:v>0.469</c:v>
                </c:pt>
                <c:pt idx="90">
                  <c:v>0.47</c:v>
                </c:pt>
                <c:pt idx="91">
                  <c:v>0.471</c:v>
                </c:pt>
                <c:pt idx="92">
                  <c:v>0.472</c:v>
                </c:pt>
                <c:pt idx="93">
                  <c:v>0.473</c:v>
                </c:pt>
                <c:pt idx="94">
                  <c:v>0.474</c:v>
                </c:pt>
                <c:pt idx="95">
                  <c:v>0.475</c:v>
                </c:pt>
                <c:pt idx="96">
                  <c:v>0.476</c:v>
                </c:pt>
                <c:pt idx="97">
                  <c:v>0.477</c:v>
                </c:pt>
                <c:pt idx="98">
                  <c:v>0.478</c:v>
                </c:pt>
                <c:pt idx="99">
                  <c:v>0.479</c:v>
                </c:pt>
                <c:pt idx="100">
                  <c:v>0.48</c:v>
                </c:pt>
                <c:pt idx="101">
                  <c:v>0.481</c:v>
                </c:pt>
                <c:pt idx="102">
                  <c:v>0.482</c:v>
                </c:pt>
                <c:pt idx="103">
                  <c:v>0.483</c:v>
                </c:pt>
                <c:pt idx="104">
                  <c:v>0.484</c:v>
                </c:pt>
                <c:pt idx="105">
                  <c:v>0.485</c:v>
                </c:pt>
                <c:pt idx="106">
                  <c:v>0.486</c:v>
                </c:pt>
                <c:pt idx="107">
                  <c:v>0.487</c:v>
                </c:pt>
                <c:pt idx="108">
                  <c:v>0.488</c:v>
                </c:pt>
                <c:pt idx="109">
                  <c:v>0.489</c:v>
                </c:pt>
                <c:pt idx="110">
                  <c:v>0.49</c:v>
                </c:pt>
                <c:pt idx="111">
                  <c:v>0.491</c:v>
                </c:pt>
                <c:pt idx="112">
                  <c:v>0.492</c:v>
                </c:pt>
                <c:pt idx="113">
                  <c:v>0.493</c:v>
                </c:pt>
                <c:pt idx="114">
                  <c:v>0.494</c:v>
                </c:pt>
                <c:pt idx="115">
                  <c:v>0.495</c:v>
                </c:pt>
                <c:pt idx="116">
                  <c:v>0.496</c:v>
                </c:pt>
                <c:pt idx="117">
                  <c:v>0.497</c:v>
                </c:pt>
                <c:pt idx="118">
                  <c:v>0.498</c:v>
                </c:pt>
                <c:pt idx="119">
                  <c:v>0.499</c:v>
                </c:pt>
                <c:pt idx="120">
                  <c:v>0.5</c:v>
                </c:pt>
                <c:pt idx="121">
                  <c:v>0.501</c:v>
                </c:pt>
                <c:pt idx="122">
                  <c:v>0.502</c:v>
                </c:pt>
                <c:pt idx="123">
                  <c:v>0.503</c:v>
                </c:pt>
                <c:pt idx="124">
                  <c:v>0.504</c:v>
                </c:pt>
                <c:pt idx="125">
                  <c:v>0.505</c:v>
                </c:pt>
                <c:pt idx="126">
                  <c:v>0.506</c:v>
                </c:pt>
                <c:pt idx="127">
                  <c:v>0.507</c:v>
                </c:pt>
                <c:pt idx="128">
                  <c:v>0.508</c:v>
                </c:pt>
                <c:pt idx="129">
                  <c:v>0.509</c:v>
                </c:pt>
                <c:pt idx="130">
                  <c:v>0.51</c:v>
                </c:pt>
                <c:pt idx="131">
                  <c:v>0.511</c:v>
                </c:pt>
                <c:pt idx="132">
                  <c:v>0.512</c:v>
                </c:pt>
                <c:pt idx="133">
                  <c:v>0.513</c:v>
                </c:pt>
                <c:pt idx="134">
                  <c:v>0.514</c:v>
                </c:pt>
                <c:pt idx="135">
                  <c:v>0.515</c:v>
                </c:pt>
                <c:pt idx="136">
                  <c:v>0.516</c:v>
                </c:pt>
                <c:pt idx="137">
                  <c:v>0.517</c:v>
                </c:pt>
                <c:pt idx="138">
                  <c:v>0.518</c:v>
                </c:pt>
                <c:pt idx="139">
                  <c:v>0.519</c:v>
                </c:pt>
                <c:pt idx="140">
                  <c:v>0.52</c:v>
                </c:pt>
                <c:pt idx="141">
                  <c:v>0.521</c:v>
                </c:pt>
                <c:pt idx="142">
                  <c:v>0.522</c:v>
                </c:pt>
                <c:pt idx="143">
                  <c:v>0.523</c:v>
                </c:pt>
                <c:pt idx="144">
                  <c:v>0.524</c:v>
                </c:pt>
                <c:pt idx="145">
                  <c:v>0.525</c:v>
                </c:pt>
                <c:pt idx="146">
                  <c:v>0.526</c:v>
                </c:pt>
                <c:pt idx="147">
                  <c:v>0.527</c:v>
                </c:pt>
                <c:pt idx="148">
                  <c:v>0.528</c:v>
                </c:pt>
                <c:pt idx="149">
                  <c:v>0.529</c:v>
                </c:pt>
                <c:pt idx="150">
                  <c:v>0.53</c:v>
                </c:pt>
                <c:pt idx="151">
                  <c:v>0.531</c:v>
                </c:pt>
                <c:pt idx="152">
                  <c:v>0.532</c:v>
                </c:pt>
                <c:pt idx="153">
                  <c:v>0.533</c:v>
                </c:pt>
                <c:pt idx="154">
                  <c:v>0.534</c:v>
                </c:pt>
                <c:pt idx="155">
                  <c:v>0.535</c:v>
                </c:pt>
                <c:pt idx="156">
                  <c:v>0.536</c:v>
                </c:pt>
                <c:pt idx="157">
                  <c:v>0.537</c:v>
                </c:pt>
                <c:pt idx="158">
                  <c:v>0.538</c:v>
                </c:pt>
                <c:pt idx="159">
                  <c:v>0.539</c:v>
                </c:pt>
                <c:pt idx="160">
                  <c:v>0.54</c:v>
                </c:pt>
                <c:pt idx="161">
                  <c:v>0.541</c:v>
                </c:pt>
                <c:pt idx="162">
                  <c:v>0.542</c:v>
                </c:pt>
                <c:pt idx="163">
                  <c:v>0.543</c:v>
                </c:pt>
                <c:pt idx="164">
                  <c:v>0.544</c:v>
                </c:pt>
                <c:pt idx="165">
                  <c:v>0.545</c:v>
                </c:pt>
                <c:pt idx="166">
                  <c:v>0.546</c:v>
                </c:pt>
                <c:pt idx="167">
                  <c:v>0.547</c:v>
                </c:pt>
                <c:pt idx="168">
                  <c:v>0.548</c:v>
                </c:pt>
                <c:pt idx="169">
                  <c:v>0.549</c:v>
                </c:pt>
                <c:pt idx="170">
                  <c:v>0.55</c:v>
                </c:pt>
                <c:pt idx="171">
                  <c:v>0.551</c:v>
                </c:pt>
                <c:pt idx="172">
                  <c:v>0.552</c:v>
                </c:pt>
                <c:pt idx="173">
                  <c:v>0.553</c:v>
                </c:pt>
                <c:pt idx="174">
                  <c:v>0.554</c:v>
                </c:pt>
                <c:pt idx="175">
                  <c:v>0.555</c:v>
                </c:pt>
                <c:pt idx="176">
                  <c:v>0.556</c:v>
                </c:pt>
                <c:pt idx="177">
                  <c:v>0.557</c:v>
                </c:pt>
                <c:pt idx="178">
                  <c:v>0.558</c:v>
                </c:pt>
                <c:pt idx="179">
                  <c:v>0.559</c:v>
                </c:pt>
                <c:pt idx="180">
                  <c:v>0.56</c:v>
                </c:pt>
                <c:pt idx="181">
                  <c:v>0.561</c:v>
                </c:pt>
                <c:pt idx="182">
                  <c:v>0.562</c:v>
                </c:pt>
                <c:pt idx="183">
                  <c:v>0.563</c:v>
                </c:pt>
                <c:pt idx="184">
                  <c:v>0.564</c:v>
                </c:pt>
                <c:pt idx="185">
                  <c:v>0.565</c:v>
                </c:pt>
                <c:pt idx="186">
                  <c:v>0.566</c:v>
                </c:pt>
                <c:pt idx="187">
                  <c:v>0.567</c:v>
                </c:pt>
                <c:pt idx="188">
                  <c:v>0.568</c:v>
                </c:pt>
                <c:pt idx="189">
                  <c:v>0.569</c:v>
                </c:pt>
                <c:pt idx="190">
                  <c:v>0.57</c:v>
                </c:pt>
                <c:pt idx="191">
                  <c:v>0.571</c:v>
                </c:pt>
                <c:pt idx="192">
                  <c:v>0.572</c:v>
                </c:pt>
                <c:pt idx="193">
                  <c:v>0.573</c:v>
                </c:pt>
                <c:pt idx="194">
                  <c:v>0.574</c:v>
                </c:pt>
                <c:pt idx="195">
                  <c:v>0.575</c:v>
                </c:pt>
                <c:pt idx="196">
                  <c:v>0.576</c:v>
                </c:pt>
                <c:pt idx="197">
                  <c:v>0.577</c:v>
                </c:pt>
                <c:pt idx="198">
                  <c:v>0.578</c:v>
                </c:pt>
                <c:pt idx="199">
                  <c:v>0.579</c:v>
                </c:pt>
                <c:pt idx="200">
                  <c:v>0.58</c:v>
                </c:pt>
                <c:pt idx="201">
                  <c:v>0.581</c:v>
                </c:pt>
                <c:pt idx="202">
                  <c:v>0.582</c:v>
                </c:pt>
                <c:pt idx="203">
                  <c:v>0.583</c:v>
                </c:pt>
                <c:pt idx="204">
                  <c:v>0.584</c:v>
                </c:pt>
                <c:pt idx="205">
                  <c:v>0.585</c:v>
                </c:pt>
                <c:pt idx="206">
                  <c:v>0.586</c:v>
                </c:pt>
                <c:pt idx="207">
                  <c:v>0.587</c:v>
                </c:pt>
                <c:pt idx="208">
                  <c:v>0.588</c:v>
                </c:pt>
                <c:pt idx="209">
                  <c:v>0.589</c:v>
                </c:pt>
                <c:pt idx="210">
                  <c:v>0.59</c:v>
                </c:pt>
                <c:pt idx="211">
                  <c:v>0.591</c:v>
                </c:pt>
                <c:pt idx="212">
                  <c:v>0.592</c:v>
                </c:pt>
                <c:pt idx="213">
                  <c:v>0.593</c:v>
                </c:pt>
                <c:pt idx="214">
                  <c:v>0.594</c:v>
                </c:pt>
                <c:pt idx="215">
                  <c:v>0.595</c:v>
                </c:pt>
                <c:pt idx="216">
                  <c:v>0.596</c:v>
                </c:pt>
                <c:pt idx="217">
                  <c:v>0.597</c:v>
                </c:pt>
                <c:pt idx="218">
                  <c:v>0.598</c:v>
                </c:pt>
                <c:pt idx="219">
                  <c:v>0.599</c:v>
                </c:pt>
                <c:pt idx="220">
                  <c:v>0.6</c:v>
                </c:pt>
                <c:pt idx="221">
                  <c:v>0.601</c:v>
                </c:pt>
                <c:pt idx="222">
                  <c:v>0.602</c:v>
                </c:pt>
                <c:pt idx="223">
                  <c:v>0.603</c:v>
                </c:pt>
                <c:pt idx="224">
                  <c:v>0.604</c:v>
                </c:pt>
                <c:pt idx="225">
                  <c:v>0.605</c:v>
                </c:pt>
                <c:pt idx="226">
                  <c:v>0.606</c:v>
                </c:pt>
                <c:pt idx="227">
                  <c:v>0.607</c:v>
                </c:pt>
                <c:pt idx="228">
                  <c:v>0.608</c:v>
                </c:pt>
                <c:pt idx="229">
                  <c:v>0.609</c:v>
                </c:pt>
                <c:pt idx="230">
                  <c:v>0.61</c:v>
                </c:pt>
              </c:numCache>
            </c:numRef>
          </c:xVal>
          <c:yVal>
            <c:numRef>
              <c:f>'Chart Data'!$B$2:$B$232</c:f>
              <c:numCache>
                <c:formatCode>0.0</c:formatCode>
                <c:ptCount val="2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0.0312822091</c:v>
                </c:pt>
                <c:pt idx="27">
                  <c:v>0.0595131156</c:v>
                </c:pt>
                <c:pt idx="28">
                  <c:v>0.08491594</c:v>
                </c:pt>
                <c:pt idx="29">
                  <c:v>0.1076993877</c:v>
                </c:pt>
                <c:pt idx="30">
                  <c:v>0.1280585332</c:v>
                </c:pt>
                <c:pt idx="31">
                  <c:v>0.1461756538</c:v>
                </c:pt>
                <c:pt idx="32">
                  <c:v>0.1622210136</c:v>
                </c:pt>
                <c:pt idx="33">
                  <c:v>0.1763536016</c:v>
                </c:pt>
                <c:pt idx="34">
                  <c:v>0.1887218268</c:v>
                </c:pt>
                <c:pt idx="35">
                  <c:v>0.1994641719</c:v>
                </c:pt>
                <c:pt idx="36">
                  <c:v>0.2087098084</c:v>
                </c:pt>
                <c:pt idx="37">
                  <c:v>0.2165791756</c:v>
                </c:pt>
                <c:pt idx="38">
                  <c:v>0.2231845249</c:v>
                </c:pt>
                <c:pt idx="39">
                  <c:v>0.2286304324</c:v>
                </c:pt>
                <c:pt idx="40">
                  <c:v>0.2330142799</c:v>
                </c:pt>
                <c:pt idx="41">
                  <c:v>0.2364267087</c:v>
                </c:pt>
                <c:pt idx="42">
                  <c:v>0.2389520447</c:v>
                </c:pt>
                <c:pt idx="43">
                  <c:v>0.2406686992</c:v>
                </c:pt>
                <c:pt idx="44">
                  <c:v>0.2416495454</c:v>
                </c:pt>
                <c:pt idx="45">
                  <c:v>0.2419622716</c:v>
                </c:pt>
                <c:pt idx="46">
                  <c:v>0.2416697139</c:v>
                </c:pt>
                <c:pt idx="47">
                  <c:v>0.2408301688</c:v>
                </c:pt>
                <c:pt idx="48">
                  <c:v>0.2394976857</c:v>
                </c:pt>
                <c:pt idx="49">
                  <c:v>0.2377223434</c:v>
                </c:pt>
                <c:pt idx="50">
                  <c:v>0.2355505082</c:v>
                </c:pt>
                <c:pt idx="51">
                  <c:v>0.2330250773</c:v>
                </c:pt>
                <c:pt idx="52">
                  <c:v>0.2301857068</c:v>
                </c:pt>
                <c:pt idx="53">
                  <c:v>0.2270690254</c:v>
                </c:pt>
                <c:pt idx="54">
                  <c:v>0.2237088362</c:v>
                </c:pt>
                <c:pt idx="55">
                  <c:v>0.2201363043</c:v>
                </c:pt>
                <c:pt idx="56">
                  <c:v>0.2163801344</c:v>
                </c:pt>
                <c:pt idx="57">
                  <c:v>0.2124667362</c:v>
                </c:pt>
                <c:pt idx="58">
                  <c:v>0.2084203803</c:v>
                </c:pt>
                <c:pt idx="59">
                  <c:v>0.2042633438</c:v>
                </c:pt>
                <c:pt idx="60">
                  <c:v>0.2000160472</c:v>
                </c:pt>
                <c:pt idx="61">
                  <c:v>0.1956971823</c:v>
                </c:pt>
                <c:pt idx="62">
                  <c:v>0.1913238325</c:v>
                </c:pt>
                <c:pt idx="63">
                  <c:v>0.186911585</c:v>
                </c:pt>
                <c:pt idx="64">
                  <c:v>0.1824746363</c:v>
                </c:pt>
                <c:pt idx="65">
                  <c:v>0.1780258905</c:v>
                </c:pt>
                <c:pt idx="66">
                  <c:v>0.173577052</c:v>
                </c:pt>
                <c:pt idx="67">
                  <c:v>0.1691387115</c:v>
                </c:pt>
                <c:pt idx="68">
                  <c:v>0.1647204268</c:v>
                </c:pt>
                <c:pt idx="69">
                  <c:v>0.1603307985</c:v>
                </c:pt>
                <c:pt idx="70">
                  <c:v>0.1559775408</c:v>
                </c:pt>
                <c:pt idx="71">
                  <c:v>0.1516675469</c:v>
                </c:pt>
                <c:pt idx="72">
                  <c:v>0.1474069515</c:v>
                </c:pt>
                <c:pt idx="73">
                  <c:v>0.1432011877</c:v>
                </c:pt>
                <c:pt idx="74">
                  <c:v>0.1390550414</c:v>
                </c:pt>
                <c:pt idx="75">
                  <c:v>0.134972701</c:v>
                </c:pt>
                <c:pt idx="76">
                  <c:v>0.1309578048</c:v>
                </c:pt>
                <c:pt idx="77">
                  <c:v>0.1270134843</c:v>
                </c:pt>
                <c:pt idx="78">
                  <c:v>0.1231424052</c:v>
                </c:pt>
                <c:pt idx="79">
                  <c:v>0.1193468052</c:v>
                </c:pt>
                <c:pt idx="80">
                  <c:v>0.1156285298</c:v>
                </c:pt>
                <c:pt idx="81">
                  <c:v>0.1119890645</c:v>
                </c:pt>
                <c:pt idx="82">
                  <c:v>0.1084295665</c:v>
                </c:pt>
                <c:pt idx="83">
                  <c:v>0.1049508923</c:v>
                </c:pt>
                <c:pt idx="84">
                  <c:v>0.1015536248</c:v>
                </c:pt>
                <c:pt idx="85">
                  <c:v>0.0982380977</c:v>
                </c:pt>
                <c:pt idx="86">
                  <c:v>0.0950044186</c:v>
                </c:pt>
                <c:pt idx="87">
                  <c:v>0.0918524902</c:v>
                </c:pt>
                <c:pt idx="88">
                  <c:v>0.08878203</c:v>
                </c:pt>
                <c:pt idx="89">
                  <c:v>0.0857925885</c:v>
                </c:pt>
                <c:pt idx="90">
                  <c:v>0.0828835663</c:v>
                </c:pt>
                <c:pt idx="91">
                  <c:v>0.08005423</c:v>
                </c:pt>
                <c:pt idx="92">
                  <c:v>0.0773037261</c:v>
                </c:pt>
                <c:pt idx="93">
                  <c:v>0.074631095</c:v>
                </c:pt>
                <c:pt idx="94">
                  <c:v>0.0720352831</c:v>
                </c:pt>
                <c:pt idx="95">
                  <c:v>0.0695151545</c:v>
                </c:pt>
                <c:pt idx="96">
                  <c:v>0.0670695013</c:v>
                </c:pt>
                <c:pt idx="97">
                  <c:v>0.0646970533</c:v>
                </c:pt>
                <c:pt idx="98">
                  <c:v>0.0623964872</c:v>
                </c:pt>
                <c:pt idx="99">
                  <c:v>0.0601664345</c:v>
                </c:pt>
                <c:pt idx="100">
                  <c:v>0.0580054894</c:v>
                </c:pt>
                <c:pt idx="101">
                  <c:v>0.0559122154</c:v>
                </c:pt>
                <c:pt idx="102">
                  <c:v>0.0538851516</c:v>
                </c:pt>
                <c:pt idx="103">
                  <c:v>0.0519228189</c:v>
                </c:pt>
                <c:pt idx="104">
                  <c:v>0.0500237249</c:v>
                </c:pt>
                <c:pt idx="105">
                  <c:v>0.0481863686</c:v>
                </c:pt>
                <c:pt idx="106">
                  <c:v>0.0464092453</c:v>
                </c:pt>
                <c:pt idx="107">
                  <c:v>0.0446908501</c:v>
                </c:pt>
                <c:pt idx="108">
                  <c:v>0.0430296815</c:v>
                </c:pt>
                <c:pt idx="109">
                  <c:v>0.041424245</c:v>
                </c:pt>
                <c:pt idx="110">
                  <c:v>0.0398730555</c:v>
                </c:pt>
                <c:pt idx="111">
                  <c:v>0.0383746404</c:v>
                </c:pt>
                <c:pt idx="112">
                  <c:v>0.0369275416</c:v>
                </c:pt>
                <c:pt idx="113">
                  <c:v>0.0355303177</c:v>
                </c:pt>
                <c:pt idx="114">
                  <c:v>0.034181546</c:v>
                </c:pt>
                <c:pt idx="115">
                  <c:v>0.0328798237</c:v>
                </c:pt>
                <c:pt idx="116">
                  <c:v>0.0316237697</c:v>
                </c:pt>
                <c:pt idx="117">
                  <c:v>0.0304120258</c:v>
                </c:pt>
                <c:pt idx="118">
                  <c:v>0.0292432574</c:v>
                </c:pt>
                <c:pt idx="119">
                  <c:v>0.0281161549</c:v>
                </c:pt>
                <c:pt idx="120">
                  <c:v>0.0270294342</c:v>
                </c:pt>
                <c:pt idx="121">
                  <c:v>0.0259818373</c:v>
                </c:pt>
                <c:pt idx="122">
                  <c:v>0.0249721328</c:v>
                </c:pt>
                <c:pt idx="123">
                  <c:v>0.0239991165</c:v>
                </c:pt>
                <c:pt idx="124">
                  <c:v>0.0230616113</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numCache>
            </c:numRef>
          </c:yVal>
        </c:ser>
        <c:ser>
          <c:idx val="1"/>
          <c:order val="1"/>
          <c:tx>
            <c:v>Event 2</c:v>
          </c:tx>
          <c:spPr>
            <a:ln xmlns:a="http://schemas.openxmlformats.org/drawingml/2006/main" w="20955">
              <a:solidFill>
                <a:srgbClr val="C26630"/>
              </a:solidFill>
            </a:ln>
          </c:spPr>
          <c:marker>
            <c:symbol val="none"/>
          </c:marker>
          <c:xVal>
            <c:numRef>
              <c:f>'Chart Data'!$C$2:$C$232</c:f>
              <c:numCache>
                <c:formatCode>General</c:formatCode>
                <c:ptCount val="231"/>
                <c:pt idx="0">
                  <c:v>0.38</c:v>
                </c:pt>
                <c:pt idx="1">
                  <c:v>0.381</c:v>
                </c:pt>
                <c:pt idx="2">
                  <c:v>0.382</c:v>
                </c:pt>
                <c:pt idx="3">
                  <c:v>0.383</c:v>
                </c:pt>
                <c:pt idx="4">
                  <c:v>0.384</c:v>
                </c:pt>
                <c:pt idx="5">
                  <c:v>0.385</c:v>
                </c:pt>
                <c:pt idx="6">
                  <c:v>0.386</c:v>
                </c:pt>
                <c:pt idx="7">
                  <c:v>0.387</c:v>
                </c:pt>
                <c:pt idx="8">
                  <c:v>0.388</c:v>
                </c:pt>
                <c:pt idx="9">
                  <c:v>0.389</c:v>
                </c:pt>
                <c:pt idx="10">
                  <c:v>0.39</c:v>
                </c:pt>
                <c:pt idx="11">
                  <c:v>0.391</c:v>
                </c:pt>
                <c:pt idx="12">
                  <c:v>0.392</c:v>
                </c:pt>
                <c:pt idx="13">
                  <c:v>0.393</c:v>
                </c:pt>
                <c:pt idx="14">
                  <c:v>0.394</c:v>
                </c:pt>
                <c:pt idx="15">
                  <c:v>0.395</c:v>
                </c:pt>
                <c:pt idx="16">
                  <c:v>0.396</c:v>
                </c:pt>
                <c:pt idx="17">
                  <c:v>0.397</c:v>
                </c:pt>
                <c:pt idx="18">
                  <c:v>0.398</c:v>
                </c:pt>
                <c:pt idx="19">
                  <c:v>0.399</c:v>
                </c:pt>
                <c:pt idx="20">
                  <c:v>0.4</c:v>
                </c:pt>
                <c:pt idx="21">
                  <c:v>0.401</c:v>
                </c:pt>
                <c:pt idx="22">
                  <c:v>0.402</c:v>
                </c:pt>
                <c:pt idx="23">
                  <c:v>0.403</c:v>
                </c:pt>
                <c:pt idx="24">
                  <c:v>0.404</c:v>
                </c:pt>
                <c:pt idx="25">
                  <c:v>0.405</c:v>
                </c:pt>
                <c:pt idx="26">
                  <c:v>0.406</c:v>
                </c:pt>
                <c:pt idx="27">
                  <c:v>0.407</c:v>
                </c:pt>
                <c:pt idx="28">
                  <c:v>0.408</c:v>
                </c:pt>
                <c:pt idx="29">
                  <c:v>0.409</c:v>
                </c:pt>
                <c:pt idx="30">
                  <c:v>0.41</c:v>
                </c:pt>
                <c:pt idx="31">
                  <c:v>0.411</c:v>
                </c:pt>
                <c:pt idx="32">
                  <c:v>0.412</c:v>
                </c:pt>
                <c:pt idx="33">
                  <c:v>0.413</c:v>
                </c:pt>
                <c:pt idx="34">
                  <c:v>0.414</c:v>
                </c:pt>
                <c:pt idx="35">
                  <c:v>0.415</c:v>
                </c:pt>
                <c:pt idx="36">
                  <c:v>0.416</c:v>
                </c:pt>
                <c:pt idx="37">
                  <c:v>0.417</c:v>
                </c:pt>
                <c:pt idx="38">
                  <c:v>0.418</c:v>
                </c:pt>
                <c:pt idx="39">
                  <c:v>0.419</c:v>
                </c:pt>
                <c:pt idx="40">
                  <c:v>0.42</c:v>
                </c:pt>
                <c:pt idx="41">
                  <c:v>0.421</c:v>
                </c:pt>
                <c:pt idx="42">
                  <c:v>0.422</c:v>
                </c:pt>
                <c:pt idx="43">
                  <c:v>0.423</c:v>
                </c:pt>
                <c:pt idx="44">
                  <c:v>0.424</c:v>
                </c:pt>
                <c:pt idx="45">
                  <c:v>0.425</c:v>
                </c:pt>
                <c:pt idx="46">
                  <c:v>0.426</c:v>
                </c:pt>
                <c:pt idx="47">
                  <c:v>0.427</c:v>
                </c:pt>
                <c:pt idx="48">
                  <c:v>0.428</c:v>
                </c:pt>
                <c:pt idx="49">
                  <c:v>0.429</c:v>
                </c:pt>
                <c:pt idx="50">
                  <c:v>0.43</c:v>
                </c:pt>
                <c:pt idx="51">
                  <c:v>0.431</c:v>
                </c:pt>
                <c:pt idx="52">
                  <c:v>0.432</c:v>
                </c:pt>
                <c:pt idx="53">
                  <c:v>0.433</c:v>
                </c:pt>
                <c:pt idx="54">
                  <c:v>0.434</c:v>
                </c:pt>
                <c:pt idx="55">
                  <c:v>0.435</c:v>
                </c:pt>
                <c:pt idx="56">
                  <c:v>0.436</c:v>
                </c:pt>
                <c:pt idx="57">
                  <c:v>0.437</c:v>
                </c:pt>
                <c:pt idx="58">
                  <c:v>0.438</c:v>
                </c:pt>
                <c:pt idx="59">
                  <c:v>0.439</c:v>
                </c:pt>
                <c:pt idx="60">
                  <c:v>0.44</c:v>
                </c:pt>
                <c:pt idx="61">
                  <c:v>0.441</c:v>
                </c:pt>
                <c:pt idx="62">
                  <c:v>0.442</c:v>
                </c:pt>
                <c:pt idx="63">
                  <c:v>0.443</c:v>
                </c:pt>
                <c:pt idx="64">
                  <c:v>0.444</c:v>
                </c:pt>
                <c:pt idx="65">
                  <c:v>0.445</c:v>
                </c:pt>
                <c:pt idx="66">
                  <c:v>0.446</c:v>
                </c:pt>
                <c:pt idx="67">
                  <c:v>0.447</c:v>
                </c:pt>
                <c:pt idx="68">
                  <c:v>0.448</c:v>
                </c:pt>
                <c:pt idx="69">
                  <c:v>0.449</c:v>
                </c:pt>
                <c:pt idx="70">
                  <c:v>0.45</c:v>
                </c:pt>
                <c:pt idx="71">
                  <c:v>0.451</c:v>
                </c:pt>
                <c:pt idx="72">
                  <c:v>0.452</c:v>
                </c:pt>
                <c:pt idx="73">
                  <c:v>0.453</c:v>
                </c:pt>
                <c:pt idx="74">
                  <c:v>0.454</c:v>
                </c:pt>
                <c:pt idx="75">
                  <c:v>0.455</c:v>
                </c:pt>
                <c:pt idx="76">
                  <c:v>0.456</c:v>
                </c:pt>
                <c:pt idx="77">
                  <c:v>0.457</c:v>
                </c:pt>
                <c:pt idx="78">
                  <c:v>0.458</c:v>
                </c:pt>
                <c:pt idx="79">
                  <c:v>0.459</c:v>
                </c:pt>
                <c:pt idx="80">
                  <c:v>0.46</c:v>
                </c:pt>
                <c:pt idx="81">
                  <c:v>0.461</c:v>
                </c:pt>
                <c:pt idx="82">
                  <c:v>0.462</c:v>
                </c:pt>
                <c:pt idx="83">
                  <c:v>0.463</c:v>
                </c:pt>
                <c:pt idx="84">
                  <c:v>0.464</c:v>
                </c:pt>
                <c:pt idx="85">
                  <c:v>0.465</c:v>
                </c:pt>
                <c:pt idx="86">
                  <c:v>0.466</c:v>
                </c:pt>
                <c:pt idx="87">
                  <c:v>0.467</c:v>
                </c:pt>
                <c:pt idx="88">
                  <c:v>0.468</c:v>
                </c:pt>
                <c:pt idx="89">
                  <c:v>0.469</c:v>
                </c:pt>
                <c:pt idx="90">
                  <c:v>0.47</c:v>
                </c:pt>
                <c:pt idx="91">
                  <c:v>0.471</c:v>
                </c:pt>
                <c:pt idx="92">
                  <c:v>0.472</c:v>
                </c:pt>
                <c:pt idx="93">
                  <c:v>0.473</c:v>
                </c:pt>
                <c:pt idx="94">
                  <c:v>0.474</c:v>
                </c:pt>
                <c:pt idx="95">
                  <c:v>0.475</c:v>
                </c:pt>
                <c:pt idx="96">
                  <c:v>0.476</c:v>
                </c:pt>
                <c:pt idx="97">
                  <c:v>0.477</c:v>
                </c:pt>
                <c:pt idx="98">
                  <c:v>0.478</c:v>
                </c:pt>
                <c:pt idx="99">
                  <c:v>0.479</c:v>
                </c:pt>
                <c:pt idx="100">
                  <c:v>0.48</c:v>
                </c:pt>
                <c:pt idx="101">
                  <c:v>0.481</c:v>
                </c:pt>
                <c:pt idx="102">
                  <c:v>0.482</c:v>
                </c:pt>
                <c:pt idx="103">
                  <c:v>0.483</c:v>
                </c:pt>
                <c:pt idx="104">
                  <c:v>0.484</c:v>
                </c:pt>
                <c:pt idx="105">
                  <c:v>0.485</c:v>
                </c:pt>
                <c:pt idx="106">
                  <c:v>0.486</c:v>
                </c:pt>
                <c:pt idx="107">
                  <c:v>0.487</c:v>
                </c:pt>
                <c:pt idx="108">
                  <c:v>0.488</c:v>
                </c:pt>
                <c:pt idx="109">
                  <c:v>0.489</c:v>
                </c:pt>
                <c:pt idx="110">
                  <c:v>0.49</c:v>
                </c:pt>
                <c:pt idx="111">
                  <c:v>0.491</c:v>
                </c:pt>
                <c:pt idx="112">
                  <c:v>0.492</c:v>
                </c:pt>
                <c:pt idx="113">
                  <c:v>0.493</c:v>
                </c:pt>
                <c:pt idx="114">
                  <c:v>0.494</c:v>
                </c:pt>
                <c:pt idx="115">
                  <c:v>0.495</c:v>
                </c:pt>
                <c:pt idx="116">
                  <c:v>0.496</c:v>
                </c:pt>
                <c:pt idx="117">
                  <c:v>0.497</c:v>
                </c:pt>
                <c:pt idx="118">
                  <c:v>0.498</c:v>
                </c:pt>
                <c:pt idx="119">
                  <c:v>0.499</c:v>
                </c:pt>
                <c:pt idx="120">
                  <c:v>0.5</c:v>
                </c:pt>
                <c:pt idx="121">
                  <c:v>0.501</c:v>
                </c:pt>
                <c:pt idx="122">
                  <c:v>0.502</c:v>
                </c:pt>
                <c:pt idx="123">
                  <c:v>0.503</c:v>
                </c:pt>
                <c:pt idx="124">
                  <c:v>0.504</c:v>
                </c:pt>
                <c:pt idx="125">
                  <c:v>0.505</c:v>
                </c:pt>
                <c:pt idx="126">
                  <c:v>0.506</c:v>
                </c:pt>
                <c:pt idx="127">
                  <c:v>0.507</c:v>
                </c:pt>
                <c:pt idx="128">
                  <c:v>0.508</c:v>
                </c:pt>
                <c:pt idx="129">
                  <c:v>0.509</c:v>
                </c:pt>
                <c:pt idx="130">
                  <c:v>0.51</c:v>
                </c:pt>
                <c:pt idx="131">
                  <c:v>0.511</c:v>
                </c:pt>
                <c:pt idx="132">
                  <c:v>0.512</c:v>
                </c:pt>
                <c:pt idx="133">
                  <c:v>0.513</c:v>
                </c:pt>
                <c:pt idx="134">
                  <c:v>0.514</c:v>
                </c:pt>
                <c:pt idx="135">
                  <c:v>0.515</c:v>
                </c:pt>
                <c:pt idx="136">
                  <c:v>0.516</c:v>
                </c:pt>
                <c:pt idx="137">
                  <c:v>0.517</c:v>
                </c:pt>
                <c:pt idx="138">
                  <c:v>0.518</c:v>
                </c:pt>
                <c:pt idx="139">
                  <c:v>0.519</c:v>
                </c:pt>
                <c:pt idx="140">
                  <c:v>0.52</c:v>
                </c:pt>
                <c:pt idx="141">
                  <c:v>0.521</c:v>
                </c:pt>
                <c:pt idx="142">
                  <c:v>0.522</c:v>
                </c:pt>
                <c:pt idx="143">
                  <c:v>0.523</c:v>
                </c:pt>
                <c:pt idx="144">
                  <c:v>0.524</c:v>
                </c:pt>
                <c:pt idx="145">
                  <c:v>0.525</c:v>
                </c:pt>
                <c:pt idx="146">
                  <c:v>0.526</c:v>
                </c:pt>
                <c:pt idx="147">
                  <c:v>0.527</c:v>
                </c:pt>
                <c:pt idx="148">
                  <c:v>0.528</c:v>
                </c:pt>
                <c:pt idx="149">
                  <c:v>0.529</c:v>
                </c:pt>
                <c:pt idx="150">
                  <c:v>0.53</c:v>
                </c:pt>
                <c:pt idx="151">
                  <c:v>0.531</c:v>
                </c:pt>
                <c:pt idx="152">
                  <c:v>0.532</c:v>
                </c:pt>
                <c:pt idx="153">
                  <c:v>0.533</c:v>
                </c:pt>
                <c:pt idx="154">
                  <c:v>0.534</c:v>
                </c:pt>
                <c:pt idx="155">
                  <c:v>0.535</c:v>
                </c:pt>
                <c:pt idx="156">
                  <c:v>0.536</c:v>
                </c:pt>
                <c:pt idx="157">
                  <c:v>0.537</c:v>
                </c:pt>
                <c:pt idx="158">
                  <c:v>0.538</c:v>
                </c:pt>
                <c:pt idx="159">
                  <c:v>0.539</c:v>
                </c:pt>
                <c:pt idx="160">
                  <c:v>0.54</c:v>
                </c:pt>
                <c:pt idx="161">
                  <c:v>0.541</c:v>
                </c:pt>
                <c:pt idx="162">
                  <c:v>0.542</c:v>
                </c:pt>
                <c:pt idx="163">
                  <c:v>0.543</c:v>
                </c:pt>
                <c:pt idx="164">
                  <c:v>0.544</c:v>
                </c:pt>
                <c:pt idx="165">
                  <c:v>0.545</c:v>
                </c:pt>
                <c:pt idx="166">
                  <c:v>0.546</c:v>
                </c:pt>
                <c:pt idx="167">
                  <c:v>0.547</c:v>
                </c:pt>
                <c:pt idx="168">
                  <c:v>0.548</c:v>
                </c:pt>
                <c:pt idx="169">
                  <c:v>0.549</c:v>
                </c:pt>
                <c:pt idx="170">
                  <c:v>0.55</c:v>
                </c:pt>
                <c:pt idx="171">
                  <c:v>0.551</c:v>
                </c:pt>
                <c:pt idx="172">
                  <c:v>0.552</c:v>
                </c:pt>
                <c:pt idx="173">
                  <c:v>0.553</c:v>
                </c:pt>
                <c:pt idx="174">
                  <c:v>0.554</c:v>
                </c:pt>
                <c:pt idx="175">
                  <c:v>0.555</c:v>
                </c:pt>
                <c:pt idx="176">
                  <c:v>0.556</c:v>
                </c:pt>
                <c:pt idx="177">
                  <c:v>0.557</c:v>
                </c:pt>
                <c:pt idx="178">
                  <c:v>0.558</c:v>
                </c:pt>
                <c:pt idx="179">
                  <c:v>0.559</c:v>
                </c:pt>
                <c:pt idx="180">
                  <c:v>0.56</c:v>
                </c:pt>
                <c:pt idx="181">
                  <c:v>0.561</c:v>
                </c:pt>
                <c:pt idx="182">
                  <c:v>0.562</c:v>
                </c:pt>
                <c:pt idx="183">
                  <c:v>0.563</c:v>
                </c:pt>
                <c:pt idx="184">
                  <c:v>0.564</c:v>
                </c:pt>
                <c:pt idx="185">
                  <c:v>0.565</c:v>
                </c:pt>
                <c:pt idx="186">
                  <c:v>0.566</c:v>
                </c:pt>
                <c:pt idx="187">
                  <c:v>0.567</c:v>
                </c:pt>
                <c:pt idx="188">
                  <c:v>0.568</c:v>
                </c:pt>
                <c:pt idx="189">
                  <c:v>0.569</c:v>
                </c:pt>
                <c:pt idx="190">
                  <c:v>0.57</c:v>
                </c:pt>
                <c:pt idx="191">
                  <c:v>0.571</c:v>
                </c:pt>
                <c:pt idx="192">
                  <c:v>0.572</c:v>
                </c:pt>
                <c:pt idx="193">
                  <c:v>0.573</c:v>
                </c:pt>
                <c:pt idx="194">
                  <c:v>0.574</c:v>
                </c:pt>
                <c:pt idx="195">
                  <c:v>0.575</c:v>
                </c:pt>
                <c:pt idx="196">
                  <c:v>0.576</c:v>
                </c:pt>
                <c:pt idx="197">
                  <c:v>0.577</c:v>
                </c:pt>
                <c:pt idx="198">
                  <c:v>0.578</c:v>
                </c:pt>
                <c:pt idx="199">
                  <c:v>0.579</c:v>
                </c:pt>
                <c:pt idx="200">
                  <c:v>0.58</c:v>
                </c:pt>
                <c:pt idx="201">
                  <c:v>0.581</c:v>
                </c:pt>
                <c:pt idx="202">
                  <c:v>0.582</c:v>
                </c:pt>
                <c:pt idx="203">
                  <c:v>0.583</c:v>
                </c:pt>
                <c:pt idx="204">
                  <c:v>0.584</c:v>
                </c:pt>
                <c:pt idx="205">
                  <c:v>0.585</c:v>
                </c:pt>
                <c:pt idx="206">
                  <c:v>0.586</c:v>
                </c:pt>
                <c:pt idx="207">
                  <c:v>0.587</c:v>
                </c:pt>
                <c:pt idx="208">
                  <c:v>0.588</c:v>
                </c:pt>
                <c:pt idx="209">
                  <c:v>0.589</c:v>
                </c:pt>
                <c:pt idx="210">
                  <c:v>0.59</c:v>
                </c:pt>
                <c:pt idx="211">
                  <c:v>0.591</c:v>
                </c:pt>
                <c:pt idx="212">
                  <c:v>0.592</c:v>
                </c:pt>
                <c:pt idx="213">
                  <c:v>0.593</c:v>
                </c:pt>
                <c:pt idx="214">
                  <c:v>0.594</c:v>
                </c:pt>
                <c:pt idx="215">
                  <c:v>0.595</c:v>
                </c:pt>
                <c:pt idx="216">
                  <c:v>0.596</c:v>
                </c:pt>
                <c:pt idx="217">
                  <c:v>0.597</c:v>
                </c:pt>
                <c:pt idx="218">
                  <c:v>0.598</c:v>
                </c:pt>
                <c:pt idx="219">
                  <c:v>0.599</c:v>
                </c:pt>
                <c:pt idx="220">
                  <c:v>0.6</c:v>
                </c:pt>
                <c:pt idx="221">
                  <c:v>0.601</c:v>
                </c:pt>
                <c:pt idx="222">
                  <c:v>0.602</c:v>
                </c:pt>
                <c:pt idx="223">
                  <c:v>0.603</c:v>
                </c:pt>
                <c:pt idx="224">
                  <c:v>0.604</c:v>
                </c:pt>
                <c:pt idx="225">
                  <c:v>0.605</c:v>
                </c:pt>
                <c:pt idx="226">
                  <c:v>0.606</c:v>
                </c:pt>
                <c:pt idx="227">
                  <c:v>0.607</c:v>
                </c:pt>
                <c:pt idx="228">
                  <c:v>0.608</c:v>
                </c:pt>
                <c:pt idx="229">
                  <c:v>0.609</c:v>
                </c:pt>
                <c:pt idx="230">
                  <c:v>0.61</c:v>
                </c:pt>
              </c:numCache>
            </c:numRef>
          </c:xVal>
          <c:yVal>
            <c:numRef>
              <c:f>'Chart Data'!$D$2:$D$232</c:f>
              <c:numCache>
                <c:formatCode>0.0</c:formatCode>
                <c:ptCount val="2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0.0312822091</c:v>
                </c:pt>
                <c:pt idx="67">
                  <c:v>0.0595131156</c:v>
                </c:pt>
                <c:pt idx="68">
                  <c:v>0.08491594</c:v>
                </c:pt>
                <c:pt idx="69">
                  <c:v>0.1076993877</c:v>
                </c:pt>
                <c:pt idx="70">
                  <c:v>0.1280585332</c:v>
                </c:pt>
                <c:pt idx="71">
                  <c:v>0.1461756538</c:v>
                </c:pt>
                <c:pt idx="72">
                  <c:v>0.1622210136</c:v>
                </c:pt>
                <c:pt idx="73">
                  <c:v>0.1763536016</c:v>
                </c:pt>
                <c:pt idx="74">
                  <c:v>0.1887218268</c:v>
                </c:pt>
                <c:pt idx="75">
                  <c:v>0.1994641719</c:v>
                </c:pt>
                <c:pt idx="76">
                  <c:v>0.2087098084</c:v>
                </c:pt>
                <c:pt idx="77">
                  <c:v>0.2165791756</c:v>
                </c:pt>
                <c:pt idx="78">
                  <c:v>0.2231845249</c:v>
                </c:pt>
                <c:pt idx="79">
                  <c:v>0.2286304324</c:v>
                </c:pt>
                <c:pt idx="80">
                  <c:v>0.2330142799</c:v>
                </c:pt>
                <c:pt idx="81">
                  <c:v>0.2364267087</c:v>
                </c:pt>
                <c:pt idx="82">
                  <c:v>0.2389520447</c:v>
                </c:pt>
                <c:pt idx="83">
                  <c:v>0.2406686992</c:v>
                </c:pt>
                <c:pt idx="84">
                  <c:v>0.2416495454</c:v>
                </c:pt>
                <c:pt idx="85">
                  <c:v>0.2419622716</c:v>
                </c:pt>
                <c:pt idx="86">
                  <c:v>0.2416697139</c:v>
                </c:pt>
                <c:pt idx="87">
                  <c:v>0.2408301688</c:v>
                </c:pt>
                <c:pt idx="88">
                  <c:v>0.2394976857</c:v>
                </c:pt>
                <c:pt idx="89">
                  <c:v>0.2377223434</c:v>
                </c:pt>
                <c:pt idx="90">
                  <c:v>0.2355505082</c:v>
                </c:pt>
                <c:pt idx="91">
                  <c:v>0.2330250773</c:v>
                </c:pt>
                <c:pt idx="92">
                  <c:v>0.2301857068</c:v>
                </c:pt>
                <c:pt idx="93">
                  <c:v>0.2270690254</c:v>
                </c:pt>
                <c:pt idx="94">
                  <c:v>0.2237088362</c:v>
                </c:pt>
                <c:pt idx="95">
                  <c:v>0.2201363043</c:v>
                </c:pt>
                <c:pt idx="96">
                  <c:v>0.2163801344</c:v>
                </c:pt>
                <c:pt idx="97">
                  <c:v>0.2124667362</c:v>
                </c:pt>
                <c:pt idx="98">
                  <c:v>0.2084203803</c:v>
                </c:pt>
                <c:pt idx="99">
                  <c:v>0.2042633438</c:v>
                </c:pt>
                <c:pt idx="100">
                  <c:v>0.2000160472</c:v>
                </c:pt>
                <c:pt idx="101">
                  <c:v>0.1956971823</c:v>
                </c:pt>
                <c:pt idx="102">
                  <c:v>0.1913238325</c:v>
                </c:pt>
                <c:pt idx="103">
                  <c:v>0.186911585</c:v>
                </c:pt>
                <c:pt idx="104">
                  <c:v>0.1824746363</c:v>
                </c:pt>
                <c:pt idx="105">
                  <c:v>0.1780258905</c:v>
                </c:pt>
                <c:pt idx="106">
                  <c:v>0.173577052</c:v>
                </c:pt>
                <c:pt idx="107">
                  <c:v>0.1691387115</c:v>
                </c:pt>
                <c:pt idx="108">
                  <c:v>0.1647204268</c:v>
                </c:pt>
                <c:pt idx="109">
                  <c:v>0.1603307985</c:v>
                </c:pt>
                <c:pt idx="110">
                  <c:v>0.1559775408</c:v>
                </c:pt>
                <c:pt idx="111">
                  <c:v>0.1516675469</c:v>
                </c:pt>
                <c:pt idx="112">
                  <c:v>0.1474069515</c:v>
                </c:pt>
                <c:pt idx="113">
                  <c:v>0.1432011877</c:v>
                </c:pt>
                <c:pt idx="114">
                  <c:v>0.1390550414</c:v>
                </c:pt>
                <c:pt idx="115">
                  <c:v>0.134972701</c:v>
                </c:pt>
                <c:pt idx="116">
                  <c:v>0.1309578048</c:v>
                </c:pt>
                <c:pt idx="117">
                  <c:v>0.1270134843</c:v>
                </c:pt>
                <c:pt idx="118">
                  <c:v>0.1231424052</c:v>
                </c:pt>
                <c:pt idx="119">
                  <c:v>0.1193468052</c:v>
                </c:pt>
                <c:pt idx="120">
                  <c:v>0.1156285298</c:v>
                </c:pt>
                <c:pt idx="121">
                  <c:v>0.1119890645</c:v>
                </c:pt>
                <c:pt idx="122">
                  <c:v>0.1084295665</c:v>
                </c:pt>
                <c:pt idx="123">
                  <c:v>0.1049508923</c:v>
                </c:pt>
                <c:pt idx="124">
                  <c:v>0.1015536248</c:v>
                </c:pt>
                <c:pt idx="125">
                  <c:v>0.0982380977</c:v>
                </c:pt>
                <c:pt idx="126">
                  <c:v>0.0950044186</c:v>
                </c:pt>
                <c:pt idx="127">
                  <c:v>0.0918524902</c:v>
                </c:pt>
                <c:pt idx="128">
                  <c:v>0.08878203</c:v>
                </c:pt>
                <c:pt idx="129">
                  <c:v>0.0857925885</c:v>
                </c:pt>
                <c:pt idx="130">
                  <c:v>0.0828835663</c:v>
                </c:pt>
                <c:pt idx="131">
                  <c:v>0.08005423</c:v>
                </c:pt>
                <c:pt idx="132">
                  <c:v>0.0773037261</c:v>
                </c:pt>
                <c:pt idx="133">
                  <c:v>0.074631095</c:v>
                </c:pt>
                <c:pt idx="134">
                  <c:v>0.0720352831</c:v>
                </c:pt>
                <c:pt idx="135">
                  <c:v>0.0695151545</c:v>
                </c:pt>
                <c:pt idx="136">
                  <c:v>0.0670695013</c:v>
                </c:pt>
                <c:pt idx="137">
                  <c:v>0.0646970533</c:v>
                </c:pt>
                <c:pt idx="138">
                  <c:v>0.0623964872</c:v>
                </c:pt>
                <c:pt idx="139">
                  <c:v>0.0601664345</c:v>
                </c:pt>
                <c:pt idx="140">
                  <c:v>0.0580054894</c:v>
                </c:pt>
                <c:pt idx="141">
                  <c:v>0.0559122154</c:v>
                </c:pt>
                <c:pt idx="142">
                  <c:v>0.0538851516</c:v>
                </c:pt>
                <c:pt idx="143">
                  <c:v>0.0519228189</c:v>
                </c:pt>
                <c:pt idx="144">
                  <c:v>0.0500237249</c:v>
                </c:pt>
                <c:pt idx="145">
                  <c:v>0.0481863686</c:v>
                </c:pt>
                <c:pt idx="146">
                  <c:v>0.0464092453</c:v>
                </c:pt>
                <c:pt idx="147">
                  <c:v>0.0446908501</c:v>
                </c:pt>
                <c:pt idx="148">
                  <c:v>0.0430296815</c:v>
                </c:pt>
                <c:pt idx="149">
                  <c:v>0.041424245</c:v>
                </c:pt>
                <c:pt idx="150">
                  <c:v>0.0398730555</c:v>
                </c:pt>
                <c:pt idx="151">
                  <c:v>0.0383746404</c:v>
                </c:pt>
                <c:pt idx="152">
                  <c:v>0.0369275416</c:v>
                </c:pt>
                <c:pt idx="153">
                  <c:v>0.0355303177</c:v>
                </c:pt>
                <c:pt idx="154">
                  <c:v>0.034181546</c:v>
                </c:pt>
                <c:pt idx="155">
                  <c:v>0.0328798237</c:v>
                </c:pt>
                <c:pt idx="156">
                  <c:v>0.0316237697</c:v>
                </c:pt>
                <c:pt idx="157">
                  <c:v>0.0304120258</c:v>
                </c:pt>
                <c:pt idx="158">
                  <c:v>0.0292432574</c:v>
                </c:pt>
                <c:pt idx="159">
                  <c:v>0.0281161549</c:v>
                </c:pt>
                <c:pt idx="160">
                  <c:v>0.0270294342</c:v>
                </c:pt>
                <c:pt idx="161">
                  <c:v>0.0259818373</c:v>
                </c:pt>
                <c:pt idx="162">
                  <c:v>0.0249721328</c:v>
                </c:pt>
                <c:pt idx="163">
                  <c:v>0.0239991165</c:v>
                </c:pt>
                <c:pt idx="164">
                  <c:v>0.0230616113</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numCache>
            </c:numRef>
          </c:yVal>
        </c:ser>
        <c:ser>
          <c:idx val="2"/>
          <c:order val="2"/>
          <c:tx>
            <c:v>Event 3</c:v>
          </c:tx>
          <c:spPr>
            <a:ln xmlns:a="http://schemas.openxmlformats.org/drawingml/2006/main" w="20955">
              <a:solidFill>
                <a:srgbClr val="8064A2"/>
              </a:solidFill>
            </a:ln>
          </c:spPr>
          <c:marker>
            <c:symbol val="none"/>
          </c:marker>
          <c:xVal>
            <c:numRef>
              <c:f>'Chart Data'!$E$2:$E$232</c:f>
              <c:numCache>
                <c:formatCode>General</c:formatCode>
                <c:ptCount val="231"/>
                <c:pt idx="0">
                  <c:v>0.38</c:v>
                </c:pt>
                <c:pt idx="1">
                  <c:v>0.381</c:v>
                </c:pt>
                <c:pt idx="2">
                  <c:v>0.382</c:v>
                </c:pt>
                <c:pt idx="3">
                  <c:v>0.383</c:v>
                </c:pt>
                <c:pt idx="4">
                  <c:v>0.384</c:v>
                </c:pt>
                <c:pt idx="5">
                  <c:v>0.385</c:v>
                </c:pt>
                <c:pt idx="6">
                  <c:v>0.386</c:v>
                </c:pt>
                <c:pt idx="7">
                  <c:v>0.387</c:v>
                </c:pt>
                <c:pt idx="8">
                  <c:v>0.388</c:v>
                </c:pt>
                <c:pt idx="9">
                  <c:v>0.389</c:v>
                </c:pt>
                <c:pt idx="10">
                  <c:v>0.39</c:v>
                </c:pt>
                <c:pt idx="11">
                  <c:v>0.391</c:v>
                </c:pt>
                <c:pt idx="12">
                  <c:v>0.392</c:v>
                </c:pt>
                <c:pt idx="13">
                  <c:v>0.393</c:v>
                </c:pt>
                <c:pt idx="14">
                  <c:v>0.394</c:v>
                </c:pt>
                <c:pt idx="15">
                  <c:v>0.395</c:v>
                </c:pt>
                <c:pt idx="16">
                  <c:v>0.396</c:v>
                </c:pt>
                <c:pt idx="17">
                  <c:v>0.397</c:v>
                </c:pt>
                <c:pt idx="18">
                  <c:v>0.398</c:v>
                </c:pt>
                <c:pt idx="19">
                  <c:v>0.399</c:v>
                </c:pt>
                <c:pt idx="20">
                  <c:v>0.4</c:v>
                </c:pt>
                <c:pt idx="21">
                  <c:v>0.401</c:v>
                </c:pt>
                <c:pt idx="22">
                  <c:v>0.402</c:v>
                </c:pt>
                <c:pt idx="23">
                  <c:v>0.403</c:v>
                </c:pt>
                <c:pt idx="24">
                  <c:v>0.404</c:v>
                </c:pt>
                <c:pt idx="25">
                  <c:v>0.405</c:v>
                </c:pt>
                <c:pt idx="26">
                  <c:v>0.406</c:v>
                </c:pt>
                <c:pt idx="27">
                  <c:v>0.407</c:v>
                </c:pt>
                <c:pt idx="28">
                  <c:v>0.408</c:v>
                </c:pt>
                <c:pt idx="29">
                  <c:v>0.409</c:v>
                </c:pt>
                <c:pt idx="30">
                  <c:v>0.41</c:v>
                </c:pt>
                <c:pt idx="31">
                  <c:v>0.411</c:v>
                </c:pt>
                <c:pt idx="32">
                  <c:v>0.412</c:v>
                </c:pt>
                <c:pt idx="33">
                  <c:v>0.413</c:v>
                </c:pt>
                <c:pt idx="34">
                  <c:v>0.414</c:v>
                </c:pt>
                <c:pt idx="35">
                  <c:v>0.415</c:v>
                </c:pt>
                <c:pt idx="36">
                  <c:v>0.416</c:v>
                </c:pt>
                <c:pt idx="37">
                  <c:v>0.417</c:v>
                </c:pt>
                <c:pt idx="38">
                  <c:v>0.418</c:v>
                </c:pt>
                <c:pt idx="39">
                  <c:v>0.419</c:v>
                </c:pt>
                <c:pt idx="40">
                  <c:v>0.42</c:v>
                </c:pt>
                <c:pt idx="41">
                  <c:v>0.421</c:v>
                </c:pt>
                <c:pt idx="42">
                  <c:v>0.422</c:v>
                </c:pt>
                <c:pt idx="43">
                  <c:v>0.423</c:v>
                </c:pt>
                <c:pt idx="44">
                  <c:v>0.424</c:v>
                </c:pt>
                <c:pt idx="45">
                  <c:v>0.425</c:v>
                </c:pt>
                <c:pt idx="46">
                  <c:v>0.426</c:v>
                </c:pt>
                <c:pt idx="47">
                  <c:v>0.427</c:v>
                </c:pt>
                <c:pt idx="48">
                  <c:v>0.428</c:v>
                </c:pt>
                <c:pt idx="49">
                  <c:v>0.429</c:v>
                </c:pt>
                <c:pt idx="50">
                  <c:v>0.43</c:v>
                </c:pt>
                <c:pt idx="51">
                  <c:v>0.431</c:v>
                </c:pt>
                <c:pt idx="52">
                  <c:v>0.432</c:v>
                </c:pt>
                <c:pt idx="53">
                  <c:v>0.433</c:v>
                </c:pt>
                <c:pt idx="54">
                  <c:v>0.434</c:v>
                </c:pt>
                <c:pt idx="55">
                  <c:v>0.435</c:v>
                </c:pt>
                <c:pt idx="56">
                  <c:v>0.436</c:v>
                </c:pt>
                <c:pt idx="57">
                  <c:v>0.437</c:v>
                </c:pt>
                <c:pt idx="58">
                  <c:v>0.438</c:v>
                </c:pt>
                <c:pt idx="59">
                  <c:v>0.439</c:v>
                </c:pt>
                <c:pt idx="60">
                  <c:v>0.44</c:v>
                </c:pt>
                <c:pt idx="61">
                  <c:v>0.441</c:v>
                </c:pt>
                <c:pt idx="62">
                  <c:v>0.442</c:v>
                </c:pt>
                <c:pt idx="63">
                  <c:v>0.443</c:v>
                </c:pt>
                <c:pt idx="64">
                  <c:v>0.444</c:v>
                </c:pt>
                <c:pt idx="65">
                  <c:v>0.445</c:v>
                </c:pt>
                <c:pt idx="66">
                  <c:v>0.446</c:v>
                </c:pt>
                <c:pt idx="67">
                  <c:v>0.447</c:v>
                </c:pt>
                <c:pt idx="68">
                  <c:v>0.448</c:v>
                </c:pt>
                <c:pt idx="69">
                  <c:v>0.449</c:v>
                </c:pt>
                <c:pt idx="70">
                  <c:v>0.45</c:v>
                </c:pt>
                <c:pt idx="71">
                  <c:v>0.451</c:v>
                </c:pt>
                <c:pt idx="72">
                  <c:v>0.452</c:v>
                </c:pt>
                <c:pt idx="73">
                  <c:v>0.453</c:v>
                </c:pt>
                <c:pt idx="74">
                  <c:v>0.454</c:v>
                </c:pt>
                <c:pt idx="75">
                  <c:v>0.455</c:v>
                </c:pt>
                <c:pt idx="76">
                  <c:v>0.456</c:v>
                </c:pt>
                <c:pt idx="77">
                  <c:v>0.457</c:v>
                </c:pt>
                <c:pt idx="78">
                  <c:v>0.458</c:v>
                </c:pt>
                <c:pt idx="79">
                  <c:v>0.459</c:v>
                </c:pt>
                <c:pt idx="80">
                  <c:v>0.46</c:v>
                </c:pt>
                <c:pt idx="81">
                  <c:v>0.461</c:v>
                </c:pt>
                <c:pt idx="82">
                  <c:v>0.462</c:v>
                </c:pt>
                <c:pt idx="83">
                  <c:v>0.463</c:v>
                </c:pt>
                <c:pt idx="84">
                  <c:v>0.464</c:v>
                </c:pt>
                <c:pt idx="85">
                  <c:v>0.465</c:v>
                </c:pt>
                <c:pt idx="86">
                  <c:v>0.466</c:v>
                </c:pt>
                <c:pt idx="87">
                  <c:v>0.467</c:v>
                </c:pt>
                <c:pt idx="88">
                  <c:v>0.468</c:v>
                </c:pt>
                <c:pt idx="89">
                  <c:v>0.469</c:v>
                </c:pt>
                <c:pt idx="90">
                  <c:v>0.47</c:v>
                </c:pt>
                <c:pt idx="91">
                  <c:v>0.471</c:v>
                </c:pt>
                <c:pt idx="92">
                  <c:v>0.472</c:v>
                </c:pt>
                <c:pt idx="93">
                  <c:v>0.473</c:v>
                </c:pt>
                <c:pt idx="94">
                  <c:v>0.474</c:v>
                </c:pt>
                <c:pt idx="95">
                  <c:v>0.475</c:v>
                </c:pt>
                <c:pt idx="96">
                  <c:v>0.476</c:v>
                </c:pt>
                <c:pt idx="97">
                  <c:v>0.477</c:v>
                </c:pt>
                <c:pt idx="98">
                  <c:v>0.478</c:v>
                </c:pt>
                <c:pt idx="99">
                  <c:v>0.479</c:v>
                </c:pt>
                <c:pt idx="100">
                  <c:v>0.48</c:v>
                </c:pt>
                <c:pt idx="101">
                  <c:v>0.481</c:v>
                </c:pt>
                <c:pt idx="102">
                  <c:v>0.482</c:v>
                </c:pt>
                <c:pt idx="103">
                  <c:v>0.483</c:v>
                </c:pt>
                <c:pt idx="104">
                  <c:v>0.484</c:v>
                </c:pt>
                <c:pt idx="105">
                  <c:v>0.485</c:v>
                </c:pt>
                <c:pt idx="106">
                  <c:v>0.486</c:v>
                </c:pt>
                <c:pt idx="107">
                  <c:v>0.487</c:v>
                </c:pt>
                <c:pt idx="108">
                  <c:v>0.488</c:v>
                </c:pt>
                <c:pt idx="109">
                  <c:v>0.489</c:v>
                </c:pt>
                <c:pt idx="110">
                  <c:v>0.49</c:v>
                </c:pt>
                <c:pt idx="111">
                  <c:v>0.491</c:v>
                </c:pt>
                <c:pt idx="112">
                  <c:v>0.492</c:v>
                </c:pt>
                <c:pt idx="113">
                  <c:v>0.493</c:v>
                </c:pt>
                <c:pt idx="114">
                  <c:v>0.494</c:v>
                </c:pt>
                <c:pt idx="115">
                  <c:v>0.495</c:v>
                </c:pt>
                <c:pt idx="116">
                  <c:v>0.496</c:v>
                </c:pt>
                <c:pt idx="117">
                  <c:v>0.497</c:v>
                </c:pt>
                <c:pt idx="118">
                  <c:v>0.498</c:v>
                </c:pt>
                <c:pt idx="119">
                  <c:v>0.499</c:v>
                </c:pt>
                <c:pt idx="120">
                  <c:v>0.5</c:v>
                </c:pt>
                <c:pt idx="121">
                  <c:v>0.501</c:v>
                </c:pt>
                <c:pt idx="122">
                  <c:v>0.502</c:v>
                </c:pt>
                <c:pt idx="123">
                  <c:v>0.503</c:v>
                </c:pt>
                <c:pt idx="124">
                  <c:v>0.504</c:v>
                </c:pt>
                <c:pt idx="125">
                  <c:v>0.505</c:v>
                </c:pt>
                <c:pt idx="126">
                  <c:v>0.506</c:v>
                </c:pt>
                <c:pt idx="127">
                  <c:v>0.507</c:v>
                </c:pt>
                <c:pt idx="128">
                  <c:v>0.508</c:v>
                </c:pt>
                <c:pt idx="129">
                  <c:v>0.509</c:v>
                </c:pt>
                <c:pt idx="130">
                  <c:v>0.51</c:v>
                </c:pt>
                <c:pt idx="131">
                  <c:v>0.511</c:v>
                </c:pt>
                <c:pt idx="132">
                  <c:v>0.512</c:v>
                </c:pt>
                <c:pt idx="133">
                  <c:v>0.513</c:v>
                </c:pt>
                <c:pt idx="134">
                  <c:v>0.514</c:v>
                </c:pt>
                <c:pt idx="135">
                  <c:v>0.515</c:v>
                </c:pt>
                <c:pt idx="136">
                  <c:v>0.516</c:v>
                </c:pt>
                <c:pt idx="137">
                  <c:v>0.517</c:v>
                </c:pt>
                <c:pt idx="138">
                  <c:v>0.518</c:v>
                </c:pt>
                <c:pt idx="139">
                  <c:v>0.519</c:v>
                </c:pt>
                <c:pt idx="140">
                  <c:v>0.52</c:v>
                </c:pt>
                <c:pt idx="141">
                  <c:v>0.521</c:v>
                </c:pt>
                <c:pt idx="142">
                  <c:v>0.522</c:v>
                </c:pt>
                <c:pt idx="143">
                  <c:v>0.523</c:v>
                </c:pt>
                <c:pt idx="144">
                  <c:v>0.524</c:v>
                </c:pt>
                <c:pt idx="145">
                  <c:v>0.525</c:v>
                </c:pt>
                <c:pt idx="146">
                  <c:v>0.526</c:v>
                </c:pt>
                <c:pt idx="147">
                  <c:v>0.527</c:v>
                </c:pt>
                <c:pt idx="148">
                  <c:v>0.528</c:v>
                </c:pt>
                <c:pt idx="149">
                  <c:v>0.529</c:v>
                </c:pt>
                <c:pt idx="150">
                  <c:v>0.53</c:v>
                </c:pt>
                <c:pt idx="151">
                  <c:v>0.531</c:v>
                </c:pt>
                <c:pt idx="152">
                  <c:v>0.532</c:v>
                </c:pt>
                <c:pt idx="153">
                  <c:v>0.533</c:v>
                </c:pt>
                <c:pt idx="154">
                  <c:v>0.534</c:v>
                </c:pt>
                <c:pt idx="155">
                  <c:v>0.535</c:v>
                </c:pt>
                <c:pt idx="156">
                  <c:v>0.536</c:v>
                </c:pt>
                <c:pt idx="157">
                  <c:v>0.537</c:v>
                </c:pt>
                <c:pt idx="158">
                  <c:v>0.538</c:v>
                </c:pt>
                <c:pt idx="159">
                  <c:v>0.539</c:v>
                </c:pt>
                <c:pt idx="160">
                  <c:v>0.54</c:v>
                </c:pt>
                <c:pt idx="161">
                  <c:v>0.541</c:v>
                </c:pt>
                <c:pt idx="162">
                  <c:v>0.542</c:v>
                </c:pt>
                <c:pt idx="163">
                  <c:v>0.543</c:v>
                </c:pt>
                <c:pt idx="164">
                  <c:v>0.544</c:v>
                </c:pt>
                <c:pt idx="165">
                  <c:v>0.545</c:v>
                </c:pt>
                <c:pt idx="166">
                  <c:v>0.546</c:v>
                </c:pt>
                <c:pt idx="167">
                  <c:v>0.547</c:v>
                </c:pt>
                <c:pt idx="168">
                  <c:v>0.548</c:v>
                </c:pt>
                <c:pt idx="169">
                  <c:v>0.549</c:v>
                </c:pt>
                <c:pt idx="170">
                  <c:v>0.55</c:v>
                </c:pt>
                <c:pt idx="171">
                  <c:v>0.551</c:v>
                </c:pt>
                <c:pt idx="172">
                  <c:v>0.552</c:v>
                </c:pt>
                <c:pt idx="173">
                  <c:v>0.553</c:v>
                </c:pt>
                <c:pt idx="174">
                  <c:v>0.554</c:v>
                </c:pt>
                <c:pt idx="175">
                  <c:v>0.555</c:v>
                </c:pt>
                <c:pt idx="176">
                  <c:v>0.556</c:v>
                </c:pt>
                <c:pt idx="177">
                  <c:v>0.557</c:v>
                </c:pt>
                <c:pt idx="178">
                  <c:v>0.558</c:v>
                </c:pt>
                <c:pt idx="179">
                  <c:v>0.559</c:v>
                </c:pt>
                <c:pt idx="180">
                  <c:v>0.56</c:v>
                </c:pt>
                <c:pt idx="181">
                  <c:v>0.561</c:v>
                </c:pt>
                <c:pt idx="182">
                  <c:v>0.562</c:v>
                </c:pt>
                <c:pt idx="183">
                  <c:v>0.563</c:v>
                </c:pt>
                <c:pt idx="184">
                  <c:v>0.564</c:v>
                </c:pt>
                <c:pt idx="185">
                  <c:v>0.565</c:v>
                </c:pt>
                <c:pt idx="186">
                  <c:v>0.566</c:v>
                </c:pt>
                <c:pt idx="187">
                  <c:v>0.567</c:v>
                </c:pt>
                <c:pt idx="188">
                  <c:v>0.568</c:v>
                </c:pt>
                <c:pt idx="189">
                  <c:v>0.569</c:v>
                </c:pt>
                <c:pt idx="190">
                  <c:v>0.57</c:v>
                </c:pt>
                <c:pt idx="191">
                  <c:v>0.571</c:v>
                </c:pt>
                <c:pt idx="192">
                  <c:v>0.572</c:v>
                </c:pt>
                <c:pt idx="193">
                  <c:v>0.573</c:v>
                </c:pt>
                <c:pt idx="194">
                  <c:v>0.574</c:v>
                </c:pt>
                <c:pt idx="195">
                  <c:v>0.575</c:v>
                </c:pt>
                <c:pt idx="196">
                  <c:v>0.576</c:v>
                </c:pt>
                <c:pt idx="197">
                  <c:v>0.577</c:v>
                </c:pt>
                <c:pt idx="198">
                  <c:v>0.578</c:v>
                </c:pt>
                <c:pt idx="199">
                  <c:v>0.579</c:v>
                </c:pt>
                <c:pt idx="200">
                  <c:v>0.58</c:v>
                </c:pt>
                <c:pt idx="201">
                  <c:v>0.581</c:v>
                </c:pt>
                <c:pt idx="202">
                  <c:v>0.582</c:v>
                </c:pt>
                <c:pt idx="203">
                  <c:v>0.583</c:v>
                </c:pt>
                <c:pt idx="204">
                  <c:v>0.584</c:v>
                </c:pt>
                <c:pt idx="205">
                  <c:v>0.585</c:v>
                </c:pt>
                <c:pt idx="206">
                  <c:v>0.586</c:v>
                </c:pt>
                <c:pt idx="207">
                  <c:v>0.587</c:v>
                </c:pt>
                <c:pt idx="208">
                  <c:v>0.588</c:v>
                </c:pt>
                <c:pt idx="209">
                  <c:v>0.589</c:v>
                </c:pt>
                <c:pt idx="210">
                  <c:v>0.59</c:v>
                </c:pt>
                <c:pt idx="211">
                  <c:v>0.591</c:v>
                </c:pt>
                <c:pt idx="212">
                  <c:v>0.592</c:v>
                </c:pt>
                <c:pt idx="213">
                  <c:v>0.593</c:v>
                </c:pt>
                <c:pt idx="214">
                  <c:v>0.594</c:v>
                </c:pt>
                <c:pt idx="215">
                  <c:v>0.595</c:v>
                </c:pt>
                <c:pt idx="216">
                  <c:v>0.596</c:v>
                </c:pt>
                <c:pt idx="217">
                  <c:v>0.597</c:v>
                </c:pt>
                <c:pt idx="218">
                  <c:v>0.598</c:v>
                </c:pt>
                <c:pt idx="219">
                  <c:v>0.599</c:v>
                </c:pt>
                <c:pt idx="220">
                  <c:v>0.6</c:v>
                </c:pt>
                <c:pt idx="221">
                  <c:v>0.601</c:v>
                </c:pt>
                <c:pt idx="222">
                  <c:v>0.602</c:v>
                </c:pt>
                <c:pt idx="223">
                  <c:v>0.603</c:v>
                </c:pt>
                <c:pt idx="224">
                  <c:v>0.604</c:v>
                </c:pt>
                <c:pt idx="225">
                  <c:v>0.605</c:v>
                </c:pt>
                <c:pt idx="226">
                  <c:v>0.606</c:v>
                </c:pt>
                <c:pt idx="227">
                  <c:v>0.607</c:v>
                </c:pt>
                <c:pt idx="228">
                  <c:v>0.608</c:v>
                </c:pt>
                <c:pt idx="229">
                  <c:v>0.609</c:v>
                </c:pt>
                <c:pt idx="230">
                  <c:v>0.61</c:v>
                </c:pt>
              </c:numCache>
            </c:numRef>
          </c:xVal>
          <c:yVal>
            <c:numRef>
              <c:f>'Chart Data'!$F$2:$F$232</c:f>
              <c:numCache>
                <c:formatCode>0.0</c:formatCode>
                <c:ptCount val="2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0.0312822091</c:v>
                </c:pt>
                <c:pt idx="108">
                  <c:v>0.0595131156</c:v>
                </c:pt>
                <c:pt idx="109">
                  <c:v>0.08491594</c:v>
                </c:pt>
                <c:pt idx="110">
                  <c:v>0.1076993877</c:v>
                </c:pt>
                <c:pt idx="111">
                  <c:v>0.1280585332</c:v>
                </c:pt>
                <c:pt idx="112">
                  <c:v>0.1461756538</c:v>
                </c:pt>
                <c:pt idx="113">
                  <c:v>0.1622210136</c:v>
                </c:pt>
                <c:pt idx="114">
                  <c:v>0.1763536016</c:v>
                </c:pt>
                <c:pt idx="115">
                  <c:v>0.1887218268</c:v>
                </c:pt>
                <c:pt idx="116">
                  <c:v>0.1994641719</c:v>
                </c:pt>
                <c:pt idx="117">
                  <c:v>0.2087098084</c:v>
                </c:pt>
                <c:pt idx="118">
                  <c:v>0.2165791756</c:v>
                </c:pt>
                <c:pt idx="119">
                  <c:v>0.2231845249</c:v>
                </c:pt>
                <c:pt idx="120">
                  <c:v>0.2286304324</c:v>
                </c:pt>
                <c:pt idx="121">
                  <c:v>0.2330142799</c:v>
                </c:pt>
                <c:pt idx="122">
                  <c:v>0.2364267087</c:v>
                </c:pt>
                <c:pt idx="123">
                  <c:v>0.2389520447</c:v>
                </c:pt>
                <c:pt idx="124">
                  <c:v>0.2406686992</c:v>
                </c:pt>
                <c:pt idx="125">
                  <c:v>0.2416495454</c:v>
                </c:pt>
                <c:pt idx="126">
                  <c:v>0.2419622716</c:v>
                </c:pt>
                <c:pt idx="127">
                  <c:v>0.2416697139</c:v>
                </c:pt>
                <c:pt idx="128">
                  <c:v>0.2408301688</c:v>
                </c:pt>
                <c:pt idx="129">
                  <c:v>0.2394976857</c:v>
                </c:pt>
                <c:pt idx="130">
                  <c:v>0.2377223434</c:v>
                </c:pt>
                <c:pt idx="131">
                  <c:v>0.2355505082</c:v>
                </c:pt>
                <c:pt idx="132">
                  <c:v>0.2330250773</c:v>
                </c:pt>
                <c:pt idx="133">
                  <c:v>0.2301857068</c:v>
                </c:pt>
                <c:pt idx="134">
                  <c:v>0.2270690254</c:v>
                </c:pt>
                <c:pt idx="135">
                  <c:v>0.2237088362</c:v>
                </c:pt>
                <c:pt idx="136">
                  <c:v>0.2201363043</c:v>
                </c:pt>
                <c:pt idx="137">
                  <c:v>0.2163801344</c:v>
                </c:pt>
                <c:pt idx="138">
                  <c:v>0.2124667362</c:v>
                </c:pt>
                <c:pt idx="139">
                  <c:v>0.2084203803</c:v>
                </c:pt>
                <c:pt idx="140">
                  <c:v>0.2042633438</c:v>
                </c:pt>
                <c:pt idx="141">
                  <c:v>0.2000160472</c:v>
                </c:pt>
                <c:pt idx="142">
                  <c:v>0.1956971823</c:v>
                </c:pt>
                <c:pt idx="143">
                  <c:v>0.1913238325</c:v>
                </c:pt>
                <c:pt idx="144">
                  <c:v>0.186911585</c:v>
                </c:pt>
                <c:pt idx="145">
                  <c:v>0.1824746363</c:v>
                </c:pt>
                <c:pt idx="146">
                  <c:v>0.1780258905</c:v>
                </c:pt>
                <c:pt idx="147">
                  <c:v>0.173577052</c:v>
                </c:pt>
                <c:pt idx="148">
                  <c:v>0.1691387115</c:v>
                </c:pt>
                <c:pt idx="149">
                  <c:v>0.1647204268</c:v>
                </c:pt>
                <c:pt idx="150">
                  <c:v>0.1603307985</c:v>
                </c:pt>
                <c:pt idx="151">
                  <c:v>0.1559775408</c:v>
                </c:pt>
                <c:pt idx="152">
                  <c:v>0.1516675469</c:v>
                </c:pt>
                <c:pt idx="153">
                  <c:v>0.1474069515</c:v>
                </c:pt>
                <c:pt idx="154">
                  <c:v>0.1432011877</c:v>
                </c:pt>
                <c:pt idx="155">
                  <c:v>0.1390550414</c:v>
                </c:pt>
                <c:pt idx="156">
                  <c:v>0.134972701</c:v>
                </c:pt>
                <c:pt idx="157">
                  <c:v>0.1309578048</c:v>
                </c:pt>
                <c:pt idx="158">
                  <c:v>0.1270134843</c:v>
                </c:pt>
                <c:pt idx="159">
                  <c:v>0.1231424052</c:v>
                </c:pt>
                <c:pt idx="160">
                  <c:v>0.1193468052</c:v>
                </c:pt>
                <c:pt idx="161">
                  <c:v>0.1156285298</c:v>
                </c:pt>
                <c:pt idx="162">
                  <c:v>0.1119890645</c:v>
                </c:pt>
                <c:pt idx="163">
                  <c:v>0.1084295665</c:v>
                </c:pt>
                <c:pt idx="164">
                  <c:v>0.1049508923</c:v>
                </c:pt>
                <c:pt idx="165">
                  <c:v>0.1015536248</c:v>
                </c:pt>
                <c:pt idx="166">
                  <c:v>0.0982380977</c:v>
                </c:pt>
                <c:pt idx="167">
                  <c:v>0.0950044186</c:v>
                </c:pt>
                <c:pt idx="168">
                  <c:v>0.0918524902</c:v>
                </c:pt>
                <c:pt idx="169">
                  <c:v>0.08878203</c:v>
                </c:pt>
                <c:pt idx="170">
                  <c:v>0.0857925885</c:v>
                </c:pt>
                <c:pt idx="171">
                  <c:v>0.0828835663</c:v>
                </c:pt>
                <c:pt idx="172">
                  <c:v>0.08005423</c:v>
                </c:pt>
                <c:pt idx="173">
                  <c:v>0.0773037261</c:v>
                </c:pt>
                <c:pt idx="174">
                  <c:v>0.074631095</c:v>
                </c:pt>
                <c:pt idx="175">
                  <c:v>0.0720352831</c:v>
                </c:pt>
                <c:pt idx="176">
                  <c:v>0.0695151545</c:v>
                </c:pt>
                <c:pt idx="177">
                  <c:v>0.0670695013</c:v>
                </c:pt>
                <c:pt idx="178">
                  <c:v>0.0646970533</c:v>
                </c:pt>
                <c:pt idx="179">
                  <c:v>0.0623964872</c:v>
                </c:pt>
                <c:pt idx="180">
                  <c:v>0.0601664345</c:v>
                </c:pt>
                <c:pt idx="181">
                  <c:v>0.0580054894</c:v>
                </c:pt>
                <c:pt idx="182">
                  <c:v>0.0559122154</c:v>
                </c:pt>
                <c:pt idx="183">
                  <c:v>0.0538851516</c:v>
                </c:pt>
                <c:pt idx="184">
                  <c:v>0.0519228189</c:v>
                </c:pt>
                <c:pt idx="185">
                  <c:v>0.0500237249</c:v>
                </c:pt>
                <c:pt idx="186">
                  <c:v>0.0481863686</c:v>
                </c:pt>
                <c:pt idx="187">
                  <c:v>0.0464092453</c:v>
                </c:pt>
                <c:pt idx="188">
                  <c:v>0.0446908501</c:v>
                </c:pt>
                <c:pt idx="189">
                  <c:v>0.0430296815</c:v>
                </c:pt>
                <c:pt idx="190">
                  <c:v>0.041424245</c:v>
                </c:pt>
                <c:pt idx="191">
                  <c:v>0.0398730555</c:v>
                </c:pt>
                <c:pt idx="192">
                  <c:v>0.0383746404</c:v>
                </c:pt>
                <c:pt idx="193">
                  <c:v>0.0369275416</c:v>
                </c:pt>
                <c:pt idx="194">
                  <c:v>0.0355303177</c:v>
                </c:pt>
                <c:pt idx="195">
                  <c:v>0.034181546</c:v>
                </c:pt>
                <c:pt idx="196">
                  <c:v>0.0328798237</c:v>
                </c:pt>
                <c:pt idx="197">
                  <c:v>0.0316237697</c:v>
                </c:pt>
                <c:pt idx="198">
                  <c:v>0.0304120258</c:v>
                </c:pt>
                <c:pt idx="199">
                  <c:v>0.0292432574</c:v>
                </c:pt>
                <c:pt idx="200">
                  <c:v>0.0281161549</c:v>
                </c:pt>
                <c:pt idx="201">
                  <c:v>0.0270294342</c:v>
                </c:pt>
                <c:pt idx="202">
                  <c:v>0.0259818373</c:v>
                </c:pt>
                <c:pt idx="203">
                  <c:v>0.0249721328</c:v>
                </c:pt>
                <c:pt idx="204">
                  <c:v>0.0239991165</c:v>
                </c:pt>
                <c:pt idx="205">
                  <c:v>0.0230616113</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4"/>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Responses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0.2"/>
      </c:valAx>
      <c:valAx>
        <c:axId val="48650112"/>
        <c:scaling>
          <c:orientation val="minMax"/>
          <c:max val="0.61"/>
          <c:min val="0.38"/>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0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D29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Sum of three responses</c:v>
          </c:tx>
          <c:spPr>
            <a:ln xmlns:a="http://schemas.openxmlformats.org/drawingml/2006/main" w="20955">
              <a:solidFill>
                <a:srgbClr val="0B2138"/>
              </a:solidFill>
            </a:ln>
          </c:spPr>
          <c:marker>
            <c:symbol val="none"/>
          </c:marker>
          <c:xVal>
            <c:numRef>
              <c:f>'Chart Data'!$A$2:$A$232</c:f>
              <c:numCache>
                <c:formatCode>General</c:formatCode>
                <c:ptCount val="231"/>
                <c:pt idx="0">
                  <c:v>0.38</c:v>
                </c:pt>
                <c:pt idx="1">
                  <c:v>0.381</c:v>
                </c:pt>
                <c:pt idx="2">
                  <c:v>0.382</c:v>
                </c:pt>
                <c:pt idx="3">
                  <c:v>0.383</c:v>
                </c:pt>
                <c:pt idx="4">
                  <c:v>0.384</c:v>
                </c:pt>
                <c:pt idx="5">
                  <c:v>0.385</c:v>
                </c:pt>
                <c:pt idx="6">
                  <c:v>0.386</c:v>
                </c:pt>
                <c:pt idx="7">
                  <c:v>0.387</c:v>
                </c:pt>
                <c:pt idx="8">
                  <c:v>0.388</c:v>
                </c:pt>
                <c:pt idx="9">
                  <c:v>0.389</c:v>
                </c:pt>
                <c:pt idx="10">
                  <c:v>0.39</c:v>
                </c:pt>
                <c:pt idx="11">
                  <c:v>0.391</c:v>
                </c:pt>
                <c:pt idx="12">
                  <c:v>0.392</c:v>
                </c:pt>
                <c:pt idx="13">
                  <c:v>0.393</c:v>
                </c:pt>
                <c:pt idx="14">
                  <c:v>0.394</c:v>
                </c:pt>
                <c:pt idx="15">
                  <c:v>0.395</c:v>
                </c:pt>
                <c:pt idx="16">
                  <c:v>0.396</c:v>
                </c:pt>
                <c:pt idx="17">
                  <c:v>0.397</c:v>
                </c:pt>
                <c:pt idx="18">
                  <c:v>0.398</c:v>
                </c:pt>
                <c:pt idx="19">
                  <c:v>0.399</c:v>
                </c:pt>
                <c:pt idx="20">
                  <c:v>0.4</c:v>
                </c:pt>
                <c:pt idx="21">
                  <c:v>0.401</c:v>
                </c:pt>
                <c:pt idx="22">
                  <c:v>0.402</c:v>
                </c:pt>
                <c:pt idx="23">
                  <c:v>0.403</c:v>
                </c:pt>
                <c:pt idx="24">
                  <c:v>0.404</c:v>
                </c:pt>
                <c:pt idx="25">
                  <c:v>0.405</c:v>
                </c:pt>
                <c:pt idx="26">
                  <c:v>0.406</c:v>
                </c:pt>
                <c:pt idx="27">
                  <c:v>0.407</c:v>
                </c:pt>
                <c:pt idx="28">
                  <c:v>0.408</c:v>
                </c:pt>
                <c:pt idx="29">
                  <c:v>0.409</c:v>
                </c:pt>
                <c:pt idx="30">
                  <c:v>0.41</c:v>
                </c:pt>
                <c:pt idx="31">
                  <c:v>0.411</c:v>
                </c:pt>
                <c:pt idx="32">
                  <c:v>0.412</c:v>
                </c:pt>
                <c:pt idx="33">
                  <c:v>0.413</c:v>
                </c:pt>
                <c:pt idx="34">
                  <c:v>0.414</c:v>
                </c:pt>
                <c:pt idx="35">
                  <c:v>0.415</c:v>
                </c:pt>
                <c:pt idx="36">
                  <c:v>0.416</c:v>
                </c:pt>
                <c:pt idx="37">
                  <c:v>0.417</c:v>
                </c:pt>
                <c:pt idx="38">
                  <c:v>0.418</c:v>
                </c:pt>
                <c:pt idx="39">
                  <c:v>0.419</c:v>
                </c:pt>
                <c:pt idx="40">
                  <c:v>0.42</c:v>
                </c:pt>
                <c:pt idx="41">
                  <c:v>0.421</c:v>
                </c:pt>
                <c:pt idx="42">
                  <c:v>0.422</c:v>
                </c:pt>
                <c:pt idx="43">
                  <c:v>0.423</c:v>
                </c:pt>
                <c:pt idx="44">
                  <c:v>0.424</c:v>
                </c:pt>
                <c:pt idx="45">
                  <c:v>0.425</c:v>
                </c:pt>
                <c:pt idx="46">
                  <c:v>0.426</c:v>
                </c:pt>
                <c:pt idx="47">
                  <c:v>0.427</c:v>
                </c:pt>
                <c:pt idx="48">
                  <c:v>0.428</c:v>
                </c:pt>
                <c:pt idx="49">
                  <c:v>0.429</c:v>
                </c:pt>
                <c:pt idx="50">
                  <c:v>0.43</c:v>
                </c:pt>
                <c:pt idx="51">
                  <c:v>0.431</c:v>
                </c:pt>
                <c:pt idx="52">
                  <c:v>0.432</c:v>
                </c:pt>
                <c:pt idx="53">
                  <c:v>0.433</c:v>
                </c:pt>
                <c:pt idx="54">
                  <c:v>0.434</c:v>
                </c:pt>
                <c:pt idx="55">
                  <c:v>0.435</c:v>
                </c:pt>
                <c:pt idx="56">
                  <c:v>0.436</c:v>
                </c:pt>
                <c:pt idx="57">
                  <c:v>0.437</c:v>
                </c:pt>
                <c:pt idx="58">
                  <c:v>0.438</c:v>
                </c:pt>
                <c:pt idx="59">
                  <c:v>0.439</c:v>
                </c:pt>
                <c:pt idx="60">
                  <c:v>0.44</c:v>
                </c:pt>
                <c:pt idx="61">
                  <c:v>0.441</c:v>
                </c:pt>
                <c:pt idx="62">
                  <c:v>0.442</c:v>
                </c:pt>
                <c:pt idx="63">
                  <c:v>0.443</c:v>
                </c:pt>
                <c:pt idx="64">
                  <c:v>0.444</c:v>
                </c:pt>
                <c:pt idx="65">
                  <c:v>0.445</c:v>
                </c:pt>
                <c:pt idx="66">
                  <c:v>0.446</c:v>
                </c:pt>
                <c:pt idx="67">
                  <c:v>0.447</c:v>
                </c:pt>
                <c:pt idx="68">
                  <c:v>0.448</c:v>
                </c:pt>
                <c:pt idx="69">
                  <c:v>0.449</c:v>
                </c:pt>
                <c:pt idx="70">
                  <c:v>0.45</c:v>
                </c:pt>
                <c:pt idx="71">
                  <c:v>0.451</c:v>
                </c:pt>
                <c:pt idx="72">
                  <c:v>0.452</c:v>
                </c:pt>
                <c:pt idx="73">
                  <c:v>0.453</c:v>
                </c:pt>
                <c:pt idx="74">
                  <c:v>0.454</c:v>
                </c:pt>
                <c:pt idx="75">
                  <c:v>0.455</c:v>
                </c:pt>
                <c:pt idx="76">
                  <c:v>0.456</c:v>
                </c:pt>
                <c:pt idx="77">
                  <c:v>0.457</c:v>
                </c:pt>
                <c:pt idx="78">
                  <c:v>0.458</c:v>
                </c:pt>
                <c:pt idx="79">
                  <c:v>0.459</c:v>
                </c:pt>
                <c:pt idx="80">
                  <c:v>0.46</c:v>
                </c:pt>
                <c:pt idx="81">
                  <c:v>0.461</c:v>
                </c:pt>
                <c:pt idx="82">
                  <c:v>0.462</c:v>
                </c:pt>
                <c:pt idx="83">
                  <c:v>0.463</c:v>
                </c:pt>
                <c:pt idx="84">
                  <c:v>0.464</c:v>
                </c:pt>
                <c:pt idx="85">
                  <c:v>0.465</c:v>
                </c:pt>
                <c:pt idx="86">
                  <c:v>0.466</c:v>
                </c:pt>
                <c:pt idx="87">
                  <c:v>0.467</c:v>
                </c:pt>
                <c:pt idx="88">
                  <c:v>0.468</c:v>
                </c:pt>
                <c:pt idx="89">
                  <c:v>0.469</c:v>
                </c:pt>
                <c:pt idx="90">
                  <c:v>0.47</c:v>
                </c:pt>
                <c:pt idx="91">
                  <c:v>0.471</c:v>
                </c:pt>
                <c:pt idx="92">
                  <c:v>0.472</c:v>
                </c:pt>
                <c:pt idx="93">
                  <c:v>0.473</c:v>
                </c:pt>
                <c:pt idx="94">
                  <c:v>0.474</c:v>
                </c:pt>
                <c:pt idx="95">
                  <c:v>0.475</c:v>
                </c:pt>
                <c:pt idx="96">
                  <c:v>0.476</c:v>
                </c:pt>
                <c:pt idx="97">
                  <c:v>0.477</c:v>
                </c:pt>
                <c:pt idx="98">
                  <c:v>0.478</c:v>
                </c:pt>
                <c:pt idx="99">
                  <c:v>0.479</c:v>
                </c:pt>
                <c:pt idx="100">
                  <c:v>0.48</c:v>
                </c:pt>
                <c:pt idx="101">
                  <c:v>0.481</c:v>
                </c:pt>
                <c:pt idx="102">
                  <c:v>0.482</c:v>
                </c:pt>
                <c:pt idx="103">
                  <c:v>0.483</c:v>
                </c:pt>
                <c:pt idx="104">
                  <c:v>0.484</c:v>
                </c:pt>
                <c:pt idx="105">
                  <c:v>0.485</c:v>
                </c:pt>
                <c:pt idx="106">
                  <c:v>0.486</c:v>
                </c:pt>
                <c:pt idx="107">
                  <c:v>0.487</c:v>
                </c:pt>
                <c:pt idx="108">
                  <c:v>0.488</c:v>
                </c:pt>
                <c:pt idx="109">
                  <c:v>0.489</c:v>
                </c:pt>
                <c:pt idx="110">
                  <c:v>0.49</c:v>
                </c:pt>
                <c:pt idx="111">
                  <c:v>0.491</c:v>
                </c:pt>
                <c:pt idx="112">
                  <c:v>0.492</c:v>
                </c:pt>
                <c:pt idx="113">
                  <c:v>0.493</c:v>
                </c:pt>
                <c:pt idx="114">
                  <c:v>0.494</c:v>
                </c:pt>
                <c:pt idx="115">
                  <c:v>0.495</c:v>
                </c:pt>
                <c:pt idx="116">
                  <c:v>0.496</c:v>
                </c:pt>
                <c:pt idx="117">
                  <c:v>0.497</c:v>
                </c:pt>
                <c:pt idx="118">
                  <c:v>0.498</c:v>
                </c:pt>
                <c:pt idx="119">
                  <c:v>0.499</c:v>
                </c:pt>
                <c:pt idx="120">
                  <c:v>0.5</c:v>
                </c:pt>
                <c:pt idx="121">
                  <c:v>0.501</c:v>
                </c:pt>
                <c:pt idx="122">
                  <c:v>0.502</c:v>
                </c:pt>
                <c:pt idx="123">
                  <c:v>0.503</c:v>
                </c:pt>
                <c:pt idx="124">
                  <c:v>0.504</c:v>
                </c:pt>
                <c:pt idx="125">
                  <c:v>0.505</c:v>
                </c:pt>
                <c:pt idx="126">
                  <c:v>0.506</c:v>
                </c:pt>
                <c:pt idx="127">
                  <c:v>0.507</c:v>
                </c:pt>
                <c:pt idx="128">
                  <c:v>0.508</c:v>
                </c:pt>
                <c:pt idx="129">
                  <c:v>0.509</c:v>
                </c:pt>
                <c:pt idx="130">
                  <c:v>0.51</c:v>
                </c:pt>
                <c:pt idx="131">
                  <c:v>0.511</c:v>
                </c:pt>
                <c:pt idx="132">
                  <c:v>0.512</c:v>
                </c:pt>
                <c:pt idx="133">
                  <c:v>0.513</c:v>
                </c:pt>
                <c:pt idx="134">
                  <c:v>0.514</c:v>
                </c:pt>
                <c:pt idx="135">
                  <c:v>0.515</c:v>
                </c:pt>
                <c:pt idx="136">
                  <c:v>0.516</c:v>
                </c:pt>
                <c:pt idx="137">
                  <c:v>0.517</c:v>
                </c:pt>
                <c:pt idx="138">
                  <c:v>0.518</c:v>
                </c:pt>
                <c:pt idx="139">
                  <c:v>0.519</c:v>
                </c:pt>
                <c:pt idx="140">
                  <c:v>0.52</c:v>
                </c:pt>
                <c:pt idx="141">
                  <c:v>0.521</c:v>
                </c:pt>
                <c:pt idx="142">
                  <c:v>0.522</c:v>
                </c:pt>
                <c:pt idx="143">
                  <c:v>0.523</c:v>
                </c:pt>
                <c:pt idx="144">
                  <c:v>0.524</c:v>
                </c:pt>
                <c:pt idx="145">
                  <c:v>0.525</c:v>
                </c:pt>
                <c:pt idx="146">
                  <c:v>0.526</c:v>
                </c:pt>
                <c:pt idx="147">
                  <c:v>0.527</c:v>
                </c:pt>
                <c:pt idx="148">
                  <c:v>0.528</c:v>
                </c:pt>
                <c:pt idx="149">
                  <c:v>0.529</c:v>
                </c:pt>
                <c:pt idx="150">
                  <c:v>0.53</c:v>
                </c:pt>
                <c:pt idx="151">
                  <c:v>0.531</c:v>
                </c:pt>
                <c:pt idx="152">
                  <c:v>0.532</c:v>
                </c:pt>
                <c:pt idx="153">
                  <c:v>0.533</c:v>
                </c:pt>
                <c:pt idx="154">
                  <c:v>0.534</c:v>
                </c:pt>
                <c:pt idx="155">
                  <c:v>0.535</c:v>
                </c:pt>
                <c:pt idx="156">
                  <c:v>0.536</c:v>
                </c:pt>
                <c:pt idx="157">
                  <c:v>0.537</c:v>
                </c:pt>
                <c:pt idx="158">
                  <c:v>0.538</c:v>
                </c:pt>
                <c:pt idx="159">
                  <c:v>0.539</c:v>
                </c:pt>
                <c:pt idx="160">
                  <c:v>0.54</c:v>
                </c:pt>
                <c:pt idx="161">
                  <c:v>0.541</c:v>
                </c:pt>
                <c:pt idx="162">
                  <c:v>0.542</c:v>
                </c:pt>
                <c:pt idx="163">
                  <c:v>0.543</c:v>
                </c:pt>
                <c:pt idx="164">
                  <c:v>0.544</c:v>
                </c:pt>
                <c:pt idx="165">
                  <c:v>0.545</c:v>
                </c:pt>
                <c:pt idx="166">
                  <c:v>0.546</c:v>
                </c:pt>
                <c:pt idx="167">
                  <c:v>0.547</c:v>
                </c:pt>
                <c:pt idx="168">
                  <c:v>0.548</c:v>
                </c:pt>
                <c:pt idx="169">
                  <c:v>0.549</c:v>
                </c:pt>
                <c:pt idx="170">
                  <c:v>0.55</c:v>
                </c:pt>
                <c:pt idx="171">
                  <c:v>0.551</c:v>
                </c:pt>
                <c:pt idx="172">
                  <c:v>0.552</c:v>
                </c:pt>
                <c:pt idx="173">
                  <c:v>0.553</c:v>
                </c:pt>
                <c:pt idx="174">
                  <c:v>0.554</c:v>
                </c:pt>
                <c:pt idx="175">
                  <c:v>0.555</c:v>
                </c:pt>
                <c:pt idx="176">
                  <c:v>0.556</c:v>
                </c:pt>
                <c:pt idx="177">
                  <c:v>0.557</c:v>
                </c:pt>
                <c:pt idx="178">
                  <c:v>0.558</c:v>
                </c:pt>
                <c:pt idx="179">
                  <c:v>0.559</c:v>
                </c:pt>
                <c:pt idx="180">
                  <c:v>0.56</c:v>
                </c:pt>
                <c:pt idx="181">
                  <c:v>0.561</c:v>
                </c:pt>
                <c:pt idx="182">
                  <c:v>0.562</c:v>
                </c:pt>
                <c:pt idx="183">
                  <c:v>0.563</c:v>
                </c:pt>
                <c:pt idx="184">
                  <c:v>0.564</c:v>
                </c:pt>
                <c:pt idx="185">
                  <c:v>0.565</c:v>
                </c:pt>
                <c:pt idx="186">
                  <c:v>0.566</c:v>
                </c:pt>
                <c:pt idx="187">
                  <c:v>0.567</c:v>
                </c:pt>
                <c:pt idx="188">
                  <c:v>0.568</c:v>
                </c:pt>
                <c:pt idx="189">
                  <c:v>0.569</c:v>
                </c:pt>
                <c:pt idx="190">
                  <c:v>0.57</c:v>
                </c:pt>
                <c:pt idx="191">
                  <c:v>0.571</c:v>
                </c:pt>
                <c:pt idx="192">
                  <c:v>0.572</c:v>
                </c:pt>
                <c:pt idx="193">
                  <c:v>0.573</c:v>
                </c:pt>
                <c:pt idx="194">
                  <c:v>0.574</c:v>
                </c:pt>
                <c:pt idx="195">
                  <c:v>0.575</c:v>
                </c:pt>
                <c:pt idx="196">
                  <c:v>0.576</c:v>
                </c:pt>
                <c:pt idx="197">
                  <c:v>0.577</c:v>
                </c:pt>
                <c:pt idx="198">
                  <c:v>0.578</c:v>
                </c:pt>
                <c:pt idx="199">
                  <c:v>0.579</c:v>
                </c:pt>
                <c:pt idx="200">
                  <c:v>0.58</c:v>
                </c:pt>
                <c:pt idx="201">
                  <c:v>0.581</c:v>
                </c:pt>
                <c:pt idx="202">
                  <c:v>0.582</c:v>
                </c:pt>
                <c:pt idx="203">
                  <c:v>0.583</c:v>
                </c:pt>
                <c:pt idx="204">
                  <c:v>0.584</c:v>
                </c:pt>
                <c:pt idx="205">
                  <c:v>0.585</c:v>
                </c:pt>
                <c:pt idx="206">
                  <c:v>0.586</c:v>
                </c:pt>
                <c:pt idx="207">
                  <c:v>0.587</c:v>
                </c:pt>
                <c:pt idx="208">
                  <c:v>0.588</c:v>
                </c:pt>
                <c:pt idx="209">
                  <c:v>0.589</c:v>
                </c:pt>
                <c:pt idx="210">
                  <c:v>0.59</c:v>
                </c:pt>
                <c:pt idx="211">
                  <c:v>0.591</c:v>
                </c:pt>
                <c:pt idx="212">
                  <c:v>0.592</c:v>
                </c:pt>
                <c:pt idx="213">
                  <c:v>0.593</c:v>
                </c:pt>
                <c:pt idx="214">
                  <c:v>0.594</c:v>
                </c:pt>
                <c:pt idx="215">
                  <c:v>0.595</c:v>
                </c:pt>
                <c:pt idx="216">
                  <c:v>0.596</c:v>
                </c:pt>
                <c:pt idx="217">
                  <c:v>0.597</c:v>
                </c:pt>
                <c:pt idx="218">
                  <c:v>0.598</c:v>
                </c:pt>
                <c:pt idx="219">
                  <c:v>0.599</c:v>
                </c:pt>
                <c:pt idx="220">
                  <c:v>0.6</c:v>
                </c:pt>
                <c:pt idx="221">
                  <c:v>0.601</c:v>
                </c:pt>
                <c:pt idx="222">
                  <c:v>0.602</c:v>
                </c:pt>
                <c:pt idx="223">
                  <c:v>0.603</c:v>
                </c:pt>
                <c:pt idx="224">
                  <c:v>0.604</c:v>
                </c:pt>
                <c:pt idx="225">
                  <c:v>0.605</c:v>
                </c:pt>
                <c:pt idx="226">
                  <c:v>0.606</c:v>
                </c:pt>
                <c:pt idx="227">
                  <c:v>0.607</c:v>
                </c:pt>
                <c:pt idx="228">
                  <c:v>0.608</c:v>
                </c:pt>
                <c:pt idx="229">
                  <c:v>0.609</c:v>
                </c:pt>
                <c:pt idx="230">
                  <c:v>0.61</c:v>
                </c:pt>
              </c:numCache>
            </c:numRef>
          </c:xVal>
          <c:yVal>
            <c:numRef>
              <c:f>'Chart Data'!$B$2:$B$232</c:f>
              <c:numCache>
                <c:formatCode>0.0</c:formatCode>
                <c:ptCount val="2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0.0312822091</c:v>
                </c:pt>
                <c:pt idx="27">
                  <c:v>0.0595131156</c:v>
                </c:pt>
                <c:pt idx="28">
                  <c:v>0.08491594</c:v>
                </c:pt>
                <c:pt idx="29">
                  <c:v>0.1076993877</c:v>
                </c:pt>
                <c:pt idx="30">
                  <c:v>0.1280585332</c:v>
                </c:pt>
                <c:pt idx="31">
                  <c:v>0.1461756538</c:v>
                </c:pt>
                <c:pt idx="32">
                  <c:v>0.1622210136</c:v>
                </c:pt>
                <c:pt idx="33">
                  <c:v>0.1763536016</c:v>
                </c:pt>
                <c:pt idx="34">
                  <c:v>0.1887218268</c:v>
                </c:pt>
                <c:pt idx="35">
                  <c:v>0.1994641719</c:v>
                </c:pt>
                <c:pt idx="36">
                  <c:v>0.2087098084</c:v>
                </c:pt>
                <c:pt idx="37">
                  <c:v>0.2165791756</c:v>
                </c:pt>
                <c:pt idx="38">
                  <c:v>0.2231845249</c:v>
                </c:pt>
                <c:pt idx="39">
                  <c:v>0.2286304324</c:v>
                </c:pt>
                <c:pt idx="40">
                  <c:v>0.2330142799</c:v>
                </c:pt>
                <c:pt idx="41">
                  <c:v>0.2364267087</c:v>
                </c:pt>
                <c:pt idx="42">
                  <c:v>0.2389520447</c:v>
                </c:pt>
                <c:pt idx="43">
                  <c:v>0.2406686992</c:v>
                </c:pt>
                <c:pt idx="44">
                  <c:v>0.2416495454</c:v>
                </c:pt>
                <c:pt idx="45">
                  <c:v>0.2419622716</c:v>
                </c:pt>
                <c:pt idx="46">
                  <c:v>0.2416697139</c:v>
                </c:pt>
                <c:pt idx="47">
                  <c:v>0.2408301688</c:v>
                </c:pt>
                <c:pt idx="48">
                  <c:v>0.2394976857</c:v>
                </c:pt>
                <c:pt idx="49">
                  <c:v>0.2377223434</c:v>
                </c:pt>
                <c:pt idx="50">
                  <c:v>0.2355505082</c:v>
                </c:pt>
                <c:pt idx="51">
                  <c:v>0.2330250773</c:v>
                </c:pt>
                <c:pt idx="52">
                  <c:v>0.2301857068</c:v>
                </c:pt>
                <c:pt idx="53">
                  <c:v>0.2270690254</c:v>
                </c:pt>
                <c:pt idx="54">
                  <c:v>0.2237088362</c:v>
                </c:pt>
                <c:pt idx="55">
                  <c:v>0.2201363043</c:v>
                </c:pt>
                <c:pt idx="56">
                  <c:v>0.2163801344</c:v>
                </c:pt>
                <c:pt idx="57">
                  <c:v>0.2124667362</c:v>
                </c:pt>
                <c:pt idx="58">
                  <c:v>0.2084203803</c:v>
                </c:pt>
                <c:pt idx="59">
                  <c:v>0.2042633438</c:v>
                </c:pt>
                <c:pt idx="60">
                  <c:v>0.2000160472</c:v>
                </c:pt>
                <c:pt idx="61">
                  <c:v>0.1956971823</c:v>
                </c:pt>
                <c:pt idx="62">
                  <c:v>0.1913238325</c:v>
                </c:pt>
                <c:pt idx="63">
                  <c:v>0.186911585</c:v>
                </c:pt>
                <c:pt idx="64">
                  <c:v>0.1824746363</c:v>
                </c:pt>
                <c:pt idx="65">
                  <c:v>0.1780258905</c:v>
                </c:pt>
                <c:pt idx="66">
                  <c:v>0.2048592611</c:v>
                </c:pt>
                <c:pt idx="67">
                  <c:v>0.228651827</c:v>
                </c:pt>
                <c:pt idx="68">
                  <c:v>0.2496363668</c:v>
                </c:pt>
                <c:pt idx="69">
                  <c:v>0.2680301862</c:v>
                </c:pt>
                <c:pt idx="70">
                  <c:v>0.284036074</c:v>
                </c:pt>
                <c:pt idx="71">
                  <c:v>0.2978432008</c:v>
                </c:pt>
                <c:pt idx="72">
                  <c:v>0.3096279651</c:v>
                </c:pt>
                <c:pt idx="73">
                  <c:v>0.3195547893</c:v>
                </c:pt>
                <c:pt idx="74">
                  <c:v>0.3277768682</c:v>
                </c:pt>
                <c:pt idx="75">
                  <c:v>0.3344368729</c:v>
                </c:pt>
                <c:pt idx="76">
                  <c:v>0.3396676132</c:v>
                </c:pt>
                <c:pt idx="77">
                  <c:v>0.3435926599</c:v>
                </c:pt>
                <c:pt idx="78">
                  <c:v>0.3463269301</c:v>
                </c:pt>
                <c:pt idx="79">
                  <c:v>0.3479772376</c:v>
                </c:pt>
                <c:pt idx="80">
                  <c:v>0.3486428097</c:v>
                </c:pt>
                <c:pt idx="81">
                  <c:v>0.3484157732</c:v>
                </c:pt>
                <c:pt idx="82">
                  <c:v>0.3473816112</c:v>
                </c:pt>
                <c:pt idx="83">
                  <c:v>0.3456195915</c:v>
                </c:pt>
                <c:pt idx="84">
                  <c:v>0.3432031701</c:v>
                </c:pt>
                <c:pt idx="85">
                  <c:v>0.3402003692</c:v>
                </c:pt>
                <c:pt idx="86">
                  <c:v>0.3366741325</c:v>
                </c:pt>
                <c:pt idx="87">
                  <c:v>0.332682659</c:v>
                </c:pt>
                <c:pt idx="88">
                  <c:v>0.3282797157</c:v>
                </c:pt>
                <c:pt idx="89">
                  <c:v>0.3235149318</c:v>
                </c:pt>
                <c:pt idx="90">
                  <c:v>0.3184340745</c:v>
                </c:pt>
                <c:pt idx="91">
                  <c:v>0.3130793073</c:v>
                </c:pt>
                <c:pt idx="92">
                  <c:v>0.3074894328</c:v>
                </c:pt>
                <c:pt idx="93">
                  <c:v>0.3017001204</c:v>
                </c:pt>
                <c:pt idx="94">
                  <c:v>0.2957441193</c:v>
                </c:pt>
                <c:pt idx="95">
                  <c:v>0.2896514588</c:v>
                </c:pt>
                <c:pt idx="96">
                  <c:v>0.2834496357</c:v>
                </c:pt>
                <c:pt idx="97">
                  <c:v>0.2771637895</c:v>
                </c:pt>
                <c:pt idx="98">
                  <c:v>0.2708168675</c:v>
                </c:pt>
                <c:pt idx="99">
                  <c:v>0.2644297784</c:v>
                </c:pt>
                <c:pt idx="100">
                  <c:v>0.2580215366</c:v>
                </c:pt>
                <c:pt idx="101">
                  <c:v>0.2516093977</c:v>
                </c:pt>
                <c:pt idx="102">
                  <c:v>0.2452089841</c:v>
                </c:pt>
                <c:pt idx="103">
                  <c:v>0.2388344039</c:v>
                </c:pt>
                <c:pt idx="104">
                  <c:v>0.2324983611</c:v>
                </c:pt>
                <c:pt idx="105">
                  <c:v>0.2262122591</c:v>
                </c:pt>
                <c:pt idx="106">
                  <c:v>0.2199862973</c:v>
                </c:pt>
                <c:pt idx="107">
                  <c:v>0.2451117707</c:v>
                </c:pt>
                <c:pt idx="108">
                  <c:v>0.2672632239</c:v>
                </c:pt>
                <c:pt idx="109">
                  <c:v>0.2866709835</c:v>
                </c:pt>
                <c:pt idx="110">
                  <c:v>0.303549984</c:v>
                </c:pt>
                <c:pt idx="111">
                  <c:v>0.3181007205</c:v>
                </c:pt>
                <c:pt idx="112">
                  <c:v>0.3305101469</c:v>
                </c:pt>
                <c:pt idx="113">
                  <c:v>0.340952519</c:v>
                </c:pt>
                <c:pt idx="114">
                  <c:v>0.349590189</c:v>
                </c:pt>
                <c:pt idx="115">
                  <c:v>0.3565743515</c:v>
                </c:pt>
                <c:pt idx="116">
                  <c:v>0.3620457464</c:v>
                </c:pt>
                <c:pt idx="117">
                  <c:v>0.3661353185</c:v>
                </c:pt>
                <c:pt idx="118">
                  <c:v>0.3689648382</c:v>
                </c:pt>
                <c:pt idx="119">
                  <c:v>0.3706474851</c:v>
                </c:pt>
                <c:pt idx="120">
                  <c:v>0.3712883964</c:v>
                </c:pt>
                <c:pt idx="121">
                  <c:v>0.3709851818</c:v>
                </c:pt>
                <c:pt idx="122">
                  <c:v>0.369828408</c:v>
                </c:pt>
                <c:pt idx="123">
                  <c:v>0.3679020535</c:v>
                </c:pt>
                <c:pt idx="124">
                  <c:v>0.3652839353</c:v>
                </c:pt>
                <c:pt idx="125">
                  <c:v>0.3398876431</c:v>
                </c:pt>
                <c:pt idx="126">
                  <c:v>0.3369666902</c:v>
                </c:pt>
                <c:pt idx="127">
                  <c:v>0.3335222041</c:v>
                </c:pt>
                <c:pt idx="128">
                  <c:v>0.3296121987</c:v>
                </c:pt>
                <c:pt idx="129">
                  <c:v>0.3252902742</c:v>
                </c:pt>
                <c:pt idx="130">
                  <c:v>0.3206059097</c:v>
                </c:pt>
                <c:pt idx="131">
                  <c:v>0.3156047382</c:v>
                </c:pt>
                <c:pt idx="132">
                  <c:v>0.3103288034</c:v>
                </c:pt>
                <c:pt idx="133">
                  <c:v>0.3048168017</c:v>
                </c:pt>
                <c:pt idx="134">
                  <c:v>0.2991043085</c:v>
                </c:pt>
                <c:pt idx="135">
                  <c:v>0.2932239907</c:v>
                </c:pt>
                <c:pt idx="136">
                  <c:v>0.2872058056</c:v>
                </c:pt>
                <c:pt idx="137">
                  <c:v>0.2810771877</c:v>
                </c:pt>
                <c:pt idx="138">
                  <c:v>0.2748632234</c:v>
                </c:pt>
                <c:pt idx="139">
                  <c:v>0.2685868149</c:v>
                </c:pt>
                <c:pt idx="140">
                  <c:v>0.2622688333</c:v>
                </c:pt>
                <c:pt idx="141">
                  <c:v>0.2559282626</c:v>
                </c:pt>
                <c:pt idx="142">
                  <c:v>0.2495823339</c:v>
                </c:pt>
                <c:pt idx="143">
                  <c:v>0.2432466514</c:v>
                </c:pt>
                <c:pt idx="144">
                  <c:v>0.2369353099</c:v>
                </c:pt>
                <c:pt idx="145">
                  <c:v>0.2306610049</c:v>
                </c:pt>
                <c:pt idx="146">
                  <c:v>0.2244351358</c:v>
                </c:pt>
                <c:pt idx="147">
                  <c:v>0.2182679021</c:v>
                </c:pt>
                <c:pt idx="148">
                  <c:v>0.212168393</c:v>
                </c:pt>
                <c:pt idx="149">
                  <c:v>0.2061446717</c:v>
                </c:pt>
                <c:pt idx="150">
                  <c:v>0.200203854</c:v>
                </c:pt>
                <c:pt idx="151">
                  <c:v>0.1943521811</c:v>
                </c:pt>
                <c:pt idx="152">
                  <c:v>0.1885950885</c:v>
                </c:pt>
                <c:pt idx="153">
                  <c:v>0.1829372692</c:v>
                </c:pt>
                <c:pt idx="154">
                  <c:v>0.1773827337</c:v>
                </c:pt>
                <c:pt idx="155">
                  <c:v>0.1719348651</c:v>
                </c:pt>
                <c:pt idx="156">
                  <c:v>0.1665964707</c:v>
                </c:pt>
                <c:pt idx="157">
                  <c:v>0.1613698306</c:v>
                </c:pt>
                <c:pt idx="158">
                  <c:v>0.1562567417</c:v>
                </c:pt>
                <c:pt idx="159">
                  <c:v>0.1512585601</c:v>
                </c:pt>
                <c:pt idx="160">
                  <c:v>0.1463762395</c:v>
                </c:pt>
                <c:pt idx="161">
                  <c:v>0.1416103671</c:v>
                </c:pt>
                <c:pt idx="162">
                  <c:v>0.1369611974</c:v>
                </c:pt>
                <c:pt idx="163">
                  <c:v>0.132428683</c:v>
                </c:pt>
                <c:pt idx="164">
                  <c:v>0.1280125036</c:v>
                </c:pt>
                <c:pt idx="165">
                  <c:v>0.1015536248</c:v>
                </c:pt>
                <c:pt idx="166">
                  <c:v>0.0982380977</c:v>
                </c:pt>
                <c:pt idx="167">
                  <c:v>0.0950044186</c:v>
                </c:pt>
                <c:pt idx="168">
                  <c:v>0.0918524902</c:v>
                </c:pt>
                <c:pt idx="169">
                  <c:v>0.08878203</c:v>
                </c:pt>
                <c:pt idx="170">
                  <c:v>0.0857925885</c:v>
                </c:pt>
                <c:pt idx="171">
                  <c:v>0.0828835663</c:v>
                </c:pt>
                <c:pt idx="172">
                  <c:v>0.08005423</c:v>
                </c:pt>
                <c:pt idx="173">
                  <c:v>0.0773037261</c:v>
                </c:pt>
                <c:pt idx="174">
                  <c:v>0.074631095</c:v>
                </c:pt>
                <c:pt idx="175">
                  <c:v>0.0720352831</c:v>
                </c:pt>
                <c:pt idx="176">
                  <c:v>0.0695151545</c:v>
                </c:pt>
                <c:pt idx="177">
                  <c:v>0.0670695013</c:v>
                </c:pt>
                <c:pt idx="178">
                  <c:v>0.0646970533</c:v>
                </c:pt>
                <c:pt idx="179">
                  <c:v>0.0623964872</c:v>
                </c:pt>
                <c:pt idx="180">
                  <c:v>0.0601664345</c:v>
                </c:pt>
                <c:pt idx="181">
                  <c:v>0.0580054894</c:v>
                </c:pt>
                <c:pt idx="182">
                  <c:v>0.0559122154</c:v>
                </c:pt>
                <c:pt idx="183">
                  <c:v>0.0538851516</c:v>
                </c:pt>
                <c:pt idx="184">
                  <c:v>0.0519228189</c:v>
                </c:pt>
                <c:pt idx="185">
                  <c:v>0.0500237249</c:v>
                </c:pt>
                <c:pt idx="186">
                  <c:v>0.0481863686</c:v>
                </c:pt>
                <c:pt idx="187">
                  <c:v>0.0464092453</c:v>
                </c:pt>
                <c:pt idx="188">
                  <c:v>0.0446908501</c:v>
                </c:pt>
                <c:pt idx="189">
                  <c:v>0.0430296815</c:v>
                </c:pt>
                <c:pt idx="190">
                  <c:v>0.041424245</c:v>
                </c:pt>
                <c:pt idx="191">
                  <c:v>0.0398730555</c:v>
                </c:pt>
                <c:pt idx="192">
                  <c:v>0.0383746404</c:v>
                </c:pt>
                <c:pt idx="193">
                  <c:v>0.0369275416</c:v>
                </c:pt>
                <c:pt idx="194">
                  <c:v>0.0355303177</c:v>
                </c:pt>
                <c:pt idx="195">
                  <c:v>0.034181546</c:v>
                </c:pt>
                <c:pt idx="196">
                  <c:v>0.0328798237</c:v>
                </c:pt>
                <c:pt idx="197">
                  <c:v>0.0316237697</c:v>
                </c:pt>
                <c:pt idx="198">
                  <c:v>0.0304120258</c:v>
                </c:pt>
                <c:pt idx="199">
                  <c:v>0.0292432574</c:v>
                </c:pt>
                <c:pt idx="200">
                  <c:v>0.0281161549</c:v>
                </c:pt>
                <c:pt idx="201">
                  <c:v>0.0270294342</c:v>
                </c:pt>
                <c:pt idx="202">
                  <c:v>0.0259818373</c:v>
                </c:pt>
                <c:pt idx="203">
                  <c:v>0.0249721328</c:v>
                </c:pt>
                <c:pt idx="204">
                  <c:v>0.0239991165</c:v>
                </c:pt>
                <c:pt idx="205">
                  <c:v>0.0230616113</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4"/>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Sum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0.2"/>
      </c:valAx>
      <c:valAx>
        <c:axId val="48650112"/>
        <c:scaling>
          <c:orientation val="minMax"/>
          <c:max val="0.61"/>
          <c:min val="0.38"/>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Neuron 0</c:v>
          </c:tx>
          <c:spPr>
            <a:ln xmlns:a="http://schemas.openxmlformats.org/drawingml/2006/main" w="20955">
              <a:solidFill>
                <a:srgbClr val="176B87"/>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0.1743203557</c:v>
                </c:pt>
                <c:pt idx="1">
                  <c:v>0.2210915355</c:v>
                </c:pt>
                <c:pt idx="2">
                  <c:v>0.2628859675</c:v>
                </c:pt>
                <c:pt idx="3">
                  <c:v>0.3000778411</c:v>
                </c:pt>
                <c:pt idx="4">
                  <c:v>0.3330166842</c:v>
                </c:pt>
                <c:pt idx="5">
                  <c:v>0.3620288786</c:v>
                </c:pt>
                <c:pt idx="6">
                  <c:v>0.3874190871</c:v>
                </c:pt>
                <c:pt idx="7">
                  <c:v>0.4094715948</c:v>
                </c:pt>
                <c:pt idx="8">
                  <c:v>0.4284515724</c:v>
                </c:pt>
                <c:pt idx="9">
                  <c:v>0.4446062647</c:v>
                </c:pt>
                <c:pt idx="10">
                  <c:v>0.4581661081</c:v>
                </c:pt>
                <c:pt idx="11">
                  <c:v>0.469345782</c:v>
                </c:pt>
                <c:pt idx="12">
                  <c:v>0.478345198</c:v>
                </c:pt>
                <c:pt idx="13">
                  <c:v>0.4853504292</c:v>
                </c:pt>
                <c:pt idx="14">
                  <c:v>0.490534585</c:v>
                </c:pt>
                <c:pt idx="15">
                  <c:v>0.4940586329</c:v>
                </c:pt>
                <c:pt idx="16">
                  <c:v>0.4960721706</c:v>
                </c:pt>
                <c:pt idx="17">
                  <c:v>0.496714153</c:v>
                </c:pt>
                <c:pt idx="18">
                  <c:v>0.4961135738</c:v>
                </c:pt>
                <c:pt idx="19">
                  <c:v>0.4943901069</c:v>
                </c:pt>
                <c:pt idx="20">
                  <c:v>0.4916547085</c:v>
                </c:pt>
                <c:pt idx="21">
                  <c:v>0.4880101831</c:v>
                </c:pt>
                <c:pt idx="22">
                  <c:v>0.4835517142</c:v>
                </c:pt>
                <c:pt idx="23">
                  <c:v>0.4783673635</c:v>
                </c:pt>
                <c:pt idx="24">
                  <c:v>0.4725385393</c:v>
                </c:pt>
                <c:pt idx="25">
                  <c:v>0.4661404355</c:v>
                </c:pt>
                <c:pt idx="26">
                  <c:v>0.4592424445</c:v>
                </c:pt>
                <c:pt idx="27">
                  <c:v>0.4519085444</c:v>
                </c:pt>
                <c:pt idx="28">
                  <c:v>0.4441976614</c:v>
                </c:pt>
                <c:pt idx="29">
                  <c:v>0.4361640112</c:v>
                </c:pt>
                <c:pt idx="30">
                  <c:v>0.4278574176</c:v>
                </c:pt>
                <c:pt idx="31">
                  <c:v>0.4193236126</c:v>
                </c:pt>
                <c:pt idx="32">
                  <c:v>0.4106045163</c:v>
                </c:pt>
                <c:pt idx="33">
                  <c:v>0.4017385005</c:v>
                </c:pt>
                <c:pt idx="34">
                  <c:v>0.3927606349</c:v>
                </c:pt>
                <c:pt idx="35">
                  <c:v>0.3837029179</c:v>
                </c:pt>
                <c:pt idx="36">
                  <c:v>0.3745944928</c:v>
                </c:pt>
                <c:pt idx="37">
                  <c:v>0.3654618501</c:v>
                </c:pt>
                <c:pt idx="38">
                  <c:v>0.3563290169</c:v>
                </c:pt>
                <c:pt idx="39">
                  <c:v>0.3472177346</c:v>
                </c:pt>
                <c:pt idx="40">
                  <c:v>0.3381476241</c:v>
                </c:pt>
                <c:pt idx="41">
                  <c:v>0.3291363413</c:v>
                </c:pt>
                <c:pt idx="42">
                  <c:v>0.3201997219</c:v>
                </c:pt>
                <c:pt idx="43">
                  <c:v>0.3113519171</c:v>
                </c:pt>
                <c:pt idx="44">
                  <c:v>0.3026055203</c:v>
                </c:pt>
                <c:pt idx="45">
                  <c:v>0.293971685</c:v>
                </c:pt>
                <c:pt idx="46">
                  <c:v>0.2854602358</c:v>
                </c:pt>
                <c:pt idx="47">
                  <c:v>0.2770797713</c:v>
                </c:pt>
                <c:pt idx="48">
                  <c:v>0.26883776</c:v>
                </c:pt>
                <c:pt idx="49">
                  <c:v>0.2607406306</c:v>
                </c:pt>
                <c:pt idx="50">
                  <c:v>0.2527938554</c:v>
                </c:pt>
                <c:pt idx="51">
                  <c:v>0.2450020282</c:v>
                </c:pt>
                <c:pt idx="52">
                  <c:v>0.2373689371</c:v>
                </c:pt>
                <c:pt idx="53">
                  <c:v>0.2298976323</c:v>
                </c:pt>
                <c:pt idx="54">
                  <c:v>0.2225904888</c:v>
                </c:pt>
                <c:pt idx="55">
                  <c:v>0.215449265</c:v>
                </c:pt>
                <c:pt idx="56">
                  <c:v>0.2084751576</c:v>
                </c:pt>
                <c:pt idx="57">
                  <c:v>0.2016688518</c:v>
                </c:pt>
                <c:pt idx="58">
                  <c:v>0.1950305682</c:v>
                </c:pt>
                <c:pt idx="59">
                  <c:v>0.1885601072</c:v>
                </c:pt>
                <c:pt idx="60">
                  <c:v>0.1822568888</c:v>
                </c:pt>
                <c:pt idx="61">
                  <c:v>0.1761199903</c:v>
                </c:pt>
                <c:pt idx="62">
                  <c:v>0.1701481813</c:v>
                </c:pt>
                <c:pt idx="63">
                  <c:v>0.1643399559</c:v>
                </c:pt>
                <c:pt idx="64">
                  <c:v>0.1586935623</c:v>
                </c:pt>
                <c:pt idx="65">
                  <c:v>0.1532070305</c:v>
                </c:pt>
                <c:pt idx="66">
                  <c:v>0.1478781978</c:v>
                </c:pt>
                <c:pt idx="67">
                  <c:v>0.142704732</c:v>
                </c:pt>
                <c:pt idx="68">
                  <c:v>0.1376841535</c:v>
                </c:pt>
                <c:pt idx="69">
                  <c:v>0.132813855</c:v>
                </c:pt>
                <c:pt idx="70">
                  <c:v>0.1280911197</c:v>
                </c:pt>
                <c:pt idx="71">
                  <c:v>0.1235131386</c:v>
                </c:pt>
                <c:pt idx="72">
                  <c:v>0.1190770254</c:v>
                </c:pt>
                <c:pt idx="73">
                  <c:v>0.1147798313</c:v>
                </c:pt>
                <c:pt idx="74">
                  <c:v>0.1106185575</c:v>
                </c:pt>
                <c:pt idx="75">
                  <c:v>0.1065901674</c:v>
                </c:pt>
                <c:pt idx="76">
                  <c:v>0.1026915972</c:v>
                </c:pt>
                <c:pt idx="77">
                  <c:v>0.098919766</c:v>
                </c:pt>
                <c:pt idx="78">
                  <c:v>0.0952715845</c:v>
                </c:pt>
                <c:pt idx="79">
                  <c:v>0.0917439633</c:v>
                </c:pt>
                <c:pt idx="80">
                  <c:v>0.0883338203</c:v>
                </c:pt>
                <c:pt idx="81">
                  <c:v>0.0850380872</c:v>
                </c:pt>
                <c:pt idx="82">
                  <c:v>0.0818537157</c:v>
                </c:pt>
                <c:pt idx="83">
                  <c:v>0.0787776824</c:v>
                </c:pt>
                <c:pt idx="84">
                  <c:v>0.0758069943</c:v>
                </c:pt>
                <c:pt idx="85">
                  <c:v>0.0729386923</c:v>
                </c:pt>
                <c:pt idx="86">
                  <c:v>0.0701698556</c:v>
                </c:pt>
                <c:pt idx="87">
                  <c:v>0.0674976048</c:v>
                </c:pt>
                <c:pt idx="88">
                  <c:v>0.0649191045</c:v>
                </c:pt>
                <c:pt idx="89">
                  <c:v>0.0624315664</c:v>
                </c:pt>
                <c:pt idx="90">
                  <c:v>0.0600322511</c:v>
                </c:pt>
                <c:pt idx="91">
                  <c:v>0.0577184699</c:v>
                </c:pt>
                <c:pt idx="92">
                  <c:v>0.0554875868</c:v>
                </c:pt>
                <c:pt idx="93">
                  <c:v>0.0533370192</c:v>
                </c:pt>
                <c:pt idx="94">
                  <c:v>0.0512642394</c:v>
                </c:pt>
                <c:pt idx="95">
                  <c:v>0.0492667751</c:v>
                </c:pt>
                <c:pt idx="96">
                  <c:v>0.0473422103</c:v>
                </c:pt>
                <c:pt idx="97">
                  <c:v>0</c:v>
                </c:pt>
                <c:pt idx="98">
                  <c:v>0.0642179292</c:v>
                </c:pt>
                <c:pt idx="99">
                  <c:v>0.1221719676</c:v>
                </c:pt>
                <c:pt idx="100">
                  <c:v>0.1743203557</c:v>
                </c:pt>
                <c:pt idx="101">
                  <c:v>0.2210915355</c:v>
                </c:pt>
                <c:pt idx="102">
                  <c:v>0.2628859675</c:v>
                </c:pt>
                <c:pt idx="103">
                  <c:v>0.3000778411</c:v>
                </c:pt>
                <c:pt idx="104">
                  <c:v>0.3330166842</c:v>
                </c:pt>
                <c:pt idx="105">
                  <c:v>0.3620288786</c:v>
                </c:pt>
                <c:pt idx="106">
                  <c:v>0.3874190871</c:v>
                </c:pt>
                <c:pt idx="107">
                  <c:v>0.4094715948</c:v>
                </c:pt>
                <c:pt idx="108">
                  <c:v>0.4284515724</c:v>
                </c:pt>
                <c:pt idx="109">
                  <c:v>0.4446062647</c:v>
                </c:pt>
                <c:pt idx="110">
                  <c:v>0.4581661081</c:v>
                </c:pt>
                <c:pt idx="111">
                  <c:v>0.469345782</c:v>
                </c:pt>
                <c:pt idx="112">
                  <c:v>0.478345198</c:v>
                </c:pt>
                <c:pt idx="113">
                  <c:v>0.4853504292</c:v>
                </c:pt>
                <c:pt idx="114">
                  <c:v>0.490534585</c:v>
                </c:pt>
                <c:pt idx="115">
                  <c:v>0.4940586329</c:v>
                </c:pt>
                <c:pt idx="116">
                  <c:v>0.4960721706</c:v>
                </c:pt>
                <c:pt idx="117">
                  <c:v>0.496714153</c:v>
                </c:pt>
                <c:pt idx="118">
                  <c:v>0.4961135738</c:v>
                </c:pt>
                <c:pt idx="119">
                  <c:v>0.4943901069</c:v>
                </c:pt>
                <c:pt idx="120">
                  <c:v>0.4916547085</c:v>
                </c:pt>
                <c:pt idx="121">
                  <c:v>0.4880101831</c:v>
                </c:pt>
                <c:pt idx="122">
                  <c:v>0.4835517142</c:v>
                </c:pt>
                <c:pt idx="123">
                  <c:v>0.4783673635</c:v>
                </c:pt>
                <c:pt idx="124">
                  <c:v>0.4725385393</c:v>
                </c:pt>
                <c:pt idx="125">
                  <c:v>0.4661404355</c:v>
                </c:pt>
                <c:pt idx="126">
                  <c:v>0.4592424445</c:v>
                </c:pt>
                <c:pt idx="127">
                  <c:v>0.4519085444</c:v>
                </c:pt>
                <c:pt idx="128">
                  <c:v>0.4441976614</c:v>
                </c:pt>
                <c:pt idx="129">
                  <c:v>0.4361640112</c:v>
                </c:pt>
                <c:pt idx="130">
                  <c:v>0.4278574176</c:v>
                </c:pt>
                <c:pt idx="131">
                  <c:v>0.4193236126</c:v>
                </c:pt>
                <c:pt idx="132">
                  <c:v>0.4106045163</c:v>
                </c:pt>
                <c:pt idx="133">
                  <c:v>0.4017385005</c:v>
                </c:pt>
                <c:pt idx="134">
                  <c:v>0.3927606349</c:v>
                </c:pt>
                <c:pt idx="135">
                  <c:v>0.3837029179</c:v>
                </c:pt>
                <c:pt idx="136">
                  <c:v>0.3745944928</c:v>
                </c:pt>
                <c:pt idx="137">
                  <c:v>0.3654618501</c:v>
                </c:pt>
                <c:pt idx="138">
                  <c:v>0.3563290169</c:v>
                </c:pt>
                <c:pt idx="139">
                  <c:v>0.3472177346</c:v>
                </c:pt>
                <c:pt idx="140">
                  <c:v>0.3381476241</c:v>
                </c:pt>
                <c:pt idx="141">
                  <c:v>0.3291363413</c:v>
                </c:pt>
                <c:pt idx="142">
                  <c:v>0.3201997219</c:v>
                </c:pt>
                <c:pt idx="143">
                  <c:v>0.3113519171</c:v>
                </c:pt>
                <c:pt idx="144">
                  <c:v>0.3026055203</c:v>
                </c:pt>
                <c:pt idx="145">
                  <c:v>0.293971685</c:v>
                </c:pt>
                <c:pt idx="146">
                  <c:v>0.2854602358</c:v>
                </c:pt>
                <c:pt idx="147">
                  <c:v>0.2770797713</c:v>
                </c:pt>
                <c:pt idx="148">
                  <c:v>0.26883776</c:v>
                </c:pt>
                <c:pt idx="149">
                  <c:v>0.2607406306</c:v>
                </c:pt>
                <c:pt idx="150">
                  <c:v>0.2527938554</c:v>
                </c:pt>
                <c:pt idx="151">
                  <c:v>0.2450020282</c:v>
                </c:pt>
                <c:pt idx="152">
                  <c:v>0.2373689371</c:v>
                </c:pt>
                <c:pt idx="153">
                  <c:v>0.2298976323</c:v>
                </c:pt>
                <c:pt idx="154">
                  <c:v>0.2225904888</c:v>
                </c:pt>
                <c:pt idx="155">
                  <c:v>0.215449265</c:v>
                </c:pt>
                <c:pt idx="156">
                  <c:v>0.2084751576</c:v>
                </c:pt>
                <c:pt idx="157">
                  <c:v>0.2016688518</c:v>
                </c:pt>
                <c:pt idx="158">
                  <c:v>0.1950305682</c:v>
                </c:pt>
                <c:pt idx="159">
                  <c:v>0.1885601072</c:v>
                </c:pt>
                <c:pt idx="160">
                  <c:v>0.1822568888</c:v>
                </c:pt>
                <c:pt idx="161">
                  <c:v>0.1761199903</c:v>
                </c:pt>
                <c:pt idx="162">
                  <c:v>0.1701481813</c:v>
                </c:pt>
                <c:pt idx="163">
                  <c:v>0.1643399559</c:v>
                </c:pt>
                <c:pt idx="164">
                  <c:v>0.1586935623</c:v>
                </c:pt>
                <c:pt idx="165">
                  <c:v>0.1532070305</c:v>
                </c:pt>
                <c:pt idx="166">
                  <c:v>0.1478781978</c:v>
                </c:pt>
                <c:pt idx="167">
                  <c:v>0.142704732</c:v>
                </c:pt>
                <c:pt idx="168">
                  <c:v>0.1376841535</c:v>
                </c:pt>
                <c:pt idx="169">
                  <c:v>0.132813855</c:v>
                </c:pt>
                <c:pt idx="170">
                  <c:v>0.1280911197</c:v>
                </c:pt>
                <c:pt idx="171">
                  <c:v>0.1235131386</c:v>
                </c:pt>
                <c:pt idx="172">
                  <c:v>0.1190770254</c:v>
                </c:pt>
                <c:pt idx="173">
                  <c:v>0.1147798313</c:v>
                </c:pt>
                <c:pt idx="174">
                  <c:v>0.1106185575</c:v>
                </c:pt>
                <c:pt idx="175">
                  <c:v>0.1065901674</c:v>
                </c:pt>
                <c:pt idx="176">
                  <c:v>0.1026915972</c:v>
                </c:pt>
                <c:pt idx="177">
                  <c:v>0.098919766</c:v>
                </c:pt>
                <c:pt idx="178">
                  <c:v>0.0952715845</c:v>
                </c:pt>
                <c:pt idx="179">
                  <c:v>0.0917439633</c:v>
                </c:pt>
                <c:pt idx="180">
                  <c:v>0.0883338203</c:v>
                </c:pt>
                <c:pt idx="181">
                  <c:v>0.0850380872</c:v>
                </c:pt>
                <c:pt idx="182">
                  <c:v>0.0818537157</c:v>
                </c:pt>
                <c:pt idx="183">
                  <c:v>0.0787776824</c:v>
                </c:pt>
                <c:pt idx="184">
                  <c:v>0.0758069943</c:v>
                </c:pt>
                <c:pt idx="185">
                  <c:v>0.0729386923</c:v>
                </c:pt>
                <c:pt idx="186">
                  <c:v>0.0701698556</c:v>
                </c:pt>
                <c:pt idx="187">
                  <c:v>0.0674976048</c:v>
                </c:pt>
                <c:pt idx="188">
                  <c:v>0.0649191045</c:v>
                </c:pt>
                <c:pt idx="189">
                  <c:v>0.0624315664</c:v>
                </c:pt>
                <c:pt idx="190">
                  <c:v>0.0600322511</c:v>
                </c:pt>
                <c:pt idx="191">
                  <c:v>0.0577184699</c:v>
                </c:pt>
                <c:pt idx="192">
                  <c:v>0.0554875868</c:v>
                </c:pt>
                <c:pt idx="193">
                  <c:v>0.0533370192</c:v>
                </c:pt>
                <c:pt idx="194">
                  <c:v>0.0512642394</c:v>
                </c:pt>
                <c:pt idx="195">
                  <c:v>0.0492667751</c:v>
                </c:pt>
                <c:pt idx="196">
                  <c:v>0.0473422103</c:v>
                </c:pt>
                <c:pt idx="197">
                  <c:v>0</c:v>
                </c:pt>
                <c:pt idx="198">
                  <c:v>0.0642179292</c:v>
                </c:pt>
                <c:pt idx="199">
                  <c:v>0.1221719676</c:v>
                </c:pt>
                <c:pt idx="200">
                  <c:v>0.1743203557</c:v>
                </c:pt>
                <c:pt idx="201">
                  <c:v>0.2210915355</c:v>
                </c:pt>
                <c:pt idx="202">
                  <c:v>0.2628859675</c:v>
                </c:pt>
                <c:pt idx="203">
                  <c:v>0.3000778411</c:v>
                </c:pt>
                <c:pt idx="204">
                  <c:v>0.3330166842</c:v>
                </c:pt>
                <c:pt idx="205">
                  <c:v>0.3620288786</c:v>
                </c:pt>
                <c:pt idx="206">
                  <c:v>0.3874190871</c:v>
                </c:pt>
                <c:pt idx="207">
                  <c:v>0.4094715948</c:v>
                </c:pt>
                <c:pt idx="208">
                  <c:v>0.4284515724</c:v>
                </c:pt>
                <c:pt idx="209">
                  <c:v>0.4446062647</c:v>
                </c:pt>
                <c:pt idx="210">
                  <c:v>0.4581661081</c:v>
                </c:pt>
                <c:pt idx="211">
                  <c:v>0.469345782</c:v>
                </c:pt>
                <c:pt idx="212">
                  <c:v>0.478345198</c:v>
                </c:pt>
                <c:pt idx="213">
                  <c:v>0.4853504292</c:v>
                </c:pt>
                <c:pt idx="214">
                  <c:v>0.490534585</c:v>
                </c:pt>
                <c:pt idx="215">
                  <c:v>0.4940586329</c:v>
                </c:pt>
                <c:pt idx="216">
                  <c:v>0.4960721706</c:v>
                </c:pt>
                <c:pt idx="217">
                  <c:v>0.496714153</c:v>
                </c:pt>
                <c:pt idx="218">
                  <c:v>0.4961135738</c:v>
                </c:pt>
                <c:pt idx="219">
                  <c:v>0.4943901069</c:v>
                </c:pt>
                <c:pt idx="220">
                  <c:v>0.4916547085</c:v>
                </c:pt>
                <c:pt idx="221">
                  <c:v>0.4880101831</c:v>
                </c:pt>
                <c:pt idx="222">
                  <c:v>0.4835517142</c:v>
                </c:pt>
                <c:pt idx="223">
                  <c:v>0.4783673635</c:v>
                </c:pt>
                <c:pt idx="224">
                  <c:v>0.4725385393</c:v>
                </c:pt>
                <c:pt idx="225">
                  <c:v>0.4661404355</c:v>
                </c:pt>
                <c:pt idx="226">
                  <c:v>0.4592424445</c:v>
                </c:pt>
                <c:pt idx="227">
                  <c:v>0.4519085444</c:v>
                </c:pt>
                <c:pt idx="228">
                  <c:v>0.4441976614</c:v>
                </c:pt>
                <c:pt idx="229">
                  <c:v>0.4361640112</c:v>
                </c:pt>
                <c:pt idx="230">
                  <c:v>0.4278574176</c:v>
                </c:pt>
                <c:pt idx="231">
                  <c:v>0.4193236126</c:v>
                </c:pt>
                <c:pt idx="232">
                  <c:v>0.4106045163</c:v>
                </c:pt>
                <c:pt idx="233">
                  <c:v>0.4017385005</c:v>
                </c:pt>
                <c:pt idx="234">
                  <c:v>0.3927606349</c:v>
                </c:pt>
                <c:pt idx="235">
                  <c:v>0.3837029179</c:v>
                </c:pt>
                <c:pt idx="236">
                  <c:v>0.3745944928</c:v>
                </c:pt>
                <c:pt idx="237">
                  <c:v>0.3654618501</c:v>
                </c:pt>
                <c:pt idx="238">
                  <c:v>0.3563290169</c:v>
                </c:pt>
                <c:pt idx="239">
                  <c:v>0.3472177346</c:v>
                </c:pt>
                <c:pt idx="240">
                  <c:v>0.3381476241</c:v>
                </c:pt>
                <c:pt idx="241">
                  <c:v>0.3291363413</c:v>
                </c:pt>
                <c:pt idx="242">
                  <c:v>0.3201997219</c:v>
                </c:pt>
                <c:pt idx="243">
                  <c:v>0.3113519171</c:v>
                </c:pt>
                <c:pt idx="244">
                  <c:v>0.3026055203</c:v>
                </c:pt>
                <c:pt idx="245">
                  <c:v>0.293971685</c:v>
                </c:pt>
                <c:pt idx="246">
                  <c:v>0.2854602358</c:v>
                </c:pt>
                <c:pt idx="247">
                  <c:v>0.2770797713</c:v>
                </c:pt>
                <c:pt idx="248">
                  <c:v>0.26883776</c:v>
                </c:pt>
                <c:pt idx="249">
                  <c:v>0.2607406306</c:v>
                </c:pt>
                <c:pt idx="250">
                  <c:v>0.2527938554</c:v>
                </c:pt>
                <c:pt idx="251">
                  <c:v>0.2450020282</c:v>
                </c:pt>
                <c:pt idx="252">
                  <c:v>0.2373689371</c:v>
                </c:pt>
                <c:pt idx="253">
                  <c:v>0.2298976323</c:v>
                </c:pt>
                <c:pt idx="254">
                  <c:v>0.2225904888</c:v>
                </c:pt>
                <c:pt idx="255">
                  <c:v>0.215449265</c:v>
                </c:pt>
                <c:pt idx="256">
                  <c:v>0.2084751576</c:v>
                </c:pt>
                <c:pt idx="257">
                  <c:v>0.2016688518</c:v>
                </c:pt>
                <c:pt idx="258">
                  <c:v>0.1950305682</c:v>
                </c:pt>
                <c:pt idx="259">
                  <c:v>0.1885601072</c:v>
                </c:pt>
                <c:pt idx="260">
                  <c:v>0.1822568888</c:v>
                </c:pt>
                <c:pt idx="261">
                  <c:v>0.1761199903</c:v>
                </c:pt>
                <c:pt idx="262">
                  <c:v>0.1701481813</c:v>
                </c:pt>
                <c:pt idx="263">
                  <c:v>0.1643399559</c:v>
                </c:pt>
                <c:pt idx="264">
                  <c:v>0.1586935623</c:v>
                </c:pt>
                <c:pt idx="265">
                  <c:v>0.1532070305</c:v>
                </c:pt>
                <c:pt idx="266">
                  <c:v>0.1478781978</c:v>
                </c:pt>
                <c:pt idx="267">
                  <c:v>0.142704732</c:v>
                </c:pt>
                <c:pt idx="268">
                  <c:v>0.1376841535</c:v>
                </c:pt>
                <c:pt idx="269">
                  <c:v>0.132813855</c:v>
                </c:pt>
                <c:pt idx="270">
                  <c:v>0.1280911197</c:v>
                </c:pt>
                <c:pt idx="271">
                  <c:v>0.1235131386</c:v>
                </c:pt>
                <c:pt idx="272">
                  <c:v>0.1190770254</c:v>
                </c:pt>
                <c:pt idx="273">
                  <c:v>0.1147798313</c:v>
                </c:pt>
                <c:pt idx="274">
                  <c:v>0.1106185575</c:v>
                </c:pt>
                <c:pt idx="275">
                  <c:v>0.1065901674</c:v>
                </c:pt>
                <c:pt idx="276">
                  <c:v>0.1026915972</c:v>
                </c:pt>
                <c:pt idx="277">
                  <c:v>0.098919766</c:v>
                </c:pt>
                <c:pt idx="278">
                  <c:v>0.0952715845</c:v>
                </c:pt>
                <c:pt idx="279">
                  <c:v>0.0917439633</c:v>
                </c:pt>
                <c:pt idx="280">
                  <c:v>0.0883338203</c:v>
                </c:pt>
                <c:pt idx="281">
                  <c:v>0.0850380872</c:v>
                </c:pt>
                <c:pt idx="282">
                  <c:v>0.0818537157</c:v>
                </c:pt>
                <c:pt idx="283">
                  <c:v>0.0787776824</c:v>
                </c:pt>
                <c:pt idx="284">
                  <c:v>0.0758069943</c:v>
                </c:pt>
                <c:pt idx="285">
                  <c:v>0.0729386923</c:v>
                </c:pt>
                <c:pt idx="286">
                  <c:v>0.0701698556</c:v>
                </c:pt>
                <c:pt idx="287">
                  <c:v>0.0674976048</c:v>
                </c:pt>
                <c:pt idx="288">
                  <c:v>0.0649191045</c:v>
                </c:pt>
                <c:pt idx="289">
                  <c:v>0.0624315664</c:v>
                </c:pt>
                <c:pt idx="290">
                  <c:v>0.0600322511</c:v>
                </c:pt>
                <c:pt idx="291">
                  <c:v>0.0577184699</c:v>
                </c:pt>
                <c:pt idx="292">
                  <c:v>0.0554875868</c:v>
                </c:pt>
                <c:pt idx="293">
                  <c:v>0.0533370192</c:v>
                </c:pt>
                <c:pt idx="294">
                  <c:v>0.0512642394</c:v>
                </c:pt>
                <c:pt idx="295">
                  <c:v>0.0492667751</c:v>
                </c:pt>
                <c:pt idx="296">
                  <c:v>0.0473422103</c:v>
                </c:pt>
                <c:pt idx="297">
                  <c:v>0</c:v>
                </c:pt>
                <c:pt idx="298">
                  <c:v>0.0642179292</c:v>
                </c:pt>
                <c:pt idx="299">
                  <c:v>0.1221719676</c:v>
                </c:pt>
                <c:pt idx="300">
                  <c:v>0.1743203557</c:v>
                </c:pt>
                <c:pt idx="301">
                  <c:v>0.2210915355</c:v>
                </c:pt>
                <c:pt idx="302">
                  <c:v>0.2628859675</c:v>
                </c:pt>
                <c:pt idx="303">
                  <c:v>0.3000778411</c:v>
                </c:pt>
                <c:pt idx="304">
                  <c:v>0.3330166842</c:v>
                </c:pt>
                <c:pt idx="305">
                  <c:v>0.3620288786</c:v>
                </c:pt>
                <c:pt idx="306">
                  <c:v>0.3874190871</c:v>
                </c:pt>
                <c:pt idx="307">
                  <c:v>0.4094715948</c:v>
                </c:pt>
                <c:pt idx="308">
                  <c:v>0.4284515724</c:v>
                </c:pt>
                <c:pt idx="309">
                  <c:v>0.4446062647</c:v>
                </c:pt>
                <c:pt idx="310">
                  <c:v>0.4581661081</c:v>
                </c:pt>
                <c:pt idx="311">
                  <c:v>0.469345782</c:v>
                </c:pt>
                <c:pt idx="312">
                  <c:v>0.478345198</c:v>
                </c:pt>
                <c:pt idx="313">
                  <c:v>0.4853504292</c:v>
                </c:pt>
                <c:pt idx="314">
                  <c:v>0.490534585</c:v>
                </c:pt>
                <c:pt idx="315">
                  <c:v>0.4940586329</c:v>
                </c:pt>
                <c:pt idx="316">
                  <c:v>0.4960721706</c:v>
                </c:pt>
                <c:pt idx="317">
                  <c:v>0.496714153</c:v>
                </c:pt>
                <c:pt idx="318">
                  <c:v>0.4961135738</c:v>
                </c:pt>
                <c:pt idx="319">
                  <c:v>0.4943901069</c:v>
                </c:pt>
                <c:pt idx="320">
                  <c:v>0.4916547085</c:v>
                </c:pt>
                <c:pt idx="321">
                  <c:v>0.4880101831</c:v>
                </c:pt>
                <c:pt idx="322">
                  <c:v>0.4835517142</c:v>
                </c:pt>
                <c:pt idx="323">
                  <c:v>0.4783673635</c:v>
                </c:pt>
                <c:pt idx="324">
                  <c:v>0.4725385393</c:v>
                </c:pt>
                <c:pt idx="325">
                  <c:v>0.4661404355</c:v>
                </c:pt>
                <c:pt idx="326">
                  <c:v>0.4592424445</c:v>
                </c:pt>
                <c:pt idx="327">
                  <c:v>0.4519085444</c:v>
                </c:pt>
                <c:pt idx="328">
                  <c:v>0.4441976614</c:v>
                </c:pt>
                <c:pt idx="329">
                  <c:v>0.4361640112</c:v>
                </c:pt>
                <c:pt idx="330">
                  <c:v>0.4278574176</c:v>
                </c:pt>
                <c:pt idx="331">
                  <c:v>0.4193236126</c:v>
                </c:pt>
                <c:pt idx="332">
                  <c:v>0.4106045163</c:v>
                </c:pt>
                <c:pt idx="333">
                  <c:v>0.4017385005</c:v>
                </c:pt>
                <c:pt idx="334">
                  <c:v>0.3927606349</c:v>
                </c:pt>
                <c:pt idx="335">
                  <c:v>0.3837029179</c:v>
                </c:pt>
                <c:pt idx="336">
                  <c:v>0.3745944928</c:v>
                </c:pt>
                <c:pt idx="337">
                  <c:v>0.3654618501</c:v>
                </c:pt>
                <c:pt idx="338">
                  <c:v>0.3563290169</c:v>
                </c:pt>
                <c:pt idx="339">
                  <c:v>0.3472177346</c:v>
                </c:pt>
                <c:pt idx="340">
                  <c:v>0.3381476241</c:v>
                </c:pt>
                <c:pt idx="341">
                  <c:v>0.3291363413</c:v>
                </c:pt>
                <c:pt idx="342">
                  <c:v>0.3201997219</c:v>
                </c:pt>
                <c:pt idx="343">
                  <c:v>0.3113519171</c:v>
                </c:pt>
                <c:pt idx="344">
                  <c:v>0.3026055203</c:v>
                </c:pt>
                <c:pt idx="345">
                  <c:v>0.293971685</c:v>
                </c:pt>
                <c:pt idx="346">
                  <c:v>0.2854602358</c:v>
                </c:pt>
                <c:pt idx="347">
                  <c:v>0.2770797713</c:v>
                </c:pt>
                <c:pt idx="348">
                  <c:v>0.26883776</c:v>
                </c:pt>
                <c:pt idx="349">
                  <c:v>0.2607406306</c:v>
                </c:pt>
                <c:pt idx="350">
                  <c:v>0.2527938554</c:v>
                </c:pt>
                <c:pt idx="351">
                  <c:v>0.2450020282</c:v>
                </c:pt>
                <c:pt idx="352">
                  <c:v>0.2373689371</c:v>
                </c:pt>
                <c:pt idx="353">
                  <c:v>0.2298976323</c:v>
                </c:pt>
                <c:pt idx="354">
                  <c:v>0.2225904888</c:v>
                </c:pt>
                <c:pt idx="355">
                  <c:v>0.215449265</c:v>
                </c:pt>
                <c:pt idx="356">
                  <c:v>0.2084751576</c:v>
                </c:pt>
                <c:pt idx="357">
                  <c:v>0.2016688518</c:v>
                </c:pt>
                <c:pt idx="358">
                  <c:v>0.1950305682</c:v>
                </c:pt>
                <c:pt idx="359">
                  <c:v>0.1885601072</c:v>
                </c:pt>
                <c:pt idx="360">
                  <c:v>0.1822568888</c:v>
                </c:pt>
                <c:pt idx="361">
                  <c:v>0.1761199903</c:v>
                </c:pt>
                <c:pt idx="362">
                  <c:v>0.1701481813</c:v>
                </c:pt>
                <c:pt idx="363">
                  <c:v>0.1643399559</c:v>
                </c:pt>
                <c:pt idx="364">
                  <c:v>0.1586935623</c:v>
                </c:pt>
                <c:pt idx="365">
                  <c:v>0.1532070305</c:v>
                </c:pt>
                <c:pt idx="366">
                  <c:v>0.1478781978</c:v>
                </c:pt>
                <c:pt idx="367">
                  <c:v>0.142704732</c:v>
                </c:pt>
                <c:pt idx="368">
                  <c:v>0.1376841535</c:v>
                </c:pt>
                <c:pt idx="369">
                  <c:v>0.132813855</c:v>
                </c:pt>
                <c:pt idx="370">
                  <c:v>0.1280911197</c:v>
                </c:pt>
                <c:pt idx="371">
                  <c:v>0.1235131386</c:v>
                </c:pt>
                <c:pt idx="372">
                  <c:v>0.1190770254</c:v>
                </c:pt>
                <c:pt idx="373">
                  <c:v>0.1147798313</c:v>
                </c:pt>
                <c:pt idx="374">
                  <c:v>0.1106185575</c:v>
                </c:pt>
                <c:pt idx="375">
                  <c:v>0.1065901674</c:v>
                </c:pt>
                <c:pt idx="376">
                  <c:v>0.1026915972</c:v>
                </c:pt>
                <c:pt idx="377">
                  <c:v>0.098919766</c:v>
                </c:pt>
                <c:pt idx="378">
                  <c:v>0.0952715845</c:v>
                </c:pt>
                <c:pt idx="379">
                  <c:v>0.0917439633</c:v>
                </c:pt>
                <c:pt idx="380">
                  <c:v>0.0883338203</c:v>
                </c:pt>
                <c:pt idx="381">
                  <c:v>0.0850380872</c:v>
                </c:pt>
                <c:pt idx="382">
                  <c:v>0.0818537157</c:v>
                </c:pt>
                <c:pt idx="383">
                  <c:v>0.0787776824</c:v>
                </c:pt>
                <c:pt idx="384">
                  <c:v>0.0758069943</c:v>
                </c:pt>
                <c:pt idx="385">
                  <c:v>0.0729386923</c:v>
                </c:pt>
                <c:pt idx="386">
                  <c:v>0.0701698556</c:v>
                </c:pt>
                <c:pt idx="387">
                  <c:v>0.0674976048</c:v>
                </c:pt>
                <c:pt idx="388">
                  <c:v>0.0649191045</c:v>
                </c:pt>
                <c:pt idx="389">
                  <c:v>0.0624315664</c:v>
                </c:pt>
                <c:pt idx="390">
                  <c:v>0.0600322511</c:v>
                </c:pt>
                <c:pt idx="391">
                  <c:v>0.0577184699</c:v>
                </c:pt>
                <c:pt idx="392">
                  <c:v>0.0554875868</c:v>
                </c:pt>
                <c:pt idx="393">
                  <c:v>0.0533370192</c:v>
                </c:pt>
                <c:pt idx="394">
                  <c:v>0.0512642394</c:v>
                </c:pt>
                <c:pt idx="395">
                  <c:v>0.0492667751</c:v>
                </c:pt>
                <c:pt idx="396">
                  <c:v>0.0473422103</c:v>
                </c:pt>
                <c:pt idx="397">
                  <c:v>0</c:v>
                </c:pt>
                <c:pt idx="398">
                  <c:v>0.0642179292</c:v>
                </c:pt>
                <c:pt idx="399">
                  <c:v>0.1221719676</c:v>
                </c:pt>
                <c:pt idx="400">
                  <c:v>0.1743203557</c:v>
                </c:pt>
                <c:pt idx="401">
                  <c:v>0.2210915355</c:v>
                </c:pt>
                <c:pt idx="402">
                  <c:v>0.2628859675</c:v>
                </c:pt>
                <c:pt idx="403">
                  <c:v>0.3000778411</c:v>
                </c:pt>
                <c:pt idx="404">
                  <c:v>0.3330166842</c:v>
                </c:pt>
                <c:pt idx="405">
                  <c:v>0.3620288786</c:v>
                </c:pt>
                <c:pt idx="406">
                  <c:v>0.3874190871</c:v>
                </c:pt>
                <c:pt idx="407">
                  <c:v>0.4094715948</c:v>
                </c:pt>
                <c:pt idx="408">
                  <c:v>0.4284515724</c:v>
                </c:pt>
                <c:pt idx="409">
                  <c:v>0.4446062647</c:v>
                </c:pt>
                <c:pt idx="410">
                  <c:v>0.4581661081</c:v>
                </c:pt>
                <c:pt idx="411">
                  <c:v>0.469345782</c:v>
                </c:pt>
                <c:pt idx="412">
                  <c:v>0.478345198</c:v>
                </c:pt>
                <c:pt idx="413">
                  <c:v>0.4853504292</c:v>
                </c:pt>
                <c:pt idx="414">
                  <c:v>0.490534585</c:v>
                </c:pt>
                <c:pt idx="415">
                  <c:v>0.4940586329</c:v>
                </c:pt>
                <c:pt idx="416">
                  <c:v>0.4960721706</c:v>
                </c:pt>
                <c:pt idx="417">
                  <c:v>0.496714153</c:v>
                </c:pt>
                <c:pt idx="418">
                  <c:v>0.4961135738</c:v>
                </c:pt>
                <c:pt idx="419">
                  <c:v>0.4943901069</c:v>
                </c:pt>
                <c:pt idx="420">
                  <c:v>0.4916547085</c:v>
                </c:pt>
                <c:pt idx="421">
                  <c:v>0.4880101831</c:v>
                </c:pt>
                <c:pt idx="422">
                  <c:v>0.4835517142</c:v>
                </c:pt>
                <c:pt idx="423">
                  <c:v>0.4783673635</c:v>
                </c:pt>
                <c:pt idx="424">
                  <c:v>0.4725385393</c:v>
                </c:pt>
                <c:pt idx="425">
                  <c:v>0.4661404355</c:v>
                </c:pt>
                <c:pt idx="426">
                  <c:v>0.4592424445</c:v>
                </c:pt>
                <c:pt idx="427">
                  <c:v>0.4519085444</c:v>
                </c:pt>
                <c:pt idx="428">
                  <c:v>0.4441976614</c:v>
                </c:pt>
                <c:pt idx="429">
                  <c:v>0.4361640112</c:v>
                </c:pt>
                <c:pt idx="430">
                  <c:v>0.4278574176</c:v>
                </c:pt>
                <c:pt idx="431">
                  <c:v>0.4193236126</c:v>
                </c:pt>
                <c:pt idx="432">
                  <c:v>0.4106045163</c:v>
                </c:pt>
                <c:pt idx="433">
                  <c:v>0.4017385005</c:v>
                </c:pt>
                <c:pt idx="434">
                  <c:v>0.3927606349</c:v>
                </c:pt>
                <c:pt idx="435">
                  <c:v>0.3837029179</c:v>
                </c:pt>
                <c:pt idx="436">
                  <c:v>0.3745944928</c:v>
                </c:pt>
                <c:pt idx="437">
                  <c:v>0.3654618501</c:v>
                </c:pt>
                <c:pt idx="438">
                  <c:v>0.3563290169</c:v>
                </c:pt>
                <c:pt idx="439">
                  <c:v>0.3472177346</c:v>
                </c:pt>
                <c:pt idx="440">
                  <c:v>0.3381476241</c:v>
                </c:pt>
                <c:pt idx="441">
                  <c:v>0.3291363413</c:v>
                </c:pt>
                <c:pt idx="442">
                  <c:v>0.3201997219</c:v>
                </c:pt>
                <c:pt idx="443">
                  <c:v>0.3113519171</c:v>
                </c:pt>
                <c:pt idx="444">
                  <c:v>0.3026055203</c:v>
                </c:pt>
                <c:pt idx="445">
                  <c:v>0.293971685</c:v>
                </c:pt>
                <c:pt idx="446">
                  <c:v>0.2854602358</c:v>
                </c:pt>
                <c:pt idx="447">
                  <c:v>0.2770797713</c:v>
                </c:pt>
                <c:pt idx="448">
                  <c:v>0.26883776</c:v>
                </c:pt>
                <c:pt idx="449">
                  <c:v>0.2607406306</c:v>
                </c:pt>
                <c:pt idx="450">
                  <c:v>0.2527938554</c:v>
                </c:pt>
                <c:pt idx="451">
                  <c:v>0.2450020282</c:v>
                </c:pt>
                <c:pt idx="452">
                  <c:v>0.2373689371</c:v>
                </c:pt>
                <c:pt idx="453">
                  <c:v>0.2298976323</c:v>
                </c:pt>
                <c:pt idx="454">
                  <c:v>0.2225904888</c:v>
                </c:pt>
                <c:pt idx="455">
                  <c:v>0.215449265</c:v>
                </c:pt>
                <c:pt idx="456">
                  <c:v>0.2084751576</c:v>
                </c:pt>
                <c:pt idx="457">
                  <c:v>0.2016688518</c:v>
                </c:pt>
                <c:pt idx="458">
                  <c:v>0.1950305682</c:v>
                </c:pt>
                <c:pt idx="459">
                  <c:v>0.1885601072</c:v>
                </c:pt>
                <c:pt idx="460">
                  <c:v>0.1822568888</c:v>
                </c:pt>
                <c:pt idx="461">
                  <c:v>0.1761199903</c:v>
                </c:pt>
                <c:pt idx="462">
                  <c:v>0.1701481813</c:v>
                </c:pt>
                <c:pt idx="463">
                  <c:v>0.1643399559</c:v>
                </c:pt>
                <c:pt idx="464">
                  <c:v>0.1586935623</c:v>
                </c:pt>
                <c:pt idx="465">
                  <c:v>0.1532070305</c:v>
                </c:pt>
                <c:pt idx="466">
                  <c:v>0.1478781978</c:v>
                </c:pt>
                <c:pt idx="467">
                  <c:v>0.142704732</c:v>
                </c:pt>
                <c:pt idx="468">
                  <c:v>0.1376841535</c:v>
                </c:pt>
                <c:pt idx="469">
                  <c:v>0.132813855</c:v>
                </c:pt>
                <c:pt idx="470">
                  <c:v>0.1280911197</c:v>
                </c:pt>
                <c:pt idx="471">
                  <c:v>0.1235131386</c:v>
                </c:pt>
                <c:pt idx="472">
                  <c:v>0.1190770254</c:v>
                </c:pt>
                <c:pt idx="473">
                  <c:v>0.1147798313</c:v>
                </c:pt>
                <c:pt idx="474">
                  <c:v>0.1106185575</c:v>
                </c:pt>
                <c:pt idx="475">
                  <c:v>0.1065901674</c:v>
                </c:pt>
                <c:pt idx="476">
                  <c:v>0.1026915972</c:v>
                </c:pt>
                <c:pt idx="477">
                  <c:v>0.098919766</c:v>
                </c:pt>
                <c:pt idx="478">
                  <c:v>0.0952715845</c:v>
                </c:pt>
                <c:pt idx="479">
                  <c:v>0.0917439633</c:v>
                </c:pt>
                <c:pt idx="480">
                  <c:v>0.0883338203</c:v>
                </c:pt>
                <c:pt idx="481">
                  <c:v>0.0850380872</c:v>
                </c:pt>
                <c:pt idx="482">
                  <c:v>0.0818537157</c:v>
                </c:pt>
                <c:pt idx="483">
                  <c:v>0.0787776824</c:v>
                </c:pt>
                <c:pt idx="484">
                  <c:v>0.0758069943</c:v>
                </c:pt>
                <c:pt idx="485">
                  <c:v>0.0729386923</c:v>
                </c:pt>
                <c:pt idx="486">
                  <c:v>0.0701698556</c:v>
                </c:pt>
                <c:pt idx="487">
                  <c:v>0.0674976048</c:v>
                </c:pt>
                <c:pt idx="488">
                  <c:v>0.0649191045</c:v>
                </c:pt>
                <c:pt idx="489">
                  <c:v>0.0624315664</c:v>
                </c:pt>
                <c:pt idx="490">
                  <c:v>0.0600322511</c:v>
                </c:pt>
                <c:pt idx="491">
                  <c:v>0.0577184699</c:v>
                </c:pt>
                <c:pt idx="492">
                  <c:v>0.0554875868</c:v>
                </c:pt>
                <c:pt idx="493">
                  <c:v>0.0533370192</c:v>
                </c:pt>
                <c:pt idx="494">
                  <c:v>0.0512642394</c:v>
                </c:pt>
                <c:pt idx="495">
                  <c:v>0.0492667751</c:v>
                </c:pt>
                <c:pt idx="496">
                  <c:v>0.0473422103</c:v>
                </c:pt>
                <c:pt idx="497">
                  <c:v>0</c:v>
                </c:pt>
                <c:pt idx="498">
                  <c:v>0.0642179292</c:v>
                </c:pt>
                <c:pt idx="499">
                  <c:v>0.1221719676</c:v>
                </c:pt>
                <c:pt idx="500">
                  <c:v>0.1743203557</c:v>
                </c:pt>
                <c:pt idx="501">
                  <c:v>0.2210915355</c:v>
                </c:pt>
                <c:pt idx="502">
                  <c:v>0.2628859675</c:v>
                </c:pt>
                <c:pt idx="503">
                  <c:v>0.3000778411</c:v>
                </c:pt>
                <c:pt idx="504">
                  <c:v>0.3330166842</c:v>
                </c:pt>
                <c:pt idx="505">
                  <c:v>0.3620288786</c:v>
                </c:pt>
                <c:pt idx="506">
                  <c:v>0.3874190871</c:v>
                </c:pt>
                <c:pt idx="507">
                  <c:v>0.4094715948</c:v>
                </c:pt>
                <c:pt idx="508">
                  <c:v>0.4284515724</c:v>
                </c:pt>
                <c:pt idx="509">
                  <c:v>0.4446062647</c:v>
                </c:pt>
                <c:pt idx="510">
                  <c:v>0.4581661081</c:v>
                </c:pt>
                <c:pt idx="511">
                  <c:v>0.469345782</c:v>
                </c:pt>
                <c:pt idx="512">
                  <c:v>0.478345198</c:v>
                </c:pt>
                <c:pt idx="513">
                  <c:v>0.4853504292</c:v>
                </c:pt>
                <c:pt idx="514">
                  <c:v>0.490534585</c:v>
                </c:pt>
                <c:pt idx="515">
                  <c:v>0.4940586329</c:v>
                </c:pt>
                <c:pt idx="516">
                  <c:v>0.4960721706</c:v>
                </c:pt>
                <c:pt idx="517">
                  <c:v>0.496714153</c:v>
                </c:pt>
                <c:pt idx="518">
                  <c:v>0.4961135738</c:v>
                </c:pt>
                <c:pt idx="519">
                  <c:v>0.4943901069</c:v>
                </c:pt>
                <c:pt idx="520">
                  <c:v>0.4916547085</c:v>
                </c:pt>
                <c:pt idx="521">
                  <c:v>0.4880101831</c:v>
                </c:pt>
                <c:pt idx="522">
                  <c:v>0.4835517142</c:v>
                </c:pt>
                <c:pt idx="523">
                  <c:v>0.4783673635</c:v>
                </c:pt>
                <c:pt idx="524">
                  <c:v>0.4725385393</c:v>
                </c:pt>
                <c:pt idx="525">
                  <c:v>0.4661404355</c:v>
                </c:pt>
                <c:pt idx="526">
                  <c:v>0.4592424445</c:v>
                </c:pt>
                <c:pt idx="527">
                  <c:v>0.4519085444</c:v>
                </c:pt>
                <c:pt idx="528">
                  <c:v>0.4441976614</c:v>
                </c:pt>
                <c:pt idx="529">
                  <c:v>0.4361640112</c:v>
                </c:pt>
                <c:pt idx="530">
                  <c:v>0.4278574176</c:v>
                </c:pt>
                <c:pt idx="531">
                  <c:v>0.4193236126</c:v>
                </c:pt>
                <c:pt idx="532">
                  <c:v>0.4106045163</c:v>
                </c:pt>
                <c:pt idx="533">
                  <c:v>0.4017385005</c:v>
                </c:pt>
                <c:pt idx="534">
                  <c:v>0.3927606349</c:v>
                </c:pt>
                <c:pt idx="535">
                  <c:v>0.3837029179</c:v>
                </c:pt>
                <c:pt idx="536">
                  <c:v>0.3745944928</c:v>
                </c:pt>
                <c:pt idx="537">
                  <c:v>0.3654618501</c:v>
                </c:pt>
                <c:pt idx="538">
                  <c:v>0.3563290169</c:v>
                </c:pt>
                <c:pt idx="539">
                  <c:v>0.3472177346</c:v>
                </c:pt>
                <c:pt idx="540">
                  <c:v>0.3381476241</c:v>
                </c:pt>
                <c:pt idx="541">
                  <c:v>0.3291363413</c:v>
                </c:pt>
                <c:pt idx="542">
                  <c:v>0.3201997219</c:v>
                </c:pt>
                <c:pt idx="543">
                  <c:v>0.3113519171</c:v>
                </c:pt>
                <c:pt idx="544">
                  <c:v>0.3026055203</c:v>
                </c:pt>
                <c:pt idx="545">
                  <c:v>0.293971685</c:v>
                </c:pt>
                <c:pt idx="546">
                  <c:v>0.2854602358</c:v>
                </c:pt>
                <c:pt idx="547">
                  <c:v>0.2770797713</c:v>
                </c:pt>
                <c:pt idx="548">
                  <c:v>0.26883776</c:v>
                </c:pt>
                <c:pt idx="549">
                  <c:v>0.2607406306</c:v>
                </c:pt>
                <c:pt idx="550">
                  <c:v>0.2527938554</c:v>
                </c:pt>
                <c:pt idx="551">
                  <c:v>0.2450020282</c:v>
                </c:pt>
                <c:pt idx="552">
                  <c:v>0.2373689371</c:v>
                </c:pt>
                <c:pt idx="553">
                  <c:v>0.2298976323</c:v>
                </c:pt>
                <c:pt idx="554">
                  <c:v>0.2225904888</c:v>
                </c:pt>
                <c:pt idx="555">
                  <c:v>0.215449265</c:v>
                </c:pt>
                <c:pt idx="556">
                  <c:v>0.2084751576</c:v>
                </c:pt>
                <c:pt idx="557">
                  <c:v>0.2016688518</c:v>
                </c:pt>
                <c:pt idx="558">
                  <c:v>0.1950305682</c:v>
                </c:pt>
                <c:pt idx="559">
                  <c:v>0.1885601072</c:v>
                </c:pt>
                <c:pt idx="560">
                  <c:v>0.1822568888</c:v>
                </c:pt>
                <c:pt idx="561">
                  <c:v>0.1761199903</c:v>
                </c:pt>
                <c:pt idx="562">
                  <c:v>0.1701481813</c:v>
                </c:pt>
                <c:pt idx="563">
                  <c:v>0.1643399559</c:v>
                </c:pt>
                <c:pt idx="564">
                  <c:v>0.1586935623</c:v>
                </c:pt>
                <c:pt idx="565">
                  <c:v>0.1532070305</c:v>
                </c:pt>
                <c:pt idx="566">
                  <c:v>0.1478781978</c:v>
                </c:pt>
                <c:pt idx="567">
                  <c:v>0.142704732</c:v>
                </c:pt>
                <c:pt idx="568">
                  <c:v>0.1376841535</c:v>
                </c:pt>
                <c:pt idx="569">
                  <c:v>0.132813855</c:v>
                </c:pt>
                <c:pt idx="570">
                  <c:v>0.1280911197</c:v>
                </c:pt>
                <c:pt idx="571">
                  <c:v>0.1235131386</c:v>
                </c:pt>
                <c:pt idx="572">
                  <c:v>0.1190770254</c:v>
                </c:pt>
                <c:pt idx="573">
                  <c:v>0.1147798313</c:v>
                </c:pt>
                <c:pt idx="574">
                  <c:v>0.1106185575</c:v>
                </c:pt>
                <c:pt idx="575">
                  <c:v>0.1065901674</c:v>
                </c:pt>
                <c:pt idx="576">
                  <c:v>0.1026915972</c:v>
                </c:pt>
                <c:pt idx="577">
                  <c:v>0.098919766</c:v>
                </c:pt>
                <c:pt idx="578">
                  <c:v>0.0952715845</c:v>
                </c:pt>
                <c:pt idx="579">
                  <c:v>0.0917439633</c:v>
                </c:pt>
                <c:pt idx="580">
                  <c:v>0.0883338203</c:v>
                </c:pt>
                <c:pt idx="581">
                  <c:v>0.0850380872</c:v>
                </c:pt>
                <c:pt idx="582">
                  <c:v>0.0818537157</c:v>
                </c:pt>
                <c:pt idx="583">
                  <c:v>0.0787776824</c:v>
                </c:pt>
                <c:pt idx="584">
                  <c:v>0.0758069943</c:v>
                </c:pt>
                <c:pt idx="585">
                  <c:v>0.0729386923</c:v>
                </c:pt>
                <c:pt idx="586">
                  <c:v>0.0701698556</c:v>
                </c:pt>
                <c:pt idx="587">
                  <c:v>0.0674976048</c:v>
                </c:pt>
                <c:pt idx="588">
                  <c:v>0.0649191045</c:v>
                </c:pt>
                <c:pt idx="589">
                  <c:v>0.0624315664</c:v>
                </c:pt>
                <c:pt idx="590">
                  <c:v>0.0600322511</c:v>
                </c:pt>
                <c:pt idx="591">
                  <c:v>0.0577184699</c:v>
                </c:pt>
                <c:pt idx="592">
                  <c:v>0.0554875868</c:v>
                </c:pt>
                <c:pt idx="593">
                  <c:v>0.0533370192</c:v>
                </c:pt>
                <c:pt idx="594">
                  <c:v>0.0512642394</c:v>
                </c:pt>
                <c:pt idx="595">
                  <c:v>0.0492667751</c:v>
                </c:pt>
                <c:pt idx="596">
                  <c:v>0.0473422103</c:v>
                </c:pt>
                <c:pt idx="597">
                  <c:v>0</c:v>
                </c:pt>
                <c:pt idx="598">
                  <c:v>0.0642179292</c:v>
                </c:pt>
                <c:pt idx="599">
                  <c:v>0.1221719676</c:v>
                </c:pt>
                <c:pt idx="600">
                  <c:v>0.1743203557</c:v>
                </c:pt>
                <c:pt idx="601">
                  <c:v>0.2210915355</c:v>
                </c:pt>
                <c:pt idx="602">
                  <c:v>0.2628859675</c:v>
                </c:pt>
                <c:pt idx="603">
                  <c:v>0.3000778411</c:v>
                </c:pt>
                <c:pt idx="604">
                  <c:v>0.3330166842</c:v>
                </c:pt>
                <c:pt idx="605">
                  <c:v>0.3620288786</c:v>
                </c:pt>
                <c:pt idx="606">
                  <c:v>0.3874190871</c:v>
                </c:pt>
                <c:pt idx="607">
                  <c:v>0.4094715948</c:v>
                </c:pt>
                <c:pt idx="608">
                  <c:v>0.4284515724</c:v>
                </c:pt>
                <c:pt idx="609">
                  <c:v>0.4446062647</c:v>
                </c:pt>
                <c:pt idx="610">
                  <c:v>0.4581661081</c:v>
                </c:pt>
                <c:pt idx="611">
                  <c:v>0.469345782</c:v>
                </c:pt>
                <c:pt idx="612">
                  <c:v>0.478345198</c:v>
                </c:pt>
                <c:pt idx="613">
                  <c:v>0.4853504292</c:v>
                </c:pt>
                <c:pt idx="614">
                  <c:v>0.490534585</c:v>
                </c:pt>
                <c:pt idx="615">
                  <c:v>0.4940586329</c:v>
                </c:pt>
                <c:pt idx="616">
                  <c:v>0.4960721706</c:v>
                </c:pt>
                <c:pt idx="617">
                  <c:v>0.496714153</c:v>
                </c:pt>
                <c:pt idx="618">
                  <c:v>0.4961135738</c:v>
                </c:pt>
                <c:pt idx="619">
                  <c:v>0.4943901069</c:v>
                </c:pt>
                <c:pt idx="620">
                  <c:v>0.4916547085</c:v>
                </c:pt>
                <c:pt idx="621">
                  <c:v>0.4880101831</c:v>
                </c:pt>
                <c:pt idx="622">
                  <c:v>0.4835517142</c:v>
                </c:pt>
                <c:pt idx="623">
                  <c:v>0.4783673635</c:v>
                </c:pt>
                <c:pt idx="624">
                  <c:v>0.4725385393</c:v>
                </c:pt>
                <c:pt idx="625">
                  <c:v>0.4661404355</c:v>
                </c:pt>
                <c:pt idx="626">
                  <c:v>0.4592424445</c:v>
                </c:pt>
                <c:pt idx="627">
                  <c:v>0.4519085444</c:v>
                </c:pt>
                <c:pt idx="628">
                  <c:v>0.4441976614</c:v>
                </c:pt>
                <c:pt idx="629">
                  <c:v>0.4361640112</c:v>
                </c:pt>
                <c:pt idx="630">
                  <c:v>0.4278574176</c:v>
                </c:pt>
                <c:pt idx="631">
                  <c:v>0.4193236126</c:v>
                </c:pt>
                <c:pt idx="632">
                  <c:v>0.4106045163</c:v>
                </c:pt>
                <c:pt idx="633">
                  <c:v>0.4017385005</c:v>
                </c:pt>
                <c:pt idx="634">
                  <c:v>0.3927606349</c:v>
                </c:pt>
                <c:pt idx="635">
                  <c:v>0.3837029179</c:v>
                </c:pt>
                <c:pt idx="636">
                  <c:v>0.3745944928</c:v>
                </c:pt>
                <c:pt idx="637">
                  <c:v>0.3654618501</c:v>
                </c:pt>
                <c:pt idx="638">
                  <c:v>0.3563290169</c:v>
                </c:pt>
                <c:pt idx="639">
                  <c:v>0.3472177346</c:v>
                </c:pt>
                <c:pt idx="640">
                  <c:v>0.3381476241</c:v>
                </c:pt>
                <c:pt idx="641">
                  <c:v>0.3291363413</c:v>
                </c:pt>
                <c:pt idx="642">
                  <c:v>0.3201997219</c:v>
                </c:pt>
                <c:pt idx="643">
                  <c:v>0.3113519171</c:v>
                </c:pt>
                <c:pt idx="644">
                  <c:v>0.3026055203</c:v>
                </c:pt>
                <c:pt idx="645">
                  <c:v>0.293971685</c:v>
                </c:pt>
                <c:pt idx="646">
                  <c:v>0.2854602358</c:v>
                </c:pt>
                <c:pt idx="647">
                  <c:v>0.2770797713</c:v>
                </c:pt>
                <c:pt idx="648">
                  <c:v>0.26883776</c:v>
                </c:pt>
                <c:pt idx="649">
                  <c:v>0.2607406306</c:v>
                </c:pt>
                <c:pt idx="650">
                  <c:v>0.2527938554</c:v>
                </c:pt>
                <c:pt idx="651">
                  <c:v>0.2450020282</c:v>
                </c:pt>
                <c:pt idx="652">
                  <c:v>0.2373689371</c:v>
                </c:pt>
                <c:pt idx="653">
                  <c:v>0.2298976323</c:v>
                </c:pt>
                <c:pt idx="654">
                  <c:v>0.2225904888</c:v>
                </c:pt>
                <c:pt idx="655">
                  <c:v>0.215449265</c:v>
                </c:pt>
                <c:pt idx="656">
                  <c:v>0.2084751576</c:v>
                </c:pt>
                <c:pt idx="657">
                  <c:v>0.2016688518</c:v>
                </c:pt>
                <c:pt idx="658">
                  <c:v>0.1950305682</c:v>
                </c:pt>
                <c:pt idx="659">
                  <c:v>0.1885601072</c:v>
                </c:pt>
                <c:pt idx="660">
                  <c:v>0.1822568888</c:v>
                </c:pt>
                <c:pt idx="661">
                  <c:v>0.1761199903</c:v>
                </c:pt>
                <c:pt idx="662">
                  <c:v>0.1701481813</c:v>
                </c:pt>
                <c:pt idx="663">
                  <c:v>0.1643399559</c:v>
                </c:pt>
                <c:pt idx="664">
                  <c:v>0.1586935623</c:v>
                </c:pt>
                <c:pt idx="665">
                  <c:v>0.1532070305</c:v>
                </c:pt>
                <c:pt idx="666">
                  <c:v>0.1478781978</c:v>
                </c:pt>
                <c:pt idx="667">
                  <c:v>0.142704732</c:v>
                </c:pt>
                <c:pt idx="668">
                  <c:v>0.1376841535</c:v>
                </c:pt>
                <c:pt idx="669">
                  <c:v>0.132813855</c:v>
                </c:pt>
                <c:pt idx="670">
                  <c:v>0.1280911197</c:v>
                </c:pt>
                <c:pt idx="671">
                  <c:v>0.1235131386</c:v>
                </c:pt>
                <c:pt idx="672">
                  <c:v>0.1190770254</c:v>
                </c:pt>
                <c:pt idx="673">
                  <c:v>0.1147798313</c:v>
                </c:pt>
                <c:pt idx="674">
                  <c:v>0.1106185575</c:v>
                </c:pt>
                <c:pt idx="675">
                  <c:v>0.1065901674</c:v>
                </c:pt>
                <c:pt idx="676">
                  <c:v>0.1026915972</c:v>
                </c:pt>
                <c:pt idx="677">
                  <c:v>0.098919766</c:v>
                </c:pt>
                <c:pt idx="678">
                  <c:v>0.0952715845</c:v>
                </c:pt>
                <c:pt idx="679">
                  <c:v>0.0917439633</c:v>
                </c:pt>
                <c:pt idx="680">
                  <c:v>0.0883338203</c:v>
                </c:pt>
                <c:pt idx="681">
                  <c:v>0.0850380872</c:v>
                </c:pt>
                <c:pt idx="682">
                  <c:v>0.0818537157</c:v>
                </c:pt>
                <c:pt idx="683">
                  <c:v>0.0787776824</c:v>
                </c:pt>
                <c:pt idx="684">
                  <c:v>0.0758069943</c:v>
                </c:pt>
                <c:pt idx="685">
                  <c:v>0.0729386923</c:v>
                </c:pt>
                <c:pt idx="686">
                  <c:v>0.0701698556</c:v>
                </c:pt>
                <c:pt idx="687">
                  <c:v>0.0674976048</c:v>
                </c:pt>
                <c:pt idx="688">
                  <c:v>0.0649191045</c:v>
                </c:pt>
                <c:pt idx="689">
                  <c:v>0.0624315664</c:v>
                </c:pt>
                <c:pt idx="690">
                  <c:v>0.0600322511</c:v>
                </c:pt>
                <c:pt idx="691">
                  <c:v>0.0577184699</c:v>
                </c:pt>
                <c:pt idx="692">
                  <c:v>0.0554875868</c:v>
                </c:pt>
                <c:pt idx="693">
                  <c:v>0.0533370192</c:v>
                </c:pt>
                <c:pt idx="694">
                  <c:v>0.0512642394</c:v>
                </c:pt>
                <c:pt idx="695">
                  <c:v>0.0492667751</c:v>
                </c:pt>
                <c:pt idx="696">
                  <c:v>0.0473422103</c:v>
                </c:pt>
                <c:pt idx="697">
                  <c:v>0</c:v>
                </c:pt>
                <c:pt idx="698">
                  <c:v>0.0642179292</c:v>
                </c:pt>
                <c:pt idx="699">
                  <c:v>0.1221719676</c:v>
                </c:pt>
                <c:pt idx="700">
                  <c:v>0.1743203557</c:v>
                </c:pt>
                <c:pt idx="701">
                  <c:v>0.2210915355</c:v>
                </c:pt>
                <c:pt idx="702">
                  <c:v>0.2628859675</c:v>
                </c:pt>
                <c:pt idx="703">
                  <c:v>0.3000778411</c:v>
                </c:pt>
                <c:pt idx="704">
                  <c:v>0.3330166842</c:v>
                </c:pt>
                <c:pt idx="705">
                  <c:v>0.3620288786</c:v>
                </c:pt>
                <c:pt idx="706">
                  <c:v>0.3874190871</c:v>
                </c:pt>
                <c:pt idx="707">
                  <c:v>0.4094715948</c:v>
                </c:pt>
                <c:pt idx="708">
                  <c:v>0.4284515724</c:v>
                </c:pt>
                <c:pt idx="709">
                  <c:v>0.4446062647</c:v>
                </c:pt>
                <c:pt idx="710">
                  <c:v>0.4581661081</c:v>
                </c:pt>
                <c:pt idx="711">
                  <c:v>0.469345782</c:v>
                </c:pt>
                <c:pt idx="712">
                  <c:v>0.478345198</c:v>
                </c:pt>
                <c:pt idx="713">
                  <c:v>0.4853504292</c:v>
                </c:pt>
                <c:pt idx="714">
                  <c:v>0.490534585</c:v>
                </c:pt>
                <c:pt idx="715">
                  <c:v>0.4940586329</c:v>
                </c:pt>
                <c:pt idx="716">
                  <c:v>0.4960721706</c:v>
                </c:pt>
                <c:pt idx="717">
                  <c:v>0.496714153</c:v>
                </c:pt>
                <c:pt idx="718">
                  <c:v>0.4961135738</c:v>
                </c:pt>
                <c:pt idx="719">
                  <c:v>0.4943901069</c:v>
                </c:pt>
                <c:pt idx="720">
                  <c:v>0.4916547085</c:v>
                </c:pt>
                <c:pt idx="721">
                  <c:v>0.4880101831</c:v>
                </c:pt>
                <c:pt idx="722">
                  <c:v>0.4835517142</c:v>
                </c:pt>
                <c:pt idx="723">
                  <c:v>0.4783673635</c:v>
                </c:pt>
                <c:pt idx="724">
                  <c:v>0.4725385393</c:v>
                </c:pt>
                <c:pt idx="725">
                  <c:v>0.4661404355</c:v>
                </c:pt>
                <c:pt idx="726">
                  <c:v>0.4592424445</c:v>
                </c:pt>
                <c:pt idx="727">
                  <c:v>0.4519085444</c:v>
                </c:pt>
                <c:pt idx="728">
                  <c:v>0.4441976614</c:v>
                </c:pt>
                <c:pt idx="729">
                  <c:v>0.4361640112</c:v>
                </c:pt>
                <c:pt idx="730">
                  <c:v>0.4278574176</c:v>
                </c:pt>
                <c:pt idx="731">
                  <c:v>0.4193236126</c:v>
                </c:pt>
                <c:pt idx="732">
                  <c:v>0.4106045163</c:v>
                </c:pt>
                <c:pt idx="733">
                  <c:v>0.4017385005</c:v>
                </c:pt>
                <c:pt idx="734">
                  <c:v>0.3927606349</c:v>
                </c:pt>
                <c:pt idx="735">
                  <c:v>0.3837029179</c:v>
                </c:pt>
                <c:pt idx="736">
                  <c:v>0.3745944928</c:v>
                </c:pt>
                <c:pt idx="737">
                  <c:v>0.3654618501</c:v>
                </c:pt>
                <c:pt idx="738">
                  <c:v>0.3563290169</c:v>
                </c:pt>
                <c:pt idx="739">
                  <c:v>0.3472177346</c:v>
                </c:pt>
                <c:pt idx="740">
                  <c:v>0.3381476241</c:v>
                </c:pt>
                <c:pt idx="741">
                  <c:v>0.3291363413</c:v>
                </c:pt>
                <c:pt idx="742">
                  <c:v>0.3201997219</c:v>
                </c:pt>
                <c:pt idx="743">
                  <c:v>0.3113519171</c:v>
                </c:pt>
                <c:pt idx="744">
                  <c:v>0.3026055203</c:v>
                </c:pt>
                <c:pt idx="745">
                  <c:v>0.293971685</c:v>
                </c:pt>
                <c:pt idx="746">
                  <c:v>0.2854602358</c:v>
                </c:pt>
                <c:pt idx="747">
                  <c:v>0.2770797713</c:v>
                </c:pt>
                <c:pt idx="748">
                  <c:v>0.26883776</c:v>
                </c:pt>
                <c:pt idx="749">
                  <c:v>0.2607406306</c:v>
                </c:pt>
                <c:pt idx="750">
                  <c:v>0.2527938554</c:v>
                </c:pt>
                <c:pt idx="751">
                  <c:v>0.2450020282</c:v>
                </c:pt>
                <c:pt idx="752">
                  <c:v>0.2373689371</c:v>
                </c:pt>
                <c:pt idx="753">
                  <c:v>0.2298976323</c:v>
                </c:pt>
                <c:pt idx="754">
                  <c:v>0.2225904888</c:v>
                </c:pt>
                <c:pt idx="755">
                  <c:v>0.215449265</c:v>
                </c:pt>
                <c:pt idx="756">
                  <c:v>0.2084751576</c:v>
                </c:pt>
                <c:pt idx="757">
                  <c:v>0.2016688518</c:v>
                </c:pt>
                <c:pt idx="758">
                  <c:v>0.1950305682</c:v>
                </c:pt>
                <c:pt idx="759">
                  <c:v>0.1885601072</c:v>
                </c:pt>
                <c:pt idx="760">
                  <c:v>0.1822568888</c:v>
                </c:pt>
                <c:pt idx="761">
                  <c:v>0.1761199903</c:v>
                </c:pt>
                <c:pt idx="762">
                  <c:v>0.1701481813</c:v>
                </c:pt>
                <c:pt idx="763">
                  <c:v>0.1643399559</c:v>
                </c:pt>
                <c:pt idx="764">
                  <c:v>0.1586935623</c:v>
                </c:pt>
                <c:pt idx="765">
                  <c:v>0.1532070305</c:v>
                </c:pt>
                <c:pt idx="766">
                  <c:v>0.1478781978</c:v>
                </c:pt>
                <c:pt idx="767">
                  <c:v>0.142704732</c:v>
                </c:pt>
                <c:pt idx="768">
                  <c:v>0.1376841535</c:v>
                </c:pt>
                <c:pt idx="769">
                  <c:v>0.132813855</c:v>
                </c:pt>
                <c:pt idx="770">
                  <c:v>0.1280911197</c:v>
                </c:pt>
                <c:pt idx="771">
                  <c:v>0.1235131386</c:v>
                </c:pt>
                <c:pt idx="772">
                  <c:v>0.1190770254</c:v>
                </c:pt>
                <c:pt idx="773">
                  <c:v>0.1147798313</c:v>
                </c:pt>
                <c:pt idx="774">
                  <c:v>0.1106185575</c:v>
                </c:pt>
                <c:pt idx="775">
                  <c:v>0.1065901674</c:v>
                </c:pt>
                <c:pt idx="776">
                  <c:v>0.1026915972</c:v>
                </c:pt>
                <c:pt idx="777">
                  <c:v>0.098919766</c:v>
                </c:pt>
                <c:pt idx="778">
                  <c:v>0.0952715845</c:v>
                </c:pt>
                <c:pt idx="779">
                  <c:v>0.0917439633</c:v>
                </c:pt>
                <c:pt idx="780">
                  <c:v>0.0883338203</c:v>
                </c:pt>
                <c:pt idx="781">
                  <c:v>0.0850380872</c:v>
                </c:pt>
                <c:pt idx="782">
                  <c:v>0.0818537157</c:v>
                </c:pt>
                <c:pt idx="783">
                  <c:v>0.0787776824</c:v>
                </c:pt>
                <c:pt idx="784">
                  <c:v>0.0758069943</c:v>
                </c:pt>
                <c:pt idx="785">
                  <c:v>0.0729386923</c:v>
                </c:pt>
                <c:pt idx="786">
                  <c:v>0.0701698556</c:v>
                </c:pt>
                <c:pt idx="787">
                  <c:v>0.0674976048</c:v>
                </c:pt>
                <c:pt idx="788">
                  <c:v>0.0649191045</c:v>
                </c:pt>
                <c:pt idx="789">
                  <c:v>0.0624315664</c:v>
                </c:pt>
                <c:pt idx="790">
                  <c:v>0.0600322511</c:v>
                </c:pt>
                <c:pt idx="791">
                  <c:v>0.0577184699</c:v>
                </c:pt>
                <c:pt idx="792">
                  <c:v>0.0554875868</c:v>
                </c:pt>
                <c:pt idx="793">
                  <c:v>0.0533370192</c:v>
                </c:pt>
                <c:pt idx="794">
                  <c:v>0.0512642394</c:v>
                </c:pt>
                <c:pt idx="795">
                  <c:v>0.0492667751</c:v>
                </c:pt>
                <c:pt idx="796">
                  <c:v>0.0473422103</c:v>
                </c:pt>
                <c:pt idx="797">
                  <c:v>0</c:v>
                </c:pt>
                <c:pt idx="798">
                  <c:v>0.0642179292</c:v>
                </c:pt>
                <c:pt idx="799">
                  <c:v>0.1221719676</c:v>
                </c:pt>
                <c:pt idx="800">
                  <c:v>0.1743203557</c:v>
                </c:pt>
              </c:numCache>
            </c:numRef>
          </c:yVal>
        </c:ser>
        <c:ser>
          <c:idx val="1"/>
          <c:order val="1"/>
          <c:tx>
            <c:v>Neuron 1</c:v>
          </c:tx>
          <c:spPr>
            <a:ln xmlns:a="http://schemas.openxmlformats.org/drawingml/2006/main" w="20955">
              <a:solidFill>
                <a:srgbClr val="C26630"/>
              </a:solidFill>
            </a:ln>
          </c:spPr>
          <c:marker>
            <c:symbol val="none"/>
          </c:marker>
          <c:xVal>
            <c:numRef>
              <c:f>'Chart Data'!$C$2:$C$802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Data'!$D$2:$D$802</c:f>
              <c:numCache>
                <c:formatCode>0.0</c:formatCode>
                <c:ptCount val="801"/>
                <c:pt idx="0">
                  <c:v>-0.0195323326</c:v>
                </c:pt>
                <c:pt idx="1">
                  <c:v>-0.0187884905</c:v>
                </c:pt>
                <c:pt idx="2">
                  <c:v>-0.0180707446</c:v>
                </c:pt>
                <c:pt idx="3">
                  <c:v>-0.0173783188</c:v>
                </c:pt>
                <c:pt idx="4">
                  <c:v>-0.0167104504</c:v>
                </c:pt>
                <c:pt idx="5">
                  <c:v>-0.0160663912</c:v>
                </c:pt>
                <c:pt idx="6">
                  <c:v>-0.0154454073</c:v>
                </c:pt>
                <c:pt idx="7">
                  <c:v>-0.0148467799</c:v>
                </c:pt>
                <c:pt idx="8">
                  <c:v>-0.0142698053</c:v>
                </c:pt>
                <c:pt idx="9">
                  <c:v>-0.0137137953</c:v>
                </c:pt>
                <c:pt idx="10">
                  <c:v>-0.0131780775</c:v>
                </c:pt>
                <c:pt idx="11">
                  <c:v>0</c:v>
                </c:pt>
                <c:pt idx="12">
                  <c:v>-0.017875567</c:v>
                </c:pt>
                <c:pt idx="13">
                  <c:v>-0.0340075305</c:v>
                </c:pt>
                <c:pt idx="14">
                  <c:v>-0.0485234455</c:v>
                </c:pt>
                <c:pt idx="15">
                  <c:v>-0.0615425722</c:v>
                </c:pt>
                <c:pt idx="16">
                  <c:v>-0.073176382</c:v>
                </c:pt>
                <c:pt idx="17">
                  <c:v>-0.0835290332</c:v>
                </c:pt>
                <c:pt idx="18">
                  <c:v>-0.0926978199</c:v>
                </c:pt>
                <c:pt idx="19">
                  <c:v>-0.100773593</c:v>
                </c:pt>
                <c:pt idx="20">
                  <c:v>-0.1078411578</c:v>
                </c:pt>
                <c:pt idx="21">
                  <c:v>-0.1139796472</c:v>
                </c:pt>
                <c:pt idx="22">
                  <c:v>-0.1192628736</c:v>
                </c:pt>
                <c:pt idx="23">
                  <c:v>-0.1237596596</c:v>
                </c:pt>
                <c:pt idx="24">
                  <c:v>-0.1275341489</c:v>
                </c:pt>
                <c:pt idx="25">
                  <c:v>-0.1306460993</c:v>
                </c:pt>
                <c:pt idx="26">
                  <c:v>-0.1331511577</c:v>
                </c:pt>
                <c:pt idx="27">
                  <c:v>-0.135101119</c:v>
                </c:pt>
                <c:pt idx="28">
                  <c:v>-0.1365441697</c:v>
                </c:pt>
                <c:pt idx="29">
                  <c:v>-0.1375251162</c:v>
                </c:pt>
                <c:pt idx="30">
                  <c:v>-0.1380856003</c:v>
                </c:pt>
                <c:pt idx="31">
                  <c:v>-0.1382643012</c:v>
                </c:pt>
                <c:pt idx="32">
                  <c:v>-0.1380971252</c:v>
                </c:pt>
                <c:pt idx="33">
                  <c:v>-0.1376173846</c:v>
                </c:pt>
                <c:pt idx="34">
                  <c:v>-0.1368559649</c:v>
                </c:pt>
                <c:pt idx="35">
                  <c:v>-0.1358414825</c:v>
                </c:pt>
                <c:pt idx="36">
                  <c:v>-0.1346004325</c:v>
                </c:pt>
                <c:pt idx="37">
                  <c:v>-0.1331573277</c:v>
                </c:pt>
                <c:pt idx="38">
                  <c:v>-0.1315348285</c:v>
                </c:pt>
                <c:pt idx="39">
                  <c:v>-0.1297538658</c:v>
                </c:pt>
                <c:pt idx="40">
                  <c:v>-0.1278337556</c:v>
                </c:pt>
                <c:pt idx="41">
                  <c:v>-0.1257923067</c:v>
                </c:pt>
                <c:pt idx="42">
                  <c:v>-0.1236459216</c:v>
                </c:pt>
                <c:pt idx="43">
                  <c:v>-0.1214096917</c:v>
                </c:pt>
                <c:pt idx="44">
                  <c:v>-0.1190974859</c:v>
                </c:pt>
                <c:pt idx="45">
                  <c:v>-0.116722034</c:v>
                </c:pt>
                <c:pt idx="46">
                  <c:v>-0.1142950048</c:v>
                </c:pt>
                <c:pt idx="47">
                  <c:v>-0.1118270794</c:v>
                </c:pt>
                <c:pt idx="48">
                  <c:v>-0.1093280197</c:v>
                </c:pt>
                <c:pt idx="49">
                  <c:v>-0.1068067328</c:v>
                </c:pt>
                <c:pt idx="50">
                  <c:v>-0.1042713308</c:v>
                </c:pt>
                <c:pt idx="51">
                  <c:v>-0.1017291877</c:v>
                </c:pt>
                <c:pt idx="52">
                  <c:v>-0.0991869916</c:v>
                </c:pt>
                <c:pt idx="53">
                  <c:v>-0.0966507943</c:v>
                </c:pt>
                <c:pt idx="54">
                  <c:v>-0.0941260575</c:v>
                </c:pt>
                <c:pt idx="55">
                  <c:v>-0.0916176959</c:v>
                </c:pt>
                <c:pt idx="56">
                  <c:v>-0.0891301174</c:v>
                </c:pt>
                <c:pt idx="57">
                  <c:v>-0.0866672612</c:v>
                </c:pt>
                <c:pt idx="58">
                  <c:v>-0.0842326327</c:v>
                </c:pt>
                <c:pt idx="59">
                  <c:v>-0.0818293365</c:v>
                </c:pt>
                <c:pt idx="60">
                  <c:v>-0.0794601075</c:v>
                </c:pt>
                <c:pt idx="61">
                  <c:v>-0.0771273392</c:v>
                </c:pt>
                <c:pt idx="62">
                  <c:v>-0.0748331103</c:v>
                </c:pt>
                <c:pt idx="63">
                  <c:v>-0.0725792105</c:v>
                </c:pt>
                <c:pt idx="64">
                  <c:v>-0.070367163</c:v>
                </c:pt>
                <c:pt idx="65">
                  <c:v>-0.0681982464</c:v>
                </c:pt>
                <c:pt idx="66">
                  <c:v>-0.0660735153</c:v>
                </c:pt>
                <c:pt idx="67">
                  <c:v>-0.0639938187</c:v>
                </c:pt>
                <c:pt idx="68">
                  <c:v>-0.0619598177</c:v>
                </c:pt>
                <c:pt idx="69">
                  <c:v>-0.0599720018</c:v>
                </c:pt>
                <c:pt idx="70">
                  <c:v>-0.058030704</c:v>
                </c:pt>
                <c:pt idx="71">
                  <c:v>-0.0561361151</c:v>
                </c:pt>
                <c:pt idx="72">
                  <c:v>-0.0542882965</c:v>
                </c:pt>
                <c:pt idx="73">
                  <c:v>-0.0524871927</c:v>
                </c:pt>
                <c:pt idx="74">
                  <c:v>-0.0507326421</c:v>
                </c:pt>
                <c:pt idx="75">
                  <c:v>-0.049024388</c:v>
                </c:pt>
                <c:pt idx="76">
                  <c:v>-0.0473620879</c:v>
                </c:pt>
                <c:pt idx="77">
                  <c:v>-0.0457453226</c:v>
                </c:pt>
                <c:pt idx="78">
                  <c:v>-0.0441736044</c:v>
                </c:pt>
                <c:pt idx="79">
                  <c:v>-0.042646385</c:v>
                </c:pt>
                <c:pt idx="80">
                  <c:v>-0.0411630624</c:v>
                </c:pt>
                <c:pt idx="81">
                  <c:v>-0.0397229874</c:v>
                </c:pt>
                <c:pt idx="82">
                  <c:v>-0.0383254698</c:v>
                </c:pt>
                <c:pt idx="83">
                  <c:v>-0.0369697838</c:v>
                </c:pt>
                <c:pt idx="84">
                  <c:v>-0.0356551732</c:v>
                </c:pt>
                <c:pt idx="85">
                  <c:v>-0.034380856</c:v>
                </c:pt>
                <c:pt idx="86">
                  <c:v>-0.033146029</c:v>
                </c:pt>
                <c:pt idx="87">
                  <c:v>-0.0319498711</c:v>
                </c:pt>
                <c:pt idx="88">
                  <c:v>-0.0307915477</c:v>
                </c:pt>
                <c:pt idx="89">
                  <c:v>-0.0296702136</c:v>
                </c:pt>
                <c:pt idx="90">
                  <c:v>-0.0285850158</c:v>
                </c:pt>
                <c:pt idx="91">
                  <c:v>-0.0275350969</c:v>
                </c:pt>
                <c:pt idx="92">
                  <c:v>-0.0265195968</c:v>
                </c:pt>
                <c:pt idx="93">
                  <c:v>-0.0255376556</c:v>
                </c:pt>
                <c:pt idx="94">
                  <c:v>-0.0245884154</c:v>
                </c:pt>
                <c:pt idx="95">
                  <c:v>-0.0236710221</c:v>
                </c:pt>
                <c:pt idx="96">
                  <c:v>-0.0227846272</c:v>
                </c:pt>
                <c:pt idx="97">
                  <c:v>-0.0219283891</c:v>
                </c:pt>
                <c:pt idx="98">
                  <c:v>-0.0211014746</c:v>
                </c:pt>
                <c:pt idx="99">
                  <c:v>-0.0203030601</c:v>
                </c:pt>
                <c:pt idx="100">
                  <c:v>-0.0195323326</c:v>
                </c:pt>
                <c:pt idx="101">
                  <c:v>-0.0187884905</c:v>
                </c:pt>
                <c:pt idx="102">
                  <c:v>-0.0180707446</c:v>
                </c:pt>
                <c:pt idx="103">
                  <c:v>-0.0173783188</c:v>
                </c:pt>
                <c:pt idx="104">
                  <c:v>-0.0167104504</c:v>
                </c:pt>
                <c:pt idx="105">
                  <c:v>-0.0160663912</c:v>
                </c:pt>
                <c:pt idx="106">
                  <c:v>-0.0154454073</c:v>
                </c:pt>
                <c:pt idx="107">
                  <c:v>-0.0148467799</c:v>
                </c:pt>
                <c:pt idx="108">
                  <c:v>-0.0142698053</c:v>
                </c:pt>
                <c:pt idx="109">
                  <c:v>-0.0137137953</c:v>
                </c:pt>
                <c:pt idx="110">
                  <c:v>-0.0131780775</c:v>
                </c:pt>
                <c:pt idx="111">
                  <c:v>0</c:v>
                </c:pt>
                <c:pt idx="112">
                  <c:v>-0.017875567</c:v>
                </c:pt>
                <c:pt idx="113">
                  <c:v>-0.0340075305</c:v>
                </c:pt>
                <c:pt idx="114">
                  <c:v>-0.0485234455</c:v>
                </c:pt>
                <c:pt idx="115">
                  <c:v>-0.0615425722</c:v>
                </c:pt>
                <c:pt idx="116">
                  <c:v>-0.073176382</c:v>
                </c:pt>
                <c:pt idx="117">
                  <c:v>-0.0835290332</c:v>
                </c:pt>
                <c:pt idx="118">
                  <c:v>-0.0926978199</c:v>
                </c:pt>
                <c:pt idx="119">
                  <c:v>-0.100773593</c:v>
                </c:pt>
                <c:pt idx="120">
                  <c:v>-0.1078411578</c:v>
                </c:pt>
                <c:pt idx="121">
                  <c:v>-0.1139796472</c:v>
                </c:pt>
                <c:pt idx="122">
                  <c:v>-0.1192628736</c:v>
                </c:pt>
                <c:pt idx="123">
                  <c:v>-0.1237596596</c:v>
                </c:pt>
                <c:pt idx="124">
                  <c:v>-0.1275341489</c:v>
                </c:pt>
                <c:pt idx="125">
                  <c:v>-0.1306460993</c:v>
                </c:pt>
                <c:pt idx="126">
                  <c:v>-0.1331511577</c:v>
                </c:pt>
                <c:pt idx="127">
                  <c:v>-0.135101119</c:v>
                </c:pt>
                <c:pt idx="128">
                  <c:v>-0.1365441697</c:v>
                </c:pt>
                <c:pt idx="129">
                  <c:v>-0.1375251162</c:v>
                </c:pt>
                <c:pt idx="130">
                  <c:v>-0.1380856003</c:v>
                </c:pt>
                <c:pt idx="131">
                  <c:v>-0.1382643012</c:v>
                </c:pt>
                <c:pt idx="132">
                  <c:v>-0.1380971252</c:v>
                </c:pt>
                <c:pt idx="133">
                  <c:v>-0.1376173846</c:v>
                </c:pt>
                <c:pt idx="134">
                  <c:v>-0.1368559649</c:v>
                </c:pt>
                <c:pt idx="135">
                  <c:v>-0.1358414825</c:v>
                </c:pt>
                <c:pt idx="136">
                  <c:v>-0.1346004325</c:v>
                </c:pt>
                <c:pt idx="137">
                  <c:v>-0.1331573277</c:v>
                </c:pt>
                <c:pt idx="138">
                  <c:v>-0.1315348285</c:v>
                </c:pt>
                <c:pt idx="139">
                  <c:v>-0.1297538658</c:v>
                </c:pt>
                <c:pt idx="140">
                  <c:v>-0.1278337556</c:v>
                </c:pt>
                <c:pt idx="141">
                  <c:v>-0.1257923067</c:v>
                </c:pt>
                <c:pt idx="142">
                  <c:v>-0.1236459216</c:v>
                </c:pt>
                <c:pt idx="143">
                  <c:v>-0.1214096917</c:v>
                </c:pt>
                <c:pt idx="144">
                  <c:v>-0.1190974859</c:v>
                </c:pt>
                <c:pt idx="145">
                  <c:v>-0.116722034</c:v>
                </c:pt>
                <c:pt idx="146">
                  <c:v>-0.1142950048</c:v>
                </c:pt>
                <c:pt idx="147">
                  <c:v>-0.1118270794</c:v>
                </c:pt>
                <c:pt idx="148">
                  <c:v>-0.1093280197</c:v>
                </c:pt>
                <c:pt idx="149">
                  <c:v>-0.1068067328</c:v>
                </c:pt>
                <c:pt idx="150">
                  <c:v>-0.1042713308</c:v>
                </c:pt>
                <c:pt idx="151">
                  <c:v>-0.1017291877</c:v>
                </c:pt>
                <c:pt idx="152">
                  <c:v>-0.0991869916</c:v>
                </c:pt>
                <c:pt idx="153">
                  <c:v>-0.0966507943</c:v>
                </c:pt>
                <c:pt idx="154">
                  <c:v>-0.0941260575</c:v>
                </c:pt>
                <c:pt idx="155">
                  <c:v>-0.0916176959</c:v>
                </c:pt>
                <c:pt idx="156">
                  <c:v>-0.0891301174</c:v>
                </c:pt>
                <c:pt idx="157">
                  <c:v>-0.0866672612</c:v>
                </c:pt>
                <c:pt idx="158">
                  <c:v>-0.0842326327</c:v>
                </c:pt>
                <c:pt idx="159">
                  <c:v>-0.0818293365</c:v>
                </c:pt>
                <c:pt idx="160">
                  <c:v>-0.0794601075</c:v>
                </c:pt>
                <c:pt idx="161">
                  <c:v>-0.0771273392</c:v>
                </c:pt>
                <c:pt idx="162">
                  <c:v>-0.0748331103</c:v>
                </c:pt>
                <c:pt idx="163">
                  <c:v>-0.0725792105</c:v>
                </c:pt>
                <c:pt idx="164">
                  <c:v>-0.070367163</c:v>
                </c:pt>
                <c:pt idx="165">
                  <c:v>-0.0681982464</c:v>
                </c:pt>
                <c:pt idx="166">
                  <c:v>-0.0660735153</c:v>
                </c:pt>
                <c:pt idx="167">
                  <c:v>-0.0639938187</c:v>
                </c:pt>
                <c:pt idx="168">
                  <c:v>-0.0619598177</c:v>
                </c:pt>
                <c:pt idx="169">
                  <c:v>-0.0599720018</c:v>
                </c:pt>
                <c:pt idx="170">
                  <c:v>-0.058030704</c:v>
                </c:pt>
                <c:pt idx="171">
                  <c:v>-0.0561361151</c:v>
                </c:pt>
                <c:pt idx="172">
                  <c:v>-0.0542882965</c:v>
                </c:pt>
                <c:pt idx="173">
                  <c:v>-0.0524871927</c:v>
                </c:pt>
                <c:pt idx="174">
                  <c:v>-0.0507326421</c:v>
                </c:pt>
                <c:pt idx="175">
                  <c:v>-0.049024388</c:v>
                </c:pt>
                <c:pt idx="176">
                  <c:v>-0.0473620879</c:v>
                </c:pt>
                <c:pt idx="177">
                  <c:v>-0.0457453226</c:v>
                </c:pt>
                <c:pt idx="178">
                  <c:v>-0.0441736044</c:v>
                </c:pt>
                <c:pt idx="179">
                  <c:v>-0.042646385</c:v>
                </c:pt>
                <c:pt idx="180">
                  <c:v>-0.0411630624</c:v>
                </c:pt>
                <c:pt idx="181">
                  <c:v>-0.0397229874</c:v>
                </c:pt>
                <c:pt idx="182">
                  <c:v>-0.0383254698</c:v>
                </c:pt>
                <c:pt idx="183">
                  <c:v>-0.0369697838</c:v>
                </c:pt>
                <c:pt idx="184">
                  <c:v>-0.0356551732</c:v>
                </c:pt>
                <c:pt idx="185">
                  <c:v>-0.034380856</c:v>
                </c:pt>
                <c:pt idx="186">
                  <c:v>-0.033146029</c:v>
                </c:pt>
                <c:pt idx="187">
                  <c:v>-0.0319498711</c:v>
                </c:pt>
                <c:pt idx="188">
                  <c:v>-0.0307915477</c:v>
                </c:pt>
                <c:pt idx="189">
                  <c:v>-0.0296702136</c:v>
                </c:pt>
                <c:pt idx="190">
                  <c:v>-0.0285850158</c:v>
                </c:pt>
                <c:pt idx="191">
                  <c:v>-0.0275350969</c:v>
                </c:pt>
                <c:pt idx="192">
                  <c:v>-0.0265195968</c:v>
                </c:pt>
                <c:pt idx="193">
                  <c:v>-0.0255376556</c:v>
                </c:pt>
                <c:pt idx="194">
                  <c:v>-0.0245884154</c:v>
                </c:pt>
                <c:pt idx="195">
                  <c:v>-0.0236710221</c:v>
                </c:pt>
                <c:pt idx="196">
                  <c:v>-0.0227846272</c:v>
                </c:pt>
                <c:pt idx="197">
                  <c:v>-0.0219283891</c:v>
                </c:pt>
                <c:pt idx="198">
                  <c:v>-0.0211014746</c:v>
                </c:pt>
                <c:pt idx="199">
                  <c:v>-0.0203030601</c:v>
                </c:pt>
                <c:pt idx="200">
                  <c:v>-0.0195323326</c:v>
                </c:pt>
                <c:pt idx="201">
                  <c:v>-0.0187884905</c:v>
                </c:pt>
                <c:pt idx="202">
                  <c:v>-0.0180707446</c:v>
                </c:pt>
                <c:pt idx="203">
                  <c:v>-0.0173783188</c:v>
                </c:pt>
                <c:pt idx="204">
                  <c:v>-0.0167104504</c:v>
                </c:pt>
                <c:pt idx="205">
                  <c:v>-0.0160663912</c:v>
                </c:pt>
                <c:pt idx="206">
                  <c:v>-0.0154454073</c:v>
                </c:pt>
                <c:pt idx="207">
                  <c:v>-0.0148467799</c:v>
                </c:pt>
                <c:pt idx="208">
                  <c:v>-0.0142698053</c:v>
                </c:pt>
                <c:pt idx="209">
                  <c:v>-0.0137137953</c:v>
                </c:pt>
                <c:pt idx="210">
                  <c:v>-0.0131780775</c:v>
                </c:pt>
                <c:pt idx="211">
                  <c:v>0</c:v>
                </c:pt>
                <c:pt idx="212">
                  <c:v>-0.017875567</c:v>
                </c:pt>
                <c:pt idx="213">
                  <c:v>-0.0340075305</c:v>
                </c:pt>
                <c:pt idx="214">
                  <c:v>-0.0485234455</c:v>
                </c:pt>
                <c:pt idx="215">
                  <c:v>-0.0615425722</c:v>
                </c:pt>
                <c:pt idx="216">
                  <c:v>-0.073176382</c:v>
                </c:pt>
                <c:pt idx="217">
                  <c:v>-0.0835290332</c:v>
                </c:pt>
                <c:pt idx="218">
                  <c:v>-0.0926978199</c:v>
                </c:pt>
                <c:pt idx="219">
                  <c:v>-0.100773593</c:v>
                </c:pt>
                <c:pt idx="220">
                  <c:v>-0.1078411578</c:v>
                </c:pt>
                <c:pt idx="221">
                  <c:v>-0.1139796472</c:v>
                </c:pt>
                <c:pt idx="222">
                  <c:v>-0.1192628736</c:v>
                </c:pt>
                <c:pt idx="223">
                  <c:v>-0.1237596596</c:v>
                </c:pt>
                <c:pt idx="224">
                  <c:v>-0.1275341489</c:v>
                </c:pt>
                <c:pt idx="225">
                  <c:v>-0.1306460993</c:v>
                </c:pt>
                <c:pt idx="226">
                  <c:v>-0.1331511577</c:v>
                </c:pt>
                <c:pt idx="227">
                  <c:v>-0.135101119</c:v>
                </c:pt>
                <c:pt idx="228">
                  <c:v>-0.1365441697</c:v>
                </c:pt>
                <c:pt idx="229">
                  <c:v>-0.1375251162</c:v>
                </c:pt>
                <c:pt idx="230">
                  <c:v>-0.1380856003</c:v>
                </c:pt>
                <c:pt idx="231">
                  <c:v>-0.1382643012</c:v>
                </c:pt>
                <c:pt idx="232">
                  <c:v>-0.1380971252</c:v>
                </c:pt>
                <c:pt idx="233">
                  <c:v>-0.1376173846</c:v>
                </c:pt>
                <c:pt idx="234">
                  <c:v>-0.1368559649</c:v>
                </c:pt>
                <c:pt idx="235">
                  <c:v>-0.1358414825</c:v>
                </c:pt>
                <c:pt idx="236">
                  <c:v>-0.1346004325</c:v>
                </c:pt>
                <c:pt idx="237">
                  <c:v>-0.1331573277</c:v>
                </c:pt>
                <c:pt idx="238">
                  <c:v>-0.1315348285</c:v>
                </c:pt>
                <c:pt idx="239">
                  <c:v>-0.1297538658</c:v>
                </c:pt>
                <c:pt idx="240">
                  <c:v>-0.1278337556</c:v>
                </c:pt>
                <c:pt idx="241">
                  <c:v>-0.1257923067</c:v>
                </c:pt>
                <c:pt idx="242">
                  <c:v>-0.1236459216</c:v>
                </c:pt>
                <c:pt idx="243">
                  <c:v>-0.1214096917</c:v>
                </c:pt>
                <c:pt idx="244">
                  <c:v>-0.1190974859</c:v>
                </c:pt>
                <c:pt idx="245">
                  <c:v>-0.116722034</c:v>
                </c:pt>
                <c:pt idx="246">
                  <c:v>-0.1142950048</c:v>
                </c:pt>
                <c:pt idx="247">
                  <c:v>-0.1118270794</c:v>
                </c:pt>
                <c:pt idx="248">
                  <c:v>-0.1093280197</c:v>
                </c:pt>
                <c:pt idx="249">
                  <c:v>-0.1068067328</c:v>
                </c:pt>
                <c:pt idx="250">
                  <c:v>-0.1042713308</c:v>
                </c:pt>
                <c:pt idx="251">
                  <c:v>-0.1017291877</c:v>
                </c:pt>
                <c:pt idx="252">
                  <c:v>-0.0991869916</c:v>
                </c:pt>
                <c:pt idx="253">
                  <c:v>-0.0966507943</c:v>
                </c:pt>
                <c:pt idx="254">
                  <c:v>-0.0941260575</c:v>
                </c:pt>
                <c:pt idx="255">
                  <c:v>-0.0916176959</c:v>
                </c:pt>
                <c:pt idx="256">
                  <c:v>-0.0891301174</c:v>
                </c:pt>
                <c:pt idx="257">
                  <c:v>-0.0866672612</c:v>
                </c:pt>
                <c:pt idx="258">
                  <c:v>-0.0842326327</c:v>
                </c:pt>
                <c:pt idx="259">
                  <c:v>-0.0818293365</c:v>
                </c:pt>
                <c:pt idx="260">
                  <c:v>-0.0794601075</c:v>
                </c:pt>
                <c:pt idx="261">
                  <c:v>-0.0771273392</c:v>
                </c:pt>
                <c:pt idx="262">
                  <c:v>-0.0748331103</c:v>
                </c:pt>
                <c:pt idx="263">
                  <c:v>-0.0725792105</c:v>
                </c:pt>
                <c:pt idx="264">
                  <c:v>-0.070367163</c:v>
                </c:pt>
                <c:pt idx="265">
                  <c:v>-0.0681982464</c:v>
                </c:pt>
                <c:pt idx="266">
                  <c:v>-0.0660735153</c:v>
                </c:pt>
                <c:pt idx="267">
                  <c:v>-0.0639938187</c:v>
                </c:pt>
                <c:pt idx="268">
                  <c:v>-0.0619598177</c:v>
                </c:pt>
                <c:pt idx="269">
                  <c:v>-0.0599720018</c:v>
                </c:pt>
                <c:pt idx="270">
                  <c:v>-0.058030704</c:v>
                </c:pt>
                <c:pt idx="271">
                  <c:v>-0.0561361151</c:v>
                </c:pt>
                <c:pt idx="272">
                  <c:v>-0.0542882965</c:v>
                </c:pt>
                <c:pt idx="273">
                  <c:v>-0.0524871927</c:v>
                </c:pt>
                <c:pt idx="274">
                  <c:v>-0.0507326421</c:v>
                </c:pt>
                <c:pt idx="275">
                  <c:v>-0.049024388</c:v>
                </c:pt>
                <c:pt idx="276">
                  <c:v>-0.0473620879</c:v>
                </c:pt>
                <c:pt idx="277">
                  <c:v>-0.0457453226</c:v>
                </c:pt>
                <c:pt idx="278">
                  <c:v>-0.0441736044</c:v>
                </c:pt>
                <c:pt idx="279">
                  <c:v>-0.042646385</c:v>
                </c:pt>
                <c:pt idx="280">
                  <c:v>-0.0411630624</c:v>
                </c:pt>
                <c:pt idx="281">
                  <c:v>-0.0397229874</c:v>
                </c:pt>
                <c:pt idx="282">
                  <c:v>-0.0383254698</c:v>
                </c:pt>
                <c:pt idx="283">
                  <c:v>-0.0369697838</c:v>
                </c:pt>
                <c:pt idx="284">
                  <c:v>-0.0356551732</c:v>
                </c:pt>
                <c:pt idx="285">
                  <c:v>-0.034380856</c:v>
                </c:pt>
                <c:pt idx="286">
                  <c:v>-0.033146029</c:v>
                </c:pt>
                <c:pt idx="287">
                  <c:v>-0.0319498711</c:v>
                </c:pt>
                <c:pt idx="288">
                  <c:v>-0.0307915477</c:v>
                </c:pt>
                <c:pt idx="289">
                  <c:v>-0.0296702136</c:v>
                </c:pt>
                <c:pt idx="290">
                  <c:v>-0.0285850158</c:v>
                </c:pt>
                <c:pt idx="291">
                  <c:v>-0.0275350969</c:v>
                </c:pt>
                <c:pt idx="292">
                  <c:v>-0.0265195968</c:v>
                </c:pt>
                <c:pt idx="293">
                  <c:v>-0.0255376556</c:v>
                </c:pt>
                <c:pt idx="294">
                  <c:v>-0.0245884154</c:v>
                </c:pt>
                <c:pt idx="295">
                  <c:v>-0.0236710221</c:v>
                </c:pt>
                <c:pt idx="296">
                  <c:v>-0.0227846272</c:v>
                </c:pt>
                <c:pt idx="297">
                  <c:v>-0.0219283891</c:v>
                </c:pt>
                <c:pt idx="298">
                  <c:v>-0.0211014746</c:v>
                </c:pt>
                <c:pt idx="299">
                  <c:v>-0.0203030601</c:v>
                </c:pt>
                <c:pt idx="300">
                  <c:v>-0.0195323326</c:v>
                </c:pt>
                <c:pt idx="301">
                  <c:v>-0.0187884905</c:v>
                </c:pt>
                <c:pt idx="302">
                  <c:v>-0.0180707446</c:v>
                </c:pt>
                <c:pt idx="303">
                  <c:v>-0.0173783188</c:v>
                </c:pt>
                <c:pt idx="304">
                  <c:v>-0.0167104504</c:v>
                </c:pt>
                <c:pt idx="305">
                  <c:v>-0.0160663912</c:v>
                </c:pt>
                <c:pt idx="306">
                  <c:v>-0.0154454073</c:v>
                </c:pt>
                <c:pt idx="307">
                  <c:v>-0.0148467799</c:v>
                </c:pt>
                <c:pt idx="308">
                  <c:v>-0.0142698053</c:v>
                </c:pt>
                <c:pt idx="309">
                  <c:v>-0.0137137953</c:v>
                </c:pt>
                <c:pt idx="310">
                  <c:v>-0.0131780775</c:v>
                </c:pt>
                <c:pt idx="311">
                  <c:v>0</c:v>
                </c:pt>
                <c:pt idx="312">
                  <c:v>-0.017875567</c:v>
                </c:pt>
                <c:pt idx="313">
                  <c:v>-0.0340075305</c:v>
                </c:pt>
                <c:pt idx="314">
                  <c:v>-0.0485234455</c:v>
                </c:pt>
                <c:pt idx="315">
                  <c:v>-0.0615425722</c:v>
                </c:pt>
                <c:pt idx="316">
                  <c:v>-0.073176382</c:v>
                </c:pt>
                <c:pt idx="317">
                  <c:v>-0.0835290332</c:v>
                </c:pt>
                <c:pt idx="318">
                  <c:v>-0.0926978199</c:v>
                </c:pt>
                <c:pt idx="319">
                  <c:v>-0.100773593</c:v>
                </c:pt>
                <c:pt idx="320">
                  <c:v>-0.1078411578</c:v>
                </c:pt>
                <c:pt idx="321">
                  <c:v>-0.1139796472</c:v>
                </c:pt>
                <c:pt idx="322">
                  <c:v>-0.1192628736</c:v>
                </c:pt>
                <c:pt idx="323">
                  <c:v>-0.1237596596</c:v>
                </c:pt>
                <c:pt idx="324">
                  <c:v>-0.1275341489</c:v>
                </c:pt>
                <c:pt idx="325">
                  <c:v>-0.1306460993</c:v>
                </c:pt>
                <c:pt idx="326">
                  <c:v>-0.1331511577</c:v>
                </c:pt>
                <c:pt idx="327">
                  <c:v>-0.135101119</c:v>
                </c:pt>
                <c:pt idx="328">
                  <c:v>-0.1365441697</c:v>
                </c:pt>
                <c:pt idx="329">
                  <c:v>-0.1375251162</c:v>
                </c:pt>
                <c:pt idx="330">
                  <c:v>-0.1380856003</c:v>
                </c:pt>
                <c:pt idx="331">
                  <c:v>-0.1382643012</c:v>
                </c:pt>
                <c:pt idx="332">
                  <c:v>-0.1380971252</c:v>
                </c:pt>
                <c:pt idx="333">
                  <c:v>-0.1376173846</c:v>
                </c:pt>
                <c:pt idx="334">
                  <c:v>-0.1368559649</c:v>
                </c:pt>
                <c:pt idx="335">
                  <c:v>-0.1358414825</c:v>
                </c:pt>
                <c:pt idx="336">
                  <c:v>-0.1346004325</c:v>
                </c:pt>
                <c:pt idx="337">
                  <c:v>-0.1331573277</c:v>
                </c:pt>
                <c:pt idx="338">
                  <c:v>-0.1315348285</c:v>
                </c:pt>
                <c:pt idx="339">
                  <c:v>-0.1297538658</c:v>
                </c:pt>
                <c:pt idx="340">
                  <c:v>-0.1278337556</c:v>
                </c:pt>
                <c:pt idx="341">
                  <c:v>-0.1257923067</c:v>
                </c:pt>
                <c:pt idx="342">
                  <c:v>-0.1236459216</c:v>
                </c:pt>
                <c:pt idx="343">
                  <c:v>-0.1214096917</c:v>
                </c:pt>
                <c:pt idx="344">
                  <c:v>-0.1190974859</c:v>
                </c:pt>
                <c:pt idx="345">
                  <c:v>-0.116722034</c:v>
                </c:pt>
                <c:pt idx="346">
                  <c:v>-0.1142950048</c:v>
                </c:pt>
                <c:pt idx="347">
                  <c:v>-0.1118270794</c:v>
                </c:pt>
                <c:pt idx="348">
                  <c:v>-0.1093280197</c:v>
                </c:pt>
                <c:pt idx="349">
                  <c:v>-0.1068067328</c:v>
                </c:pt>
                <c:pt idx="350">
                  <c:v>-0.1042713308</c:v>
                </c:pt>
                <c:pt idx="351">
                  <c:v>-0.1017291877</c:v>
                </c:pt>
                <c:pt idx="352">
                  <c:v>-0.0991869916</c:v>
                </c:pt>
                <c:pt idx="353">
                  <c:v>-0.0966507943</c:v>
                </c:pt>
                <c:pt idx="354">
                  <c:v>-0.0941260575</c:v>
                </c:pt>
                <c:pt idx="355">
                  <c:v>-0.0916176959</c:v>
                </c:pt>
                <c:pt idx="356">
                  <c:v>-0.0891301174</c:v>
                </c:pt>
                <c:pt idx="357">
                  <c:v>-0.0866672612</c:v>
                </c:pt>
                <c:pt idx="358">
                  <c:v>-0.0842326327</c:v>
                </c:pt>
                <c:pt idx="359">
                  <c:v>-0.0818293365</c:v>
                </c:pt>
                <c:pt idx="360">
                  <c:v>-0.0794601075</c:v>
                </c:pt>
                <c:pt idx="361">
                  <c:v>-0.0771273392</c:v>
                </c:pt>
                <c:pt idx="362">
                  <c:v>-0.0748331103</c:v>
                </c:pt>
                <c:pt idx="363">
                  <c:v>-0.0725792105</c:v>
                </c:pt>
                <c:pt idx="364">
                  <c:v>-0.070367163</c:v>
                </c:pt>
                <c:pt idx="365">
                  <c:v>-0.0681982464</c:v>
                </c:pt>
                <c:pt idx="366">
                  <c:v>-0.0660735153</c:v>
                </c:pt>
                <c:pt idx="367">
                  <c:v>-0.0639938187</c:v>
                </c:pt>
                <c:pt idx="368">
                  <c:v>-0.0619598177</c:v>
                </c:pt>
                <c:pt idx="369">
                  <c:v>-0.0599720018</c:v>
                </c:pt>
                <c:pt idx="370">
                  <c:v>-0.058030704</c:v>
                </c:pt>
                <c:pt idx="371">
                  <c:v>-0.0561361151</c:v>
                </c:pt>
                <c:pt idx="372">
                  <c:v>-0.0542882965</c:v>
                </c:pt>
                <c:pt idx="373">
                  <c:v>-0.0524871927</c:v>
                </c:pt>
                <c:pt idx="374">
                  <c:v>-0.0507326421</c:v>
                </c:pt>
                <c:pt idx="375">
                  <c:v>-0.049024388</c:v>
                </c:pt>
                <c:pt idx="376">
                  <c:v>-0.0473620879</c:v>
                </c:pt>
                <c:pt idx="377">
                  <c:v>-0.0457453226</c:v>
                </c:pt>
                <c:pt idx="378">
                  <c:v>-0.0441736044</c:v>
                </c:pt>
                <c:pt idx="379">
                  <c:v>-0.042646385</c:v>
                </c:pt>
                <c:pt idx="380">
                  <c:v>-0.0411630624</c:v>
                </c:pt>
                <c:pt idx="381">
                  <c:v>-0.0397229874</c:v>
                </c:pt>
                <c:pt idx="382">
                  <c:v>-0.0383254698</c:v>
                </c:pt>
                <c:pt idx="383">
                  <c:v>-0.0369697838</c:v>
                </c:pt>
                <c:pt idx="384">
                  <c:v>-0.0356551732</c:v>
                </c:pt>
                <c:pt idx="385">
                  <c:v>-0.034380856</c:v>
                </c:pt>
                <c:pt idx="386">
                  <c:v>-0.033146029</c:v>
                </c:pt>
                <c:pt idx="387">
                  <c:v>-0.0319498711</c:v>
                </c:pt>
                <c:pt idx="388">
                  <c:v>-0.0307915477</c:v>
                </c:pt>
                <c:pt idx="389">
                  <c:v>-0.0296702136</c:v>
                </c:pt>
                <c:pt idx="390">
                  <c:v>-0.0285850158</c:v>
                </c:pt>
                <c:pt idx="391">
                  <c:v>-0.0275350969</c:v>
                </c:pt>
                <c:pt idx="392">
                  <c:v>-0.0265195968</c:v>
                </c:pt>
                <c:pt idx="393">
                  <c:v>-0.0255376556</c:v>
                </c:pt>
                <c:pt idx="394">
                  <c:v>-0.0245884154</c:v>
                </c:pt>
                <c:pt idx="395">
                  <c:v>-0.0236710221</c:v>
                </c:pt>
                <c:pt idx="396">
                  <c:v>-0.0227846272</c:v>
                </c:pt>
                <c:pt idx="397">
                  <c:v>-0.0219283891</c:v>
                </c:pt>
                <c:pt idx="398">
                  <c:v>-0.0211014746</c:v>
                </c:pt>
                <c:pt idx="399">
                  <c:v>-0.0203030601</c:v>
                </c:pt>
                <c:pt idx="400">
                  <c:v>-0.0195323326</c:v>
                </c:pt>
                <c:pt idx="401">
                  <c:v>-0.0187884905</c:v>
                </c:pt>
                <c:pt idx="402">
                  <c:v>-0.0180707446</c:v>
                </c:pt>
                <c:pt idx="403">
                  <c:v>-0.0173783188</c:v>
                </c:pt>
                <c:pt idx="404">
                  <c:v>-0.0167104504</c:v>
                </c:pt>
                <c:pt idx="405">
                  <c:v>-0.0160663912</c:v>
                </c:pt>
                <c:pt idx="406">
                  <c:v>-0.0154454073</c:v>
                </c:pt>
                <c:pt idx="407">
                  <c:v>-0.0148467799</c:v>
                </c:pt>
                <c:pt idx="408">
                  <c:v>-0.0142698053</c:v>
                </c:pt>
                <c:pt idx="409">
                  <c:v>-0.0137137953</c:v>
                </c:pt>
                <c:pt idx="410">
                  <c:v>-0.0131780775</c:v>
                </c:pt>
                <c:pt idx="411">
                  <c:v>0</c:v>
                </c:pt>
                <c:pt idx="412">
                  <c:v>-0.017875567</c:v>
                </c:pt>
                <c:pt idx="413">
                  <c:v>-0.0340075305</c:v>
                </c:pt>
                <c:pt idx="414">
                  <c:v>-0.0485234455</c:v>
                </c:pt>
                <c:pt idx="415">
                  <c:v>-0.0615425722</c:v>
                </c:pt>
                <c:pt idx="416">
                  <c:v>-0.073176382</c:v>
                </c:pt>
                <c:pt idx="417">
                  <c:v>-0.0835290332</c:v>
                </c:pt>
                <c:pt idx="418">
                  <c:v>-0.0926978199</c:v>
                </c:pt>
                <c:pt idx="419">
                  <c:v>-0.100773593</c:v>
                </c:pt>
                <c:pt idx="420">
                  <c:v>-0.1078411578</c:v>
                </c:pt>
                <c:pt idx="421">
                  <c:v>-0.1139796472</c:v>
                </c:pt>
                <c:pt idx="422">
                  <c:v>-0.1192628736</c:v>
                </c:pt>
                <c:pt idx="423">
                  <c:v>-0.1237596596</c:v>
                </c:pt>
                <c:pt idx="424">
                  <c:v>-0.1275341489</c:v>
                </c:pt>
                <c:pt idx="425">
                  <c:v>-0.1306460993</c:v>
                </c:pt>
                <c:pt idx="426">
                  <c:v>-0.1331511577</c:v>
                </c:pt>
                <c:pt idx="427">
                  <c:v>-0.135101119</c:v>
                </c:pt>
                <c:pt idx="428">
                  <c:v>-0.1365441697</c:v>
                </c:pt>
                <c:pt idx="429">
                  <c:v>-0.1375251162</c:v>
                </c:pt>
                <c:pt idx="430">
                  <c:v>-0.1380856003</c:v>
                </c:pt>
                <c:pt idx="431">
                  <c:v>-0.1382643012</c:v>
                </c:pt>
                <c:pt idx="432">
                  <c:v>-0.1380971252</c:v>
                </c:pt>
                <c:pt idx="433">
                  <c:v>-0.1376173846</c:v>
                </c:pt>
                <c:pt idx="434">
                  <c:v>-0.1368559649</c:v>
                </c:pt>
                <c:pt idx="435">
                  <c:v>-0.1358414825</c:v>
                </c:pt>
                <c:pt idx="436">
                  <c:v>-0.1346004325</c:v>
                </c:pt>
                <c:pt idx="437">
                  <c:v>-0.1331573277</c:v>
                </c:pt>
                <c:pt idx="438">
                  <c:v>-0.1315348285</c:v>
                </c:pt>
                <c:pt idx="439">
                  <c:v>-0.1297538658</c:v>
                </c:pt>
                <c:pt idx="440">
                  <c:v>-0.1278337556</c:v>
                </c:pt>
                <c:pt idx="441">
                  <c:v>-0.1257923067</c:v>
                </c:pt>
                <c:pt idx="442">
                  <c:v>-0.1236459216</c:v>
                </c:pt>
                <c:pt idx="443">
                  <c:v>-0.1214096917</c:v>
                </c:pt>
                <c:pt idx="444">
                  <c:v>-0.1190974859</c:v>
                </c:pt>
                <c:pt idx="445">
                  <c:v>-0.116722034</c:v>
                </c:pt>
                <c:pt idx="446">
                  <c:v>-0.1142950048</c:v>
                </c:pt>
                <c:pt idx="447">
                  <c:v>-0.1118270794</c:v>
                </c:pt>
                <c:pt idx="448">
                  <c:v>-0.1093280197</c:v>
                </c:pt>
                <c:pt idx="449">
                  <c:v>-0.1068067328</c:v>
                </c:pt>
                <c:pt idx="450">
                  <c:v>-0.1042713308</c:v>
                </c:pt>
                <c:pt idx="451">
                  <c:v>-0.1017291877</c:v>
                </c:pt>
                <c:pt idx="452">
                  <c:v>-0.0991869916</c:v>
                </c:pt>
                <c:pt idx="453">
                  <c:v>-0.0966507943</c:v>
                </c:pt>
                <c:pt idx="454">
                  <c:v>-0.0941260575</c:v>
                </c:pt>
                <c:pt idx="455">
                  <c:v>-0.0916176959</c:v>
                </c:pt>
                <c:pt idx="456">
                  <c:v>-0.0891301174</c:v>
                </c:pt>
                <c:pt idx="457">
                  <c:v>-0.0866672612</c:v>
                </c:pt>
                <c:pt idx="458">
                  <c:v>-0.0842326327</c:v>
                </c:pt>
                <c:pt idx="459">
                  <c:v>-0.0818293365</c:v>
                </c:pt>
                <c:pt idx="460">
                  <c:v>-0.0794601075</c:v>
                </c:pt>
                <c:pt idx="461">
                  <c:v>-0.0771273392</c:v>
                </c:pt>
                <c:pt idx="462">
                  <c:v>-0.0748331103</c:v>
                </c:pt>
                <c:pt idx="463">
                  <c:v>-0.0725792105</c:v>
                </c:pt>
                <c:pt idx="464">
                  <c:v>-0.070367163</c:v>
                </c:pt>
                <c:pt idx="465">
                  <c:v>-0.0681982464</c:v>
                </c:pt>
                <c:pt idx="466">
                  <c:v>-0.0660735153</c:v>
                </c:pt>
                <c:pt idx="467">
                  <c:v>-0.0639938187</c:v>
                </c:pt>
                <c:pt idx="468">
                  <c:v>-0.0619598177</c:v>
                </c:pt>
                <c:pt idx="469">
                  <c:v>-0.0599720018</c:v>
                </c:pt>
                <c:pt idx="470">
                  <c:v>-0.058030704</c:v>
                </c:pt>
                <c:pt idx="471">
                  <c:v>-0.0561361151</c:v>
                </c:pt>
                <c:pt idx="472">
                  <c:v>-0.0542882965</c:v>
                </c:pt>
                <c:pt idx="473">
                  <c:v>-0.0524871927</c:v>
                </c:pt>
                <c:pt idx="474">
                  <c:v>-0.0507326421</c:v>
                </c:pt>
                <c:pt idx="475">
                  <c:v>-0.049024388</c:v>
                </c:pt>
                <c:pt idx="476">
                  <c:v>-0.0473620879</c:v>
                </c:pt>
                <c:pt idx="477">
                  <c:v>-0.0457453226</c:v>
                </c:pt>
                <c:pt idx="478">
                  <c:v>-0.0441736044</c:v>
                </c:pt>
                <c:pt idx="479">
                  <c:v>-0.042646385</c:v>
                </c:pt>
                <c:pt idx="480">
                  <c:v>-0.0411630624</c:v>
                </c:pt>
                <c:pt idx="481">
                  <c:v>-0.0397229874</c:v>
                </c:pt>
                <c:pt idx="482">
                  <c:v>-0.0383254698</c:v>
                </c:pt>
                <c:pt idx="483">
                  <c:v>-0.0369697838</c:v>
                </c:pt>
                <c:pt idx="484">
                  <c:v>-0.0356551732</c:v>
                </c:pt>
                <c:pt idx="485">
                  <c:v>-0.034380856</c:v>
                </c:pt>
                <c:pt idx="486">
                  <c:v>-0.033146029</c:v>
                </c:pt>
                <c:pt idx="487">
                  <c:v>-0.0319498711</c:v>
                </c:pt>
                <c:pt idx="488">
                  <c:v>-0.0307915477</c:v>
                </c:pt>
                <c:pt idx="489">
                  <c:v>-0.0296702136</c:v>
                </c:pt>
                <c:pt idx="490">
                  <c:v>-0.0285850158</c:v>
                </c:pt>
                <c:pt idx="491">
                  <c:v>-0.0275350969</c:v>
                </c:pt>
                <c:pt idx="492">
                  <c:v>-0.0265195968</c:v>
                </c:pt>
                <c:pt idx="493">
                  <c:v>-0.0255376556</c:v>
                </c:pt>
                <c:pt idx="494">
                  <c:v>-0.0245884154</c:v>
                </c:pt>
                <c:pt idx="495">
                  <c:v>-0.0236710221</c:v>
                </c:pt>
                <c:pt idx="496">
                  <c:v>-0.0227846272</c:v>
                </c:pt>
                <c:pt idx="497">
                  <c:v>-0.0219283891</c:v>
                </c:pt>
                <c:pt idx="498">
                  <c:v>-0.0211014746</c:v>
                </c:pt>
                <c:pt idx="499">
                  <c:v>-0.0203030601</c:v>
                </c:pt>
                <c:pt idx="500">
                  <c:v>-0.0195323326</c:v>
                </c:pt>
                <c:pt idx="501">
                  <c:v>-0.0187884905</c:v>
                </c:pt>
                <c:pt idx="502">
                  <c:v>-0.0180707446</c:v>
                </c:pt>
                <c:pt idx="503">
                  <c:v>-0.0173783188</c:v>
                </c:pt>
                <c:pt idx="504">
                  <c:v>-0.0167104504</c:v>
                </c:pt>
                <c:pt idx="505">
                  <c:v>-0.0160663912</c:v>
                </c:pt>
                <c:pt idx="506">
                  <c:v>-0.0154454073</c:v>
                </c:pt>
                <c:pt idx="507">
                  <c:v>-0.0148467799</c:v>
                </c:pt>
                <c:pt idx="508">
                  <c:v>-0.0142698053</c:v>
                </c:pt>
                <c:pt idx="509">
                  <c:v>-0.0137137953</c:v>
                </c:pt>
                <c:pt idx="510">
                  <c:v>-0.0131780775</c:v>
                </c:pt>
                <c:pt idx="511">
                  <c:v>0</c:v>
                </c:pt>
                <c:pt idx="512">
                  <c:v>-0.017875567</c:v>
                </c:pt>
                <c:pt idx="513">
                  <c:v>-0.0340075305</c:v>
                </c:pt>
                <c:pt idx="514">
                  <c:v>-0.0485234455</c:v>
                </c:pt>
                <c:pt idx="515">
                  <c:v>-0.0615425722</c:v>
                </c:pt>
                <c:pt idx="516">
                  <c:v>-0.073176382</c:v>
                </c:pt>
                <c:pt idx="517">
                  <c:v>-0.0835290332</c:v>
                </c:pt>
                <c:pt idx="518">
                  <c:v>-0.0926978199</c:v>
                </c:pt>
                <c:pt idx="519">
                  <c:v>-0.100773593</c:v>
                </c:pt>
                <c:pt idx="520">
                  <c:v>-0.1078411578</c:v>
                </c:pt>
                <c:pt idx="521">
                  <c:v>-0.1139796472</c:v>
                </c:pt>
                <c:pt idx="522">
                  <c:v>-0.1192628736</c:v>
                </c:pt>
                <c:pt idx="523">
                  <c:v>-0.1237596596</c:v>
                </c:pt>
                <c:pt idx="524">
                  <c:v>-0.1275341489</c:v>
                </c:pt>
                <c:pt idx="525">
                  <c:v>-0.1306460993</c:v>
                </c:pt>
                <c:pt idx="526">
                  <c:v>-0.1331511577</c:v>
                </c:pt>
                <c:pt idx="527">
                  <c:v>-0.135101119</c:v>
                </c:pt>
                <c:pt idx="528">
                  <c:v>-0.1365441697</c:v>
                </c:pt>
                <c:pt idx="529">
                  <c:v>-0.1375251162</c:v>
                </c:pt>
                <c:pt idx="530">
                  <c:v>-0.1380856003</c:v>
                </c:pt>
                <c:pt idx="531">
                  <c:v>-0.1382643012</c:v>
                </c:pt>
                <c:pt idx="532">
                  <c:v>-0.1380971252</c:v>
                </c:pt>
                <c:pt idx="533">
                  <c:v>-0.1376173846</c:v>
                </c:pt>
                <c:pt idx="534">
                  <c:v>-0.1368559649</c:v>
                </c:pt>
                <c:pt idx="535">
                  <c:v>-0.1358414825</c:v>
                </c:pt>
                <c:pt idx="536">
                  <c:v>-0.1346004325</c:v>
                </c:pt>
                <c:pt idx="537">
                  <c:v>-0.1331573277</c:v>
                </c:pt>
                <c:pt idx="538">
                  <c:v>-0.1315348285</c:v>
                </c:pt>
                <c:pt idx="539">
                  <c:v>-0.1297538658</c:v>
                </c:pt>
                <c:pt idx="540">
                  <c:v>-0.1278337556</c:v>
                </c:pt>
                <c:pt idx="541">
                  <c:v>-0.1257923067</c:v>
                </c:pt>
                <c:pt idx="542">
                  <c:v>-0.1236459216</c:v>
                </c:pt>
                <c:pt idx="543">
                  <c:v>-0.1214096917</c:v>
                </c:pt>
                <c:pt idx="544">
                  <c:v>-0.1190974859</c:v>
                </c:pt>
                <c:pt idx="545">
                  <c:v>-0.116722034</c:v>
                </c:pt>
                <c:pt idx="546">
                  <c:v>-0.1142950048</c:v>
                </c:pt>
                <c:pt idx="547">
                  <c:v>-0.1118270794</c:v>
                </c:pt>
                <c:pt idx="548">
                  <c:v>-0.1093280197</c:v>
                </c:pt>
                <c:pt idx="549">
                  <c:v>-0.1068067328</c:v>
                </c:pt>
                <c:pt idx="550">
                  <c:v>-0.1042713308</c:v>
                </c:pt>
                <c:pt idx="551">
                  <c:v>-0.1017291877</c:v>
                </c:pt>
                <c:pt idx="552">
                  <c:v>-0.0991869916</c:v>
                </c:pt>
                <c:pt idx="553">
                  <c:v>-0.0966507943</c:v>
                </c:pt>
                <c:pt idx="554">
                  <c:v>-0.0941260575</c:v>
                </c:pt>
                <c:pt idx="555">
                  <c:v>-0.0916176959</c:v>
                </c:pt>
                <c:pt idx="556">
                  <c:v>-0.0891301174</c:v>
                </c:pt>
                <c:pt idx="557">
                  <c:v>-0.0866672612</c:v>
                </c:pt>
                <c:pt idx="558">
                  <c:v>-0.0842326327</c:v>
                </c:pt>
                <c:pt idx="559">
                  <c:v>-0.0818293365</c:v>
                </c:pt>
                <c:pt idx="560">
                  <c:v>-0.0794601075</c:v>
                </c:pt>
                <c:pt idx="561">
                  <c:v>-0.0771273392</c:v>
                </c:pt>
                <c:pt idx="562">
                  <c:v>-0.0748331103</c:v>
                </c:pt>
                <c:pt idx="563">
                  <c:v>-0.0725792105</c:v>
                </c:pt>
                <c:pt idx="564">
                  <c:v>-0.070367163</c:v>
                </c:pt>
                <c:pt idx="565">
                  <c:v>-0.0681982464</c:v>
                </c:pt>
                <c:pt idx="566">
                  <c:v>-0.0660735153</c:v>
                </c:pt>
                <c:pt idx="567">
                  <c:v>-0.0639938187</c:v>
                </c:pt>
                <c:pt idx="568">
                  <c:v>-0.0619598177</c:v>
                </c:pt>
                <c:pt idx="569">
                  <c:v>-0.0599720018</c:v>
                </c:pt>
                <c:pt idx="570">
                  <c:v>-0.058030704</c:v>
                </c:pt>
                <c:pt idx="571">
                  <c:v>-0.0561361151</c:v>
                </c:pt>
                <c:pt idx="572">
                  <c:v>-0.0542882965</c:v>
                </c:pt>
                <c:pt idx="573">
                  <c:v>-0.0524871927</c:v>
                </c:pt>
                <c:pt idx="574">
                  <c:v>-0.0507326421</c:v>
                </c:pt>
                <c:pt idx="575">
                  <c:v>-0.049024388</c:v>
                </c:pt>
                <c:pt idx="576">
                  <c:v>-0.0473620879</c:v>
                </c:pt>
                <c:pt idx="577">
                  <c:v>-0.0457453226</c:v>
                </c:pt>
                <c:pt idx="578">
                  <c:v>-0.0441736044</c:v>
                </c:pt>
                <c:pt idx="579">
                  <c:v>-0.042646385</c:v>
                </c:pt>
                <c:pt idx="580">
                  <c:v>-0.0411630624</c:v>
                </c:pt>
                <c:pt idx="581">
                  <c:v>-0.0397229874</c:v>
                </c:pt>
                <c:pt idx="582">
                  <c:v>-0.0383254698</c:v>
                </c:pt>
                <c:pt idx="583">
                  <c:v>-0.0369697838</c:v>
                </c:pt>
                <c:pt idx="584">
                  <c:v>-0.0356551732</c:v>
                </c:pt>
                <c:pt idx="585">
                  <c:v>-0.034380856</c:v>
                </c:pt>
                <c:pt idx="586">
                  <c:v>-0.033146029</c:v>
                </c:pt>
                <c:pt idx="587">
                  <c:v>-0.0319498711</c:v>
                </c:pt>
                <c:pt idx="588">
                  <c:v>-0.0307915477</c:v>
                </c:pt>
                <c:pt idx="589">
                  <c:v>-0.0296702136</c:v>
                </c:pt>
                <c:pt idx="590">
                  <c:v>-0.0285850158</c:v>
                </c:pt>
                <c:pt idx="591">
                  <c:v>-0.0275350969</c:v>
                </c:pt>
                <c:pt idx="592">
                  <c:v>-0.0265195968</c:v>
                </c:pt>
                <c:pt idx="593">
                  <c:v>-0.0255376556</c:v>
                </c:pt>
                <c:pt idx="594">
                  <c:v>-0.0245884154</c:v>
                </c:pt>
                <c:pt idx="595">
                  <c:v>-0.0236710221</c:v>
                </c:pt>
                <c:pt idx="596">
                  <c:v>-0.0227846272</c:v>
                </c:pt>
                <c:pt idx="597">
                  <c:v>-0.0219283891</c:v>
                </c:pt>
                <c:pt idx="598">
                  <c:v>-0.0211014746</c:v>
                </c:pt>
                <c:pt idx="599">
                  <c:v>-0.0203030601</c:v>
                </c:pt>
                <c:pt idx="600">
                  <c:v>-0.0195323326</c:v>
                </c:pt>
                <c:pt idx="601">
                  <c:v>-0.0187884905</c:v>
                </c:pt>
                <c:pt idx="602">
                  <c:v>-0.0180707446</c:v>
                </c:pt>
                <c:pt idx="603">
                  <c:v>-0.0173783188</c:v>
                </c:pt>
                <c:pt idx="604">
                  <c:v>-0.0167104504</c:v>
                </c:pt>
                <c:pt idx="605">
                  <c:v>-0.0160663912</c:v>
                </c:pt>
                <c:pt idx="606">
                  <c:v>-0.0154454073</c:v>
                </c:pt>
                <c:pt idx="607">
                  <c:v>-0.0148467799</c:v>
                </c:pt>
                <c:pt idx="608">
                  <c:v>-0.0142698053</c:v>
                </c:pt>
                <c:pt idx="609">
                  <c:v>-0.0137137953</c:v>
                </c:pt>
                <c:pt idx="610">
                  <c:v>-0.0131780775</c:v>
                </c:pt>
                <c:pt idx="611">
                  <c:v>0</c:v>
                </c:pt>
                <c:pt idx="612">
                  <c:v>-0.017875567</c:v>
                </c:pt>
                <c:pt idx="613">
                  <c:v>-0.0340075305</c:v>
                </c:pt>
                <c:pt idx="614">
                  <c:v>-0.0485234455</c:v>
                </c:pt>
                <c:pt idx="615">
                  <c:v>-0.0615425722</c:v>
                </c:pt>
                <c:pt idx="616">
                  <c:v>-0.073176382</c:v>
                </c:pt>
                <c:pt idx="617">
                  <c:v>-0.0835290332</c:v>
                </c:pt>
                <c:pt idx="618">
                  <c:v>-0.0926978199</c:v>
                </c:pt>
                <c:pt idx="619">
                  <c:v>-0.100773593</c:v>
                </c:pt>
                <c:pt idx="620">
                  <c:v>-0.1078411578</c:v>
                </c:pt>
                <c:pt idx="621">
                  <c:v>-0.1139796472</c:v>
                </c:pt>
                <c:pt idx="622">
                  <c:v>-0.1192628736</c:v>
                </c:pt>
                <c:pt idx="623">
                  <c:v>-0.1237596596</c:v>
                </c:pt>
                <c:pt idx="624">
                  <c:v>-0.1275341489</c:v>
                </c:pt>
                <c:pt idx="625">
                  <c:v>-0.1306460993</c:v>
                </c:pt>
                <c:pt idx="626">
                  <c:v>-0.1331511577</c:v>
                </c:pt>
                <c:pt idx="627">
                  <c:v>-0.135101119</c:v>
                </c:pt>
                <c:pt idx="628">
                  <c:v>-0.1365441697</c:v>
                </c:pt>
                <c:pt idx="629">
                  <c:v>-0.1375251162</c:v>
                </c:pt>
                <c:pt idx="630">
                  <c:v>-0.1380856003</c:v>
                </c:pt>
                <c:pt idx="631">
                  <c:v>-0.1382643012</c:v>
                </c:pt>
                <c:pt idx="632">
                  <c:v>-0.1380971252</c:v>
                </c:pt>
                <c:pt idx="633">
                  <c:v>-0.1376173846</c:v>
                </c:pt>
                <c:pt idx="634">
                  <c:v>-0.1368559649</c:v>
                </c:pt>
                <c:pt idx="635">
                  <c:v>-0.1358414825</c:v>
                </c:pt>
                <c:pt idx="636">
                  <c:v>-0.1346004325</c:v>
                </c:pt>
                <c:pt idx="637">
                  <c:v>-0.1331573277</c:v>
                </c:pt>
                <c:pt idx="638">
                  <c:v>-0.1315348285</c:v>
                </c:pt>
                <c:pt idx="639">
                  <c:v>-0.1297538658</c:v>
                </c:pt>
                <c:pt idx="640">
                  <c:v>-0.1278337556</c:v>
                </c:pt>
                <c:pt idx="641">
                  <c:v>-0.1257923067</c:v>
                </c:pt>
                <c:pt idx="642">
                  <c:v>-0.1236459216</c:v>
                </c:pt>
                <c:pt idx="643">
                  <c:v>-0.1214096917</c:v>
                </c:pt>
                <c:pt idx="644">
                  <c:v>-0.1190974859</c:v>
                </c:pt>
                <c:pt idx="645">
                  <c:v>-0.116722034</c:v>
                </c:pt>
                <c:pt idx="646">
                  <c:v>-0.1142950048</c:v>
                </c:pt>
                <c:pt idx="647">
                  <c:v>-0.1118270794</c:v>
                </c:pt>
                <c:pt idx="648">
                  <c:v>-0.1093280197</c:v>
                </c:pt>
                <c:pt idx="649">
                  <c:v>-0.1068067328</c:v>
                </c:pt>
                <c:pt idx="650">
                  <c:v>-0.1042713308</c:v>
                </c:pt>
                <c:pt idx="651">
                  <c:v>-0.1017291877</c:v>
                </c:pt>
                <c:pt idx="652">
                  <c:v>-0.0991869916</c:v>
                </c:pt>
                <c:pt idx="653">
                  <c:v>-0.0966507943</c:v>
                </c:pt>
                <c:pt idx="654">
                  <c:v>-0.0941260575</c:v>
                </c:pt>
                <c:pt idx="655">
                  <c:v>-0.0916176959</c:v>
                </c:pt>
                <c:pt idx="656">
                  <c:v>-0.0891301174</c:v>
                </c:pt>
                <c:pt idx="657">
                  <c:v>-0.0866672612</c:v>
                </c:pt>
                <c:pt idx="658">
                  <c:v>-0.0842326327</c:v>
                </c:pt>
                <c:pt idx="659">
                  <c:v>-0.0818293365</c:v>
                </c:pt>
                <c:pt idx="660">
                  <c:v>-0.0794601075</c:v>
                </c:pt>
                <c:pt idx="661">
                  <c:v>-0.0771273392</c:v>
                </c:pt>
                <c:pt idx="662">
                  <c:v>-0.0748331103</c:v>
                </c:pt>
                <c:pt idx="663">
                  <c:v>-0.0725792105</c:v>
                </c:pt>
                <c:pt idx="664">
                  <c:v>-0.070367163</c:v>
                </c:pt>
                <c:pt idx="665">
                  <c:v>-0.0681982464</c:v>
                </c:pt>
                <c:pt idx="666">
                  <c:v>-0.0660735153</c:v>
                </c:pt>
                <c:pt idx="667">
                  <c:v>-0.0639938187</c:v>
                </c:pt>
                <c:pt idx="668">
                  <c:v>-0.0619598177</c:v>
                </c:pt>
                <c:pt idx="669">
                  <c:v>-0.0599720018</c:v>
                </c:pt>
                <c:pt idx="670">
                  <c:v>-0.058030704</c:v>
                </c:pt>
                <c:pt idx="671">
                  <c:v>-0.0561361151</c:v>
                </c:pt>
                <c:pt idx="672">
                  <c:v>-0.0542882965</c:v>
                </c:pt>
                <c:pt idx="673">
                  <c:v>-0.0524871927</c:v>
                </c:pt>
                <c:pt idx="674">
                  <c:v>-0.0507326421</c:v>
                </c:pt>
                <c:pt idx="675">
                  <c:v>-0.049024388</c:v>
                </c:pt>
                <c:pt idx="676">
                  <c:v>-0.0473620879</c:v>
                </c:pt>
                <c:pt idx="677">
                  <c:v>-0.0457453226</c:v>
                </c:pt>
                <c:pt idx="678">
                  <c:v>-0.0441736044</c:v>
                </c:pt>
                <c:pt idx="679">
                  <c:v>-0.042646385</c:v>
                </c:pt>
                <c:pt idx="680">
                  <c:v>-0.0411630624</c:v>
                </c:pt>
                <c:pt idx="681">
                  <c:v>-0.0397229874</c:v>
                </c:pt>
                <c:pt idx="682">
                  <c:v>-0.0383254698</c:v>
                </c:pt>
                <c:pt idx="683">
                  <c:v>-0.0369697838</c:v>
                </c:pt>
                <c:pt idx="684">
                  <c:v>-0.0356551732</c:v>
                </c:pt>
                <c:pt idx="685">
                  <c:v>-0.034380856</c:v>
                </c:pt>
                <c:pt idx="686">
                  <c:v>-0.033146029</c:v>
                </c:pt>
                <c:pt idx="687">
                  <c:v>-0.0319498711</c:v>
                </c:pt>
                <c:pt idx="688">
                  <c:v>-0.0307915477</c:v>
                </c:pt>
                <c:pt idx="689">
                  <c:v>-0.0296702136</c:v>
                </c:pt>
                <c:pt idx="690">
                  <c:v>-0.0285850158</c:v>
                </c:pt>
                <c:pt idx="691">
                  <c:v>-0.0275350969</c:v>
                </c:pt>
                <c:pt idx="692">
                  <c:v>-0.0265195968</c:v>
                </c:pt>
                <c:pt idx="693">
                  <c:v>-0.0255376556</c:v>
                </c:pt>
                <c:pt idx="694">
                  <c:v>-0.0245884154</c:v>
                </c:pt>
                <c:pt idx="695">
                  <c:v>-0.0236710221</c:v>
                </c:pt>
                <c:pt idx="696">
                  <c:v>-0.0227846272</c:v>
                </c:pt>
                <c:pt idx="697">
                  <c:v>-0.0219283891</c:v>
                </c:pt>
                <c:pt idx="698">
                  <c:v>-0.0211014746</c:v>
                </c:pt>
                <c:pt idx="699">
                  <c:v>-0.0203030601</c:v>
                </c:pt>
                <c:pt idx="700">
                  <c:v>-0.0195323326</c:v>
                </c:pt>
                <c:pt idx="701">
                  <c:v>-0.0187884905</c:v>
                </c:pt>
                <c:pt idx="702">
                  <c:v>-0.0180707446</c:v>
                </c:pt>
                <c:pt idx="703">
                  <c:v>-0.0173783188</c:v>
                </c:pt>
                <c:pt idx="704">
                  <c:v>-0.0167104504</c:v>
                </c:pt>
                <c:pt idx="705">
                  <c:v>-0.0160663912</c:v>
                </c:pt>
                <c:pt idx="706">
                  <c:v>-0.0154454073</c:v>
                </c:pt>
                <c:pt idx="707">
                  <c:v>-0.0148467799</c:v>
                </c:pt>
                <c:pt idx="708">
                  <c:v>-0.0142698053</c:v>
                </c:pt>
                <c:pt idx="709">
                  <c:v>-0.0137137953</c:v>
                </c:pt>
                <c:pt idx="710">
                  <c:v>-0.0131780775</c:v>
                </c:pt>
                <c:pt idx="711">
                  <c:v>0</c:v>
                </c:pt>
                <c:pt idx="712">
                  <c:v>-0.017875567</c:v>
                </c:pt>
                <c:pt idx="713">
                  <c:v>-0.0340075305</c:v>
                </c:pt>
                <c:pt idx="714">
                  <c:v>-0.0485234455</c:v>
                </c:pt>
                <c:pt idx="715">
                  <c:v>-0.0615425722</c:v>
                </c:pt>
                <c:pt idx="716">
                  <c:v>-0.073176382</c:v>
                </c:pt>
                <c:pt idx="717">
                  <c:v>-0.0835290332</c:v>
                </c:pt>
                <c:pt idx="718">
                  <c:v>-0.0926978199</c:v>
                </c:pt>
                <c:pt idx="719">
                  <c:v>-0.100773593</c:v>
                </c:pt>
                <c:pt idx="720">
                  <c:v>-0.1078411578</c:v>
                </c:pt>
                <c:pt idx="721">
                  <c:v>-0.1139796472</c:v>
                </c:pt>
                <c:pt idx="722">
                  <c:v>-0.1192628736</c:v>
                </c:pt>
                <c:pt idx="723">
                  <c:v>-0.1237596596</c:v>
                </c:pt>
                <c:pt idx="724">
                  <c:v>-0.1275341489</c:v>
                </c:pt>
                <c:pt idx="725">
                  <c:v>-0.1306460993</c:v>
                </c:pt>
                <c:pt idx="726">
                  <c:v>-0.1331511577</c:v>
                </c:pt>
                <c:pt idx="727">
                  <c:v>-0.135101119</c:v>
                </c:pt>
                <c:pt idx="728">
                  <c:v>-0.1365441697</c:v>
                </c:pt>
                <c:pt idx="729">
                  <c:v>-0.1375251162</c:v>
                </c:pt>
                <c:pt idx="730">
                  <c:v>-0.1380856003</c:v>
                </c:pt>
                <c:pt idx="731">
                  <c:v>-0.1382643012</c:v>
                </c:pt>
                <c:pt idx="732">
                  <c:v>-0.1380971252</c:v>
                </c:pt>
                <c:pt idx="733">
                  <c:v>-0.1376173846</c:v>
                </c:pt>
                <c:pt idx="734">
                  <c:v>-0.1368559649</c:v>
                </c:pt>
                <c:pt idx="735">
                  <c:v>-0.1358414825</c:v>
                </c:pt>
                <c:pt idx="736">
                  <c:v>-0.1346004325</c:v>
                </c:pt>
                <c:pt idx="737">
                  <c:v>-0.1331573277</c:v>
                </c:pt>
                <c:pt idx="738">
                  <c:v>-0.1315348285</c:v>
                </c:pt>
                <c:pt idx="739">
                  <c:v>-0.1297538658</c:v>
                </c:pt>
                <c:pt idx="740">
                  <c:v>-0.1278337556</c:v>
                </c:pt>
                <c:pt idx="741">
                  <c:v>-0.1257923067</c:v>
                </c:pt>
                <c:pt idx="742">
                  <c:v>-0.1236459216</c:v>
                </c:pt>
                <c:pt idx="743">
                  <c:v>-0.1214096917</c:v>
                </c:pt>
                <c:pt idx="744">
                  <c:v>-0.1190974859</c:v>
                </c:pt>
                <c:pt idx="745">
                  <c:v>-0.116722034</c:v>
                </c:pt>
                <c:pt idx="746">
                  <c:v>-0.1142950048</c:v>
                </c:pt>
                <c:pt idx="747">
                  <c:v>-0.1118270794</c:v>
                </c:pt>
                <c:pt idx="748">
                  <c:v>-0.1093280197</c:v>
                </c:pt>
                <c:pt idx="749">
                  <c:v>-0.1068067328</c:v>
                </c:pt>
                <c:pt idx="750">
                  <c:v>-0.1042713308</c:v>
                </c:pt>
                <c:pt idx="751">
                  <c:v>-0.1017291877</c:v>
                </c:pt>
                <c:pt idx="752">
                  <c:v>-0.0991869916</c:v>
                </c:pt>
                <c:pt idx="753">
                  <c:v>-0.0966507943</c:v>
                </c:pt>
                <c:pt idx="754">
                  <c:v>-0.0941260575</c:v>
                </c:pt>
                <c:pt idx="755">
                  <c:v>-0.0916176959</c:v>
                </c:pt>
                <c:pt idx="756">
                  <c:v>-0.0891301174</c:v>
                </c:pt>
                <c:pt idx="757">
                  <c:v>-0.0866672612</c:v>
                </c:pt>
                <c:pt idx="758">
                  <c:v>-0.0842326327</c:v>
                </c:pt>
                <c:pt idx="759">
                  <c:v>-0.0818293365</c:v>
                </c:pt>
                <c:pt idx="760">
                  <c:v>-0.0794601075</c:v>
                </c:pt>
                <c:pt idx="761">
                  <c:v>-0.0771273392</c:v>
                </c:pt>
                <c:pt idx="762">
                  <c:v>-0.0748331103</c:v>
                </c:pt>
                <c:pt idx="763">
                  <c:v>-0.0725792105</c:v>
                </c:pt>
                <c:pt idx="764">
                  <c:v>-0.070367163</c:v>
                </c:pt>
                <c:pt idx="765">
                  <c:v>-0.0681982464</c:v>
                </c:pt>
                <c:pt idx="766">
                  <c:v>-0.0660735153</c:v>
                </c:pt>
                <c:pt idx="767">
                  <c:v>-0.0639938187</c:v>
                </c:pt>
                <c:pt idx="768">
                  <c:v>-0.0619598177</c:v>
                </c:pt>
                <c:pt idx="769">
                  <c:v>-0.0599720018</c:v>
                </c:pt>
                <c:pt idx="770">
                  <c:v>-0.058030704</c:v>
                </c:pt>
                <c:pt idx="771">
                  <c:v>-0.0561361151</c:v>
                </c:pt>
                <c:pt idx="772">
                  <c:v>-0.0542882965</c:v>
                </c:pt>
                <c:pt idx="773">
                  <c:v>-0.0524871927</c:v>
                </c:pt>
                <c:pt idx="774">
                  <c:v>-0.0507326421</c:v>
                </c:pt>
                <c:pt idx="775">
                  <c:v>-0.049024388</c:v>
                </c:pt>
                <c:pt idx="776">
                  <c:v>-0.0473620879</c:v>
                </c:pt>
                <c:pt idx="777">
                  <c:v>-0.0457453226</c:v>
                </c:pt>
                <c:pt idx="778">
                  <c:v>-0.0441736044</c:v>
                </c:pt>
                <c:pt idx="779">
                  <c:v>-0.042646385</c:v>
                </c:pt>
                <c:pt idx="780">
                  <c:v>-0.0411630624</c:v>
                </c:pt>
                <c:pt idx="781">
                  <c:v>-0.0397229874</c:v>
                </c:pt>
                <c:pt idx="782">
                  <c:v>-0.0383254698</c:v>
                </c:pt>
                <c:pt idx="783">
                  <c:v>-0.0369697838</c:v>
                </c:pt>
                <c:pt idx="784">
                  <c:v>-0.0356551732</c:v>
                </c:pt>
                <c:pt idx="785">
                  <c:v>-0.034380856</c:v>
                </c:pt>
                <c:pt idx="786">
                  <c:v>-0.033146029</c:v>
                </c:pt>
                <c:pt idx="787">
                  <c:v>-0.0319498711</c:v>
                </c:pt>
                <c:pt idx="788">
                  <c:v>-0.0307915477</c:v>
                </c:pt>
                <c:pt idx="789">
                  <c:v>-0.0296702136</c:v>
                </c:pt>
                <c:pt idx="790">
                  <c:v>-0.0285850158</c:v>
                </c:pt>
                <c:pt idx="791">
                  <c:v>-0.0275350969</c:v>
                </c:pt>
                <c:pt idx="792">
                  <c:v>-0.0265195968</c:v>
                </c:pt>
                <c:pt idx="793">
                  <c:v>-0.0255376556</c:v>
                </c:pt>
                <c:pt idx="794">
                  <c:v>-0.0245884154</c:v>
                </c:pt>
                <c:pt idx="795">
                  <c:v>-0.0236710221</c:v>
                </c:pt>
                <c:pt idx="796">
                  <c:v>-0.0227846272</c:v>
                </c:pt>
                <c:pt idx="797">
                  <c:v>-0.0219283891</c:v>
                </c:pt>
                <c:pt idx="798">
                  <c:v>-0.0211014746</c:v>
                </c:pt>
                <c:pt idx="799">
                  <c:v>-0.0203030601</c:v>
                </c:pt>
                <c:pt idx="800">
                  <c:v>-0.0195323326</c:v>
                </c:pt>
              </c:numCache>
            </c:numRef>
          </c:yVal>
        </c:ser>
        <c:ser>
          <c:idx val="2"/>
          <c:order val="2"/>
          <c:tx>
            <c:v>Neuron 12</c:v>
          </c:tx>
          <c:spPr>
            <a:ln xmlns:a="http://schemas.openxmlformats.org/drawingml/2006/main" w="20955">
              <a:solidFill>
                <a:srgbClr val="8064A2"/>
              </a:solidFill>
            </a:ln>
          </c:spPr>
          <c:marker>
            <c:symbol val="none"/>
          </c:marker>
          <c:xVal>
            <c:numRef>
              <c:f>'Chart Data'!$E$2:$E$802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Data'!$F$2:$F$802</c:f>
              <c:numCache>
                <c:formatCode>0.0</c:formatCode>
                <c:ptCount val="801"/>
                <c:pt idx="0">
                  <c:v>0.1647204268</c:v>
                </c:pt>
                <c:pt idx="1">
                  <c:v>0.1603307985</c:v>
                </c:pt>
                <c:pt idx="2">
                  <c:v>0.1559775408</c:v>
                </c:pt>
                <c:pt idx="3">
                  <c:v>0.1516675469</c:v>
                </c:pt>
                <c:pt idx="4">
                  <c:v>0.1474069515</c:v>
                </c:pt>
                <c:pt idx="5">
                  <c:v>0.1432011877</c:v>
                </c:pt>
                <c:pt idx="6">
                  <c:v>0.1703372505</c:v>
                </c:pt>
                <c:pt idx="7">
                  <c:v>0.1944858166</c:v>
                </c:pt>
                <c:pt idx="8">
                  <c:v>0.2158737448</c:v>
                </c:pt>
                <c:pt idx="9">
                  <c:v>0.234712872</c:v>
                </c:pt>
                <c:pt idx="10">
                  <c:v>0.2512009384</c:v>
                </c:pt>
                <c:pt idx="11">
                  <c:v>0.2655224591</c:v>
                </c:pt>
                <c:pt idx="12">
                  <c:v>0.2778495434</c:v>
                </c:pt>
                <c:pt idx="13">
                  <c:v>0.2883426662</c:v>
                </c:pt>
                <c:pt idx="14">
                  <c:v>0.2971513933</c:v>
                </c:pt>
                <c:pt idx="15">
                  <c:v>0.3044150642</c:v>
                </c:pt>
                <c:pt idx="16">
                  <c:v>0.3102634332</c:v>
                </c:pt>
                <c:pt idx="17">
                  <c:v>0.3148172732</c:v>
                </c:pt>
                <c:pt idx="18">
                  <c:v>0.3181889435</c:v>
                </c:pt>
                <c:pt idx="19">
                  <c:v>0.3204829226</c:v>
                </c:pt>
                <c:pt idx="20">
                  <c:v>0.3217963099</c:v>
                </c:pt>
                <c:pt idx="21">
                  <c:v>0.3222192972</c:v>
                </c:pt>
                <c:pt idx="22">
                  <c:v>0.321835611</c:v>
                </c:pt>
                <c:pt idx="23">
                  <c:v>0.3207229292</c:v>
                </c:pt>
                <c:pt idx="24">
                  <c:v>0.3189532715</c:v>
                </c:pt>
                <c:pt idx="25">
                  <c:v>0.3165933665</c:v>
                </c:pt>
                <c:pt idx="26">
                  <c:v>0.3137049971</c:v>
                </c:pt>
                <c:pt idx="27">
                  <c:v>0.3103453233</c:v>
                </c:pt>
                <c:pt idx="28">
                  <c:v>0.306567187</c:v>
                </c:pt>
                <c:pt idx="29">
                  <c:v>0.3024193967</c:v>
                </c:pt>
                <c:pt idx="30">
                  <c:v>0.2979469954</c:v>
                </c:pt>
                <c:pt idx="31">
                  <c:v>0.2931915119</c:v>
                </c:pt>
                <c:pt idx="32">
                  <c:v>0.2881911962</c:v>
                </c:pt>
                <c:pt idx="33">
                  <c:v>0.2829812408</c:v>
                </c:pt>
                <c:pt idx="34">
                  <c:v>0.2775939878</c:v>
                </c:pt>
                <c:pt idx="35">
                  <c:v>0.2720591232</c:v>
                </c:pt>
                <c:pt idx="36">
                  <c:v>0.2664038593</c:v>
                </c:pt>
                <c:pt idx="37">
                  <c:v>0.2606531048</c:v>
                </c:pt>
                <c:pt idx="38">
                  <c:v>0.2548296257</c:v>
                </c:pt>
                <c:pt idx="39">
                  <c:v>0.2489541939</c:v>
                </c:pt>
                <c:pt idx="40">
                  <c:v>0.2430457287</c:v>
                </c:pt>
                <c:pt idx="41">
                  <c:v>0.2371214273</c:v>
                </c:pt>
                <c:pt idx="42">
                  <c:v>0.231196888</c:v>
                </c:pt>
                <c:pt idx="43">
                  <c:v>0.2252862254</c:v>
                </c:pt>
                <c:pt idx="44">
                  <c:v>0.2194021778</c:v>
                </c:pt>
                <c:pt idx="45">
                  <c:v>0.2135562082</c:v>
                </c:pt>
                <c:pt idx="46">
                  <c:v>0.2390408071</c:v>
                </c:pt>
                <c:pt idx="47">
                  <c:v>0.2615316507</c:v>
                </c:pt>
                <c:pt idx="48">
                  <c:v>0.2812601365</c:v>
                </c:pt>
                <c:pt idx="49">
                  <c:v>0.298442212</c:v>
                </c:pt>
                <c:pt idx="50">
                  <c:v>0.3132793314</c:v>
                </c:pt>
                <c:pt idx="51">
                  <c:v>0.3259593557</c:v>
                </c:pt>
                <c:pt idx="52">
                  <c:v>0.3366573994</c:v>
                </c:pt>
                <c:pt idx="53">
                  <c:v>0.3455366267</c:v>
                </c:pt>
                <c:pt idx="54">
                  <c:v>0.352749001</c:v>
                </c:pt>
                <c:pt idx="55">
                  <c:v>0.3584359894</c:v>
                </c:pt>
                <c:pt idx="56">
                  <c:v>0.3627292245</c:v>
                </c:pt>
                <c:pt idx="57">
                  <c:v>0.3435926599</c:v>
                </c:pt>
                <c:pt idx="58">
                  <c:v>0.3463269301</c:v>
                </c:pt>
                <c:pt idx="59">
                  <c:v>0.3479772376</c:v>
                </c:pt>
                <c:pt idx="60">
                  <c:v>0.3486428097</c:v>
                </c:pt>
                <c:pt idx="61">
                  <c:v>0.3484157732</c:v>
                </c:pt>
                <c:pt idx="62">
                  <c:v>0.3473816112</c:v>
                </c:pt>
                <c:pt idx="63">
                  <c:v>0.3456195915</c:v>
                </c:pt>
                <c:pt idx="64">
                  <c:v>0.3432031701</c:v>
                </c:pt>
                <c:pt idx="65">
                  <c:v>0.3402003692</c:v>
                </c:pt>
                <c:pt idx="66">
                  <c:v>0.3366741325</c:v>
                </c:pt>
                <c:pt idx="67">
                  <c:v>0.332682659</c:v>
                </c:pt>
                <c:pt idx="68">
                  <c:v>0.3282797157</c:v>
                </c:pt>
                <c:pt idx="69">
                  <c:v>0.3235149318</c:v>
                </c:pt>
                <c:pt idx="70">
                  <c:v>0.3184340745</c:v>
                </c:pt>
                <c:pt idx="71">
                  <c:v>0.3130793073</c:v>
                </c:pt>
                <c:pt idx="72">
                  <c:v>0.3074894328</c:v>
                </c:pt>
                <c:pt idx="73">
                  <c:v>0.3017001204</c:v>
                </c:pt>
                <c:pt idx="74">
                  <c:v>0.2957441193</c:v>
                </c:pt>
                <c:pt idx="75">
                  <c:v>0.2896514588</c:v>
                </c:pt>
                <c:pt idx="76">
                  <c:v>0.2834496357</c:v>
                </c:pt>
                <c:pt idx="77">
                  <c:v>0.2771637895</c:v>
                </c:pt>
                <c:pt idx="78">
                  <c:v>0.2708168675</c:v>
                </c:pt>
                <c:pt idx="79">
                  <c:v>0.2644297784</c:v>
                </c:pt>
                <c:pt idx="80">
                  <c:v>0.2580215366</c:v>
                </c:pt>
                <c:pt idx="81">
                  <c:v>0.2516093977</c:v>
                </c:pt>
                <c:pt idx="82">
                  <c:v>0.2452089841</c:v>
                </c:pt>
                <c:pt idx="83">
                  <c:v>0.2388344039</c:v>
                </c:pt>
                <c:pt idx="84">
                  <c:v>0.2324983611</c:v>
                </c:pt>
                <c:pt idx="85">
                  <c:v>0.2262122591</c:v>
                </c:pt>
                <c:pt idx="86">
                  <c:v>0.2199862973</c:v>
                </c:pt>
                <c:pt idx="87">
                  <c:v>0.2451117707</c:v>
                </c:pt>
                <c:pt idx="88">
                  <c:v>0.2672632239</c:v>
                </c:pt>
                <c:pt idx="89">
                  <c:v>0.2866709835</c:v>
                </c:pt>
                <c:pt idx="90">
                  <c:v>0.303549984</c:v>
                </c:pt>
                <c:pt idx="91">
                  <c:v>0.3181007205</c:v>
                </c:pt>
                <c:pt idx="92">
                  <c:v>0.3305101469</c:v>
                </c:pt>
                <c:pt idx="93">
                  <c:v>0.340952519</c:v>
                </c:pt>
                <c:pt idx="94">
                  <c:v>0.349590189</c:v>
                </c:pt>
                <c:pt idx="95">
                  <c:v>0.3565743515</c:v>
                </c:pt>
                <c:pt idx="96">
                  <c:v>0.3620457464</c:v>
                </c:pt>
                <c:pt idx="97">
                  <c:v>0.3661353185</c:v>
                </c:pt>
                <c:pt idx="98">
                  <c:v>0.3689648382</c:v>
                </c:pt>
                <c:pt idx="99">
                  <c:v>0.3706474851</c:v>
                </c:pt>
                <c:pt idx="100">
                  <c:v>0.3712883964</c:v>
                </c:pt>
                <c:pt idx="101">
                  <c:v>0.3709851818</c:v>
                </c:pt>
                <c:pt idx="102">
                  <c:v>0.369828408</c:v>
                </c:pt>
                <c:pt idx="103">
                  <c:v>0.3679020535</c:v>
                </c:pt>
                <c:pt idx="104">
                  <c:v>0.3652839353</c:v>
                </c:pt>
                <c:pt idx="105">
                  <c:v>0.3398876431</c:v>
                </c:pt>
                <c:pt idx="106">
                  <c:v>0.3369666902</c:v>
                </c:pt>
                <c:pt idx="107">
                  <c:v>0.3335222041</c:v>
                </c:pt>
                <c:pt idx="108">
                  <c:v>0.3296121987</c:v>
                </c:pt>
                <c:pt idx="109">
                  <c:v>0.3252902742</c:v>
                </c:pt>
                <c:pt idx="110">
                  <c:v>0.3206059097</c:v>
                </c:pt>
                <c:pt idx="111">
                  <c:v>0.3156047382</c:v>
                </c:pt>
                <c:pt idx="112">
                  <c:v>0.3103288034</c:v>
                </c:pt>
                <c:pt idx="113">
                  <c:v>0.3048168017</c:v>
                </c:pt>
                <c:pt idx="114">
                  <c:v>0.2991043085</c:v>
                </c:pt>
                <c:pt idx="115">
                  <c:v>0.2932239907</c:v>
                </c:pt>
                <c:pt idx="116">
                  <c:v>0.2872058056</c:v>
                </c:pt>
                <c:pt idx="117">
                  <c:v>0.2810771877</c:v>
                </c:pt>
                <c:pt idx="118">
                  <c:v>0.2748632234</c:v>
                </c:pt>
                <c:pt idx="119">
                  <c:v>0.2685868149</c:v>
                </c:pt>
                <c:pt idx="120">
                  <c:v>0.2622688333</c:v>
                </c:pt>
                <c:pt idx="121">
                  <c:v>0.2559282626</c:v>
                </c:pt>
                <c:pt idx="122">
                  <c:v>0.2495823339</c:v>
                </c:pt>
                <c:pt idx="123">
                  <c:v>0.2432466514</c:v>
                </c:pt>
                <c:pt idx="124">
                  <c:v>0.2369353099</c:v>
                </c:pt>
                <c:pt idx="125">
                  <c:v>0.2306610049</c:v>
                </c:pt>
                <c:pt idx="126">
                  <c:v>0.2244351358</c:v>
                </c:pt>
                <c:pt idx="127">
                  <c:v>0.2182679021</c:v>
                </c:pt>
                <c:pt idx="128">
                  <c:v>0.212168393</c:v>
                </c:pt>
                <c:pt idx="129">
                  <c:v>0.2061446717</c:v>
                </c:pt>
                <c:pt idx="130">
                  <c:v>0.200203854</c:v>
                </c:pt>
                <c:pt idx="131">
                  <c:v>0.1943521811</c:v>
                </c:pt>
                <c:pt idx="132">
                  <c:v>0.1885950885</c:v>
                </c:pt>
                <c:pt idx="133">
                  <c:v>0.1829372692</c:v>
                </c:pt>
                <c:pt idx="134">
                  <c:v>0.1773827337</c:v>
                </c:pt>
                <c:pt idx="135">
                  <c:v>0.1719348651</c:v>
                </c:pt>
                <c:pt idx="136">
                  <c:v>0.1665964707</c:v>
                </c:pt>
                <c:pt idx="137">
                  <c:v>0.1613698306</c:v>
                </c:pt>
                <c:pt idx="138">
                  <c:v>0.1562567417</c:v>
                </c:pt>
                <c:pt idx="139">
                  <c:v>0.1512585601</c:v>
                </c:pt>
                <c:pt idx="140">
                  <c:v>0.1463762395</c:v>
                </c:pt>
                <c:pt idx="141">
                  <c:v>0.1416103671</c:v>
                </c:pt>
                <c:pt idx="142">
                  <c:v>0.1369611974</c:v>
                </c:pt>
                <c:pt idx="143">
                  <c:v>0.132428683</c:v>
                </c:pt>
                <c:pt idx="144">
                  <c:v>0.1280125036</c:v>
                </c:pt>
                <c:pt idx="145">
                  <c:v>0.1015536248</c:v>
                </c:pt>
                <c:pt idx="146">
                  <c:v>0.0982380977</c:v>
                </c:pt>
                <c:pt idx="147">
                  <c:v>0.0950044186</c:v>
                </c:pt>
                <c:pt idx="148">
                  <c:v>0.0918524902</c:v>
                </c:pt>
                <c:pt idx="149">
                  <c:v>0.08878203</c:v>
                </c:pt>
                <c:pt idx="150">
                  <c:v>0.0857925885</c:v>
                </c:pt>
                <c:pt idx="151">
                  <c:v>0.0828835663</c:v>
                </c:pt>
                <c:pt idx="152">
                  <c:v>0.08005423</c:v>
                </c:pt>
                <c:pt idx="153">
                  <c:v>0.0773037261</c:v>
                </c:pt>
                <c:pt idx="154">
                  <c:v>0.074631095</c:v>
                </c:pt>
                <c:pt idx="155">
                  <c:v>0.0720352831</c:v>
                </c:pt>
                <c:pt idx="156">
                  <c:v>0.0695151545</c:v>
                </c:pt>
                <c:pt idx="157">
                  <c:v>0.0670695013</c:v>
                </c:pt>
                <c:pt idx="158">
                  <c:v>0.0646970533</c:v>
                </c:pt>
                <c:pt idx="159">
                  <c:v>0.0936786963</c:v>
                </c:pt>
                <c:pt idx="160">
                  <c:v>0.1196795501</c:v>
                </c:pt>
                <c:pt idx="161">
                  <c:v>0.1429214295</c:v>
                </c:pt>
                <c:pt idx="162">
                  <c:v>0.1636116031</c:v>
                </c:pt>
                <c:pt idx="163">
                  <c:v>0.1819436848</c:v>
                </c:pt>
                <c:pt idx="164">
                  <c:v>0.1980984728</c:v>
                </c:pt>
                <c:pt idx="165">
                  <c:v>0.2122447385</c:v>
                </c:pt>
                <c:pt idx="166">
                  <c:v>0.2245399702</c:v>
                </c:pt>
                <c:pt idx="167">
                  <c:v>0.2351310722</c:v>
                </c:pt>
                <c:pt idx="168">
                  <c:v>0.244155022</c:v>
                </c:pt>
                <c:pt idx="169">
                  <c:v>0.2517394899</c:v>
                </c:pt>
                <c:pt idx="170">
                  <c:v>0.2580034205</c:v>
                </c:pt>
                <c:pt idx="171">
                  <c:v>0.2630575804</c:v>
                </c:pt>
                <c:pt idx="172">
                  <c:v>0.2670050727</c:v>
                </c:pt>
                <c:pt idx="173">
                  <c:v>0.2699418215</c:v>
                </c:pt>
                <c:pt idx="174">
                  <c:v>0.2719570264</c:v>
                </c:pt>
                <c:pt idx="175">
                  <c:v>0.2731335907</c:v>
                </c:pt>
                <c:pt idx="176">
                  <c:v>0.2735485229</c:v>
                </c:pt>
                <c:pt idx="177">
                  <c:v>0.2732733151</c:v>
                </c:pt>
                <c:pt idx="178">
                  <c:v>0.2723742973</c:v>
                </c:pt>
                <c:pt idx="179">
                  <c:v>0.2709129714</c:v>
                </c:pt>
                <c:pt idx="180">
                  <c:v>0.2689463237</c:v>
                </c:pt>
                <c:pt idx="181">
                  <c:v>0.2665271199</c:v>
                </c:pt>
                <c:pt idx="182">
                  <c:v>0.2637041807</c:v>
                </c:pt>
                <c:pt idx="183">
                  <c:v>0.260522641</c:v>
                </c:pt>
                <c:pt idx="184">
                  <c:v>0.2570241938</c:v>
                </c:pt>
                <c:pt idx="185">
                  <c:v>0.2532473181</c:v>
                </c:pt>
                <c:pt idx="186">
                  <c:v>0.2270690254</c:v>
                </c:pt>
                <c:pt idx="187">
                  <c:v>0.2237088362</c:v>
                </c:pt>
                <c:pt idx="188">
                  <c:v>0.2201363043</c:v>
                </c:pt>
                <c:pt idx="189">
                  <c:v>0.2163801344</c:v>
                </c:pt>
                <c:pt idx="190">
                  <c:v>0.2124667362</c:v>
                </c:pt>
                <c:pt idx="191">
                  <c:v>0.2084203803</c:v>
                </c:pt>
                <c:pt idx="192">
                  <c:v>0.2042633438</c:v>
                </c:pt>
                <c:pt idx="193">
                  <c:v>0.2000160472</c:v>
                </c:pt>
                <c:pt idx="194">
                  <c:v>0.1956971823</c:v>
                </c:pt>
                <c:pt idx="195">
                  <c:v>0.1913238325</c:v>
                </c:pt>
                <c:pt idx="196">
                  <c:v>0.186911585</c:v>
                </c:pt>
                <c:pt idx="197">
                  <c:v>0.1824746363</c:v>
                </c:pt>
                <c:pt idx="198">
                  <c:v>0.1780258905</c:v>
                </c:pt>
                <c:pt idx="199">
                  <c:v>0.173577052</c:v>
                </c:pt>
                <c:pt idx="200">
                  <c:v>0.1691387115</c:v>
                </c:pt>
                <c:pt idx="201">
                  <c:v>0.1647204268</c:v>
                </c:pt>
                <c:pt idx="202">
                  <c:v>0.1603307985</c:v>
                </c:pt>
                <c:pt idx="203">
                  <c:v>0.1559775408</c:v>
                </c:pt>
                <c:pt idx="204">
                  <c:v>0.1516675469</c:v>
                </c:pt>
                <c:pt idx="205">
                  <c:v>0.1474069515</c:v>
                </c:pt>
                <c:pt idx="206">
                  <c:v>0.1432011877</c:v>
                </c:pt>
                <c:pt idx="207">
                  <c:v>0.1390550414</c:v>
                </c:pt>
                <c:pt idx="208">
                  <c:v>0.134972701</c:v>
                </c:pt>
                <c:pt idx="209">
                  <c:v>0.1309578048</c:v>
                </c:pt>
                <c:pt idx="210">
                  <c:v>0.1270134843</c:v>
                </c:pt>
                <c:pt idx="211">
                  <c:v>0.1231424052</c:v>
                </c:pt>
                <c:pt idx="212">
                  <c:v>0.1193468052</c:v>
                </c:pt>
                <c:pt idx="213">
                  <c:v>0.1156285298</c:v>
                </c:pt>
                <c:pt idx="214">
                  <c:v>0.1119890645</c:v>
                </c:pt>
                <c:pt idx="215">
                  <c:v>0.1084295665</c:v>
                </c:pt>
                <c:pt idx="216">
                  <c:v>0.1049508923</c:v>
                </c:pt>
                <c:pt idx="217">
                  <c:v>0.1015536248</c:v>
                </c:pt>
                <c:pt idx="218">
                  <c:v>0.0982380977</c:v>
                </c:pt>
                <c:pt idx="219">
                  <c:v>0.0950044186</c:v>
                </c:pt>
                <c:pt idx="220">
                  <c:v>0.0918524902</c:v>
                </c:pt>
                <c:pt idx="221">
                  <c:v>0.08878203</c:v>
                </c:pt>
                <c:pt idx="222">
                  <c:v>0.0857925885</c:v>
                </c:pt>
                <c:pt idx="223">
                  <c:v>0.0828835663</c:v>
                </c:pt>
                <c:pt idx="224">
                  <c:v>0.08005423</c:v>
                </c:pt>
                <c:pt idx="225">
                  <c:v>0.0773037261</c:v>
                </c:pt>
                <c:pt idx="226">
                  <c:v>0.074631095</c:v>
                </c:pt>
                <c:pt idx="227">
                  <c:v>0.0720352831</c:v>
                </c:pt>
                <c:pt idx="228">
                  <c:v>0.0695151545</c:v>
                </c:pt>
                <c:pt idx="229">
                  <c:v>0.0670695013</c:v>
                </c:pt>
                <c:pt idx="230">
                  <c:v>0.0646970533</c:v>
                </c:pt>
                <c:pt idx="231">
                  <c:v>0.0623964872</c:v>
                </c:pt>
                <c:pt idx="232">
                  <c:v>0.0601664345</c:v>
                </c:pt>
                <c:pt idx="233">
                  <c:v>0.0580054894</c:v>
                </c:pt>
                <c:pt idx="234">
                  <c:v>0.0559122154</c:v>
                </c:pt>
                <c:pt idx="235">
                  <c:v>0.0538851516</c:v>
                </c:pt>
                <c:pt idx="236">
                  <c:v>0.0519228189</c:v>
                </c:pt>
                <c:pt idx="237">
                  <c:v>0.0500237249</c:v>
                </c:pt>
                <c:pt idx="238">
                  <c:v>0.0481863686</c:v>
                </c:pt>
                <c:pt idx="239">
                  <c:v>0.0464092453</c:v>
                </c:pt>
                <c:pt idx="240">
                  <c:v>0.0446908501</c:v>
                </c:pt>
                <c:pt idx="241">
                  <c:v>0.0430296815</c:v>
                </c:pt>
                <c:pt idx="242">
                  <c:v>0.041424245</c:v>
                </c:pt>
                <c:pt idx="243">
                  <c:v>0.0398730555</c:v>
                </c:pt>
                <c:pt idx="244">
                  <c:v>0.0383746404</c:v>
                </c:pt>
                <c:pt idx="245">
                  <c:v>0.0369275416</c:v>
                </c:pt>
                <c:pt idx="246">
                  <c:v>0.0355303177</c:v>
                </c:pt>
                <c:pt idx="247">
                  <c:v>0.034181546</c:v>
                </c:pt>
                <c:pt idx="248">
                  <c:v>0.0328798237</c:v>
                </c:pt>
                <c:pt idx="249">
                  <c:v>0.0316237697</c:v>
                </c:pt>
                <c:pt idx="250">
                  <c:v>0.0304120258</c:v>
                </c:pt>
                <c:pt idx="251">
                  <c:v>0.0292432574</c:v>
                </c:pt>
                <c:pt idx="252">
                  <c:v>0.0281161549</c:v>
                </c:pt>
                <c:pt idx="253">
                  <c:v>0.0270294342</c:v>
                </c:pt>
                <c:pt idx="254">
                  <c:v>0.0259818373</c:v>
                </c:pt>
                <c:pt idx="255">
                  <c:v>0.0249721328</c:v>
                </c:pt>
                <c:pt idx="256">
                  <c:v>0.0239991165</c:v>
                </c:pt>
                <c:pt idx="257">
                  <c:v>0.0230616113</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0.0312822091</c:v>
                </c:pt>
                <c:pt idx="309">
                  <c:v>0.0595131156</c:v>
                </c:pt>
                <c:pt idx="310">
                  <c:v>0.08491594</c:v>
                </c:pt>
                <c:pt idx="311">
                  <c:v>0.1076993877</c:v>
                </c:pt>
                <c:pt idx="312">
                  <c:v>0.1280585332</c:v>
                </c:pt>
                <c:pt idx="313">
                  <c:v>0.1461756538</c:v>
                </c:pt>
                <c:pt idx="314">
                  <c:v>0.1622210136</c:v>
                </c:pt>
                <c:pt idx="315">
                  <c:v>0.1763536016</c:v>
                </c:pt>
                <c:pt idx="316">
                  <c:v>0.1887218268</c:v>
                </c:pt>
                <c:pt idx="317">
                  <c:v>0.1994641719</c:v>
                </c:pt>
                <c:pt idx="318">
                  <c:v>0.2087098084</c:v>
                </c:pt>
                <c:pt idx="319">
                  <c:v>0.2165791756</c:v>
                </c:pt>
                <c:pt idx="320">
                  <c:v>0.2231845249</c:v>
                </c:pt>
                <c:pt idx="321">
                  <c:v>0.2286304324</c:v>
                </c:pt>
                <c:pt idx="322">
                  <c:v>0.2330142799</c:v>
                </c:pt>
                <c:pt idx="323">
                  <c:v>0.2364267087</c:v>
                </c:pt>
                <c:pt idx="324">
                  <c:v>0.2389520447</c:v>
                </c:pt>
                <c:pt idx="325">
                  <c:v>0.2406686992</c:v>
                </c:pt>
                <c:pt idx="326">
                  <c:v>0.2416495454</c:v>
                </c:pt>
                <c:pt idx="327">
                  <c:v>0.2419622716</c:v>
                </c:pt>
                <c:pt idx="328">
                  <c:v>0.2416697139</c:v>
                </c:pt>
                <c:pt idx="329">
                  <c:v>0.2408301688</c:v>
                </c:pt>
                <c:pt idx="330">
                  <c:v>0.2394976857</c:v>
                </c:pt>
                <c:pt idx="331">
                  <c:v>0.2377223434</c:v>
                </c:pt>
                <c:pt idx="332">
                  <c:v>0.2355505082</c:v>
                </c:pt>
                <c:pt idx="333">
                  <c:v>0.2330250773</c:v>
                </c:pt>
                <c:pt idx="334">
                  <c:v>0.2301857068</c:v>
                </c:pt>
                <c:pt idx="335">
                  <c:v>0.2270690254</c:v>
                </c:pt>
                <c:pt idx="336">
                  <c:v>0.2237088362</c:v>
                </c:pt>
                <c:pt idx="337">
                  <c:v>0.2201363043</c:v>
                </c:pt>
                <c:pt idx="338">
                  <c:v>0.2163801344</c:v>
                </c:pt>
                <c:pt idx="339">
                  <c:v>0.2124667362</c:v>
                </c:pt>
                <c:pt idx="340">
                  <c:v>0.2084203803</c:v>
                </c:pt>
                <c:pt idx="341">
                  <c:v>0.2042633438</c:v>
                </c:pt>
                <c:pt idx="342">
                  <c:v>0.2000160472</c:v>
                </c:pt>
                <c:pt idx="343">
                  <c:v>0.1956971823</c:v>
                </c:pt>
                <c:pt idx="344">
                  <c:v>0.1913238325</c:v>
                </c:pt>
                <c:pt idx="345">
                  <c:v>0.186911585</c:v>
                </c:pt>
                <c:pt idx="346">
                  <c:v>0.1824746363</c:v>
                </c:pt>
                <c:pt idx="347">
                  <c:v>0.1780258905</c:v>
                </c:pt>
                <c:pt idx="348">
                  <c:v>0.173577052</c:v>
                </c:pt>
                <c:pt idx="349">
                  <c:v>0.1691387115</c:v>
                </c:pt>
                <c:pt idx="350">
                  <c:v>0.1647204268</c:v>
                </c:pt>
                <c:pt idx="351">
                  <c:v>0.1603307985</c:v>
                </c:pt>
                <c:pt idx="352">
                  <c:v>0.1559775408</c:v>
                </c:pt>
                <c:pt idx="353">
                  <c:v>0.1516675469</c:v>
                </c:pt>
                <c:pt idx="354">
                  <c:v>0.1474069515</c:v>
                </c:pt>
                <c:pt idx="355">
                  <c:v>0.1432011877</c:v>
                </c:pt>
                <c:pt idx="356">
                  <c:v>0.1390550414</c:v>
                </c:pt>
                <c:pt idx="357">
                  <c:v>0.134972701</c:v>
                </c:pt>
                <c:pt idx="358">
                  <c:v>0.1309578048</c:v>
                </c:pt>
                <c:pt idx="359">
                  <c:v>0.1270134843</c:v>
                </c:pt>
                <c:pt idx="360">
                  <c:v>0.1231424052</c:v>
                </c:pt>
                <c:pt idx="361">
                  <c:v>0.1193468052</c:v>
                </c:pt>
                <c:pt idx="362">
                  <c:v>0.1156285298</c:v>
                </c:pt>
                <c:pt idx="363">
                  <c:v>0.1119890645</c:v>
                </c:pt>
                <c:pt idx="364">
                  <c:v>0.1084295665</c:v>
                </c:pt>
                <c:pt idx="365">
                  <c:v>0.1049508923</c:v>
                </c:pt>
                <c:pt idx="366">
                  <c:v>0.1015536248</c:v>
                </c:pt>
                <c:pt idx="367">
                  <c:v>0.0982380977</c:v>
                </c:pt>
                <c:pt idx="368">
                  <c:v>0.0950044186</c:v>
                </c:pt>
                <c:pt idx="369">
                  <c:v>0.0918524902</c:v>
                </c:pt>
                <c:pt idx="370">
                  <c:v>0.08878203</c:v>
                </c:pt>
                <c:pt idx="371">
                  <c:v>0.0857925885</c:v>
                </c:pt>
                <c:pt idx="372">
                  <c:v>0.0828835663</c:v>
                </c:pt>
                <c:pt idx="373">
                  <c:v>0.08005423</c:v>
                </c:pt>
                <c:pt idx="374">
                  <c:v>0.0773037261</c:v>
                </c:pt>
                <c:pt idx="375">
                  <c:v>0.074631095</c:v>
                </c:pt>
                <c:pt idx="376">
                  <c:v>0.0720352831</c:v>
                </c:pt>
                <c:pt idx="377">
                  <c:v>0.0695151545</c:v>
                </c:pt>
                <c:pt idx="378">
                  <c:v>0.0670695013</c:v>
                </c:pt>
                <c:pt idx="379">
                  <c:v>0.0646970533</c:v>
                </c:pt>
                <c:pt idx="380">
                  <c:v>0.0623964872</c:v>
                </c:pt>
                <c:pt idx="381">
                  <c:v>0.0601664345</c:v>
                </c:pt>
                <c:pt idx="382">
                  <c:v>0.0580054894</c:v>
                </c:pt>
                <c:pt idx="383">
                  <c:v>0.0559122154</c:v>
                </c:pt>
                <c:pt idx="384">
                  <c:v>0.0538851516</c:v>
                </c:pt>
                <c:pt idx="385">
                  <c:v>0.0519228189</c:v>
                </c:pt>
                <c:pt idx="386">
                  <c:v>0.0500237249</c:v>
                </c:pt>
                <c:pt idx="387">
                  <c:v>0.0481863686</c:v>
                </c:pt>
                <c:pt idx="388">
                  <c:v>0.0464092453</c:v>
                </c:pt>
                <c:pt idx="389">
                  <c:v>0.0446908501</c:v>
                </c:pt>
                <c:pt idx="390">
                  <c:v>0.0430296815</c:v>
                </c:pt>
                <c:pt idx="391">
                  <c:v>0.041424245</c:v>
                </c:pt>
                <c:pt idx="392">
                  <c:v>0.0398730555</c:v>
                </c:pt>
                <c:pt idx="393">
                  <c:v>0.0383746404</c:v>
                </c:pt>
                <c:pt idx="394">
                  <c:v>0.0369275416</c:v>
                </c:pt>
                <c:pt idx="395">
                  <c:v>0.0355303177</c:v>
                </c:pt>
                <c:pt idx="396">
                  <c:v>0.034181546</c:v>
                </c:pt>
                <c:pt idx="397">
                  <c:v>0.0328798237</c:v>
                </c:pt>
                <c:pt idx="398">
                  <c:v>0.0316237697</c:v>
                </c:pt>
                <c:pt idx="399">
                  <c:v>0.0304120258</c:v>
                </c:pt>
                <c:pt idx="400">
                  <c:v>0.0292432574</c:v>
                </c:pt>
                <c:pt idx="401">
                  <c:v>0.0281161549</c:v>
                </c:pt>
                <c:pt idx="402">
                  <c:v>0.0270294342</c:v>
                </c:pt>
                <c:pt idx="403">
                  <c:v>0.0259818373</c:v>
                </c:pt>
                <c:pt idx="404">
                  <c:v>0.0249721328</c:v>
                </c:pt>
                <c:pt idx="405">
                  <c:v>0.0239991165</c:v>
                </c:pt>
                <c:pt idx="406">
                  <c:v>0.0230616113</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0.0312822091</c:v>
                </c:pt>
                <c:pt idx="422">
                  <c:v>0.0595131156</c:v>
                </c:pt>
                <c:pt idx="423">
                  <c:v>0.08491594</c:v>
                </c:pt>
                <c:pt idx="424">
                  <c:v>0.1076993877</c:v>
                </c:pt>
                <c:pt idx="425">
                  <c:v>0.1280585332</c:v>
                </c:pt>
                <c:pt idx="426">
                  <c:v>0.1461756538</c:v>
                </c:pt>
                <c:pt idx="427">
                  <c:v>0.1622210136</c:v>
                </c:pt>
                <c:pt idx="428">
                  <c:v>0.1763536016</c:v>
                </c:pt>
                <c:pt idx="429">
                  <c:v>0.1887218268</c:v>
                </c:pt>
                <c:pt idx="430">
                  <c:v>0.1994641719</c:v>
                </c:pt>
                <c:pt idx="431">
                  <c:v>0.2087098084</c:v>
                </c:pt>
                <c:pt idx="432">
                  <c:v>0.2165791756</c:v>
                </c:pt>
                <c:pt idx="433">
                  <c:v>0.2231845249</c:v>
                </c:pt>
                <c:pt idx="434">
                  <c:v>0.2286304324</c:v>
                </c:pt>
                <c:pt idx="435">
                  <c:v>0.2330142799</c:v>
                </c:pt>
                <c:pt idx="436">
                  <c:v>0.2364267087</c:v>
                </c:pt>
                <c:pt idx="437">
                  <c:v>0.2389520447</c:v>
                </c:pt>
                <c:pt idx="438">
                  <c:v>0.2406686992</c:v>
                </c:pt>
                <c:pt idx="439">
                  <c:v>0.2416495454</c:v>
                </c:pt>
                <c:pt idx="440">
                  <c:v>0.2419622716</c:v>
                </c:pt>
                <c:pt idx="441">
                  <c:v>0.2416697139</c:v>
                </c:pt>
                <c:pt idx="442">
                  <c:v>0.2408301688</c:v>
                </c:pt>
                <c:pt idx="443">
                  <c:v>0.2394976857</c:v>
                </c:pt>
                <c:pt idx="444">
                  <c:v>0.2377223434</c:v>
                </c:pt>
                <c:pt idx="445">
                  <c:v>0.2355505082</c:v>
                </c:pt>
                <c:pt idx="446">
                  <c:v>0.2330250773</c:v>
                </c:pt>
                <c:pt idx="447">
                  <c:v>0.2301857068</c:v>
                </c:pt>
                <c:pt idx="448">
                  <c:v>0.2270690254</c:v>
                </c:pt>
                <c:pt idx="449">
                  <c:v>0.2237088362</c:v>
                </c:pt>
                <c:pt idx="450">
                  <c:v>0.2201363043</c:v>
                </c:pt>
                <c:pt idx="451">
                  <c:v>0.2163801344</c:v>
                </c:pt>
                <c:pt idx="452">
                  <c:v>0.2124667362</c:v>
                </c:pt>
                <c:pt idx="453">
                  <c:v>0.2084203803</c:v>
                </c:pt>
                <c:pt idx="454">
                  <c:v>0.2042633438</c:v>
                </c:pt>
                <c:pt idx="455">
                  <c:v>0.2000160472</c:v>
                </c:pt>
                <c:pt idx="456">
                  <c:v>0.1956971823</c:v>
                </c:pt>
                <c:pt idx="457">
                  <c:v>0.1913238325</c:v>
                </c:pt>
                <c:pt idx="458">
                  <c:v>0.186911585</c:v>
                </c:pt>
                <c:pt idx="459">
                  <c:v>0.1824746363</c:v>
                </c:pt>
                <c:pt idx="460">
                  <c:v>0.1780258905</c:v>
                </c:pt>
                <c:pt idx="461">
                  <c:v>0.173577052</c:v>
                </c:pt>
                <c:pt idx="462">
                  <c:v>0.1691387115</c:v>
                </c:pt>
                <c:pt idx="463">
                  <c:v>0.1647204268</c:v>
                </c:pt>
                <c:pt idx="464">
                  <c:v>0.1603307985</c:v>
                </c:pt>
                <c:pt idx="465">
                  <c:v>0.1559775408</c:v>
                </c:pt>
                <c:pt idx="466">
                  <c:v>0.1516675469</c:v>
                </c:pt>
                <c:pt idx="467">
                  <c:v>0.1474069515</c:v>
                </c:pt>
                <c:pt idx="468">
                  <c:v>0.1432011877</c:v>
                </c:pt>
                <c:pt idx="469">
                  <c:v>0.1390550414</c:v>
                </c:pt>
                <c:pt idx="470">
                  <c:v>0.134972701</c:v>
                </c:pt>
                <c:pt idx="471">
                  <c:v>0.1309578048</c:v>
                </c:pt>
                <c:pt idx="472">
                  <c:v>0.1270134843</c:v>
                </c:pt>
                <c:pt idx="473">
                  <c:v>0.1231424052</c:v>
                </c:pt>
                <c:pt idx="474">
                  <c:v>0.1193468052</c:v>
                </c:pt>
                <c:pt idx="475">
                  <c:v>0.1156285298</c:v>
                </c:pt>
                <c:pt idx="476">
                  <c:v>0.1119890645</c:v>
                </c:pt>
                <c:pt idx="477">
                  <c:v>0.1084295665</c:v>
                </c:pt>
                <c:pt idx="478">
                  <c:v>0.1049508923</c:v>
                </c:pt>
                <c:pt idx="479">
                  <c:v>0.1015536248</c:v>
                </c:pt>
                <c:pt idx="480">
                  <c:v>0.0982380977</c:v>
                </c:pt>
                <c:pt idx="481">
                  <c:v>0.0950044186</c:v>
                </c:pt>
                <c:pt idx="482">
                  <c:v>0.0918524902</c:v>
                </c:pt>
                <c:pt idx="483">
                  <c:v>0.08878203</c:v>
                </c:pt>
                <c:pt idx="484">
                  <c:v>0.0857925885</c:v>
                </c:pt>
                <c:pt idx="485">
                  <c:v>0.0828835663</c:v>
                </c:pt>
                <c:pt idx="486">
                  <c:v>0.08005423</c:v>
                </c:pt>
                <c:pt idx="487">
                  <c:v>0.0773037261</c:v>
                </c:pt>
                <c:pt idx="488">
                  <c:v>0.074631095</c:v>
                </c:pt>
                <c:pt idx="489">
                  <c:v>0.0720352831</c:v>
                </c:pt>
                <c:pt idx="490">
                  <c:v>0.1007973637</c:v>
                </c:pt>
                <c:pt idx="491">
                  <c:v>0.1265826169</c:v>
                </c:pt>
                <c:pt idx="492">
                  <c:v>0.1496129934</c:v>
                </c:pt>
                <c:pt idx="493">
                  <c:v>0.1700958749</c:v>
                </c:pt>
                <c:pt idx="494">
                  <c:v>0.1882249678</c:v>
                </c:pt>
                <c:pt idx="495">
                  <c:v>0.2041811433</c:v>
                </c:pt>
                <c:pt idx="496">
                  <c:v>0.218133229</c:v>
                </c:pt>
                <c:pt idx="497">
                  <c:v>0.2302387532</c:v>
                </c:pt>
                <c:pt idx="498">
                  <c:v>0.2406446458</c:v>
                </c:pt>
                <c:pt idx="499">
                  <c:v>0.2494878968</c:v>
                </c:pt>
                <c:pt idx="500">
                  <c:v>0.256896177</c:v>
                </c:pt>
                <c:pt idx="501">
                  <c:v>0.2629884209</c:v>
                </c:pt>
                <c:pt idx="502">
                  <c:v>0.267875375</c:v>
                </c:pt>
                <c:pt idx="503">
                  <c:v>0.2716601139</c:v>
                </c:pt>
                <c:pt idx="504">
                  <c:v>0.2744385249</c:v>
                </c:pt>
                <c:pt idx="505">
                  <c:v>0.2762997642</c:v>
                </c:pt>
                <c:pt idx="506">
                  <c:v>0.277326685</c:v>
                </c:pt>
                <c:pt idx="507">
                  <c:v>0.2775962408</c:v>
                </c:pt>
                <c:pt idx="508">
                  <c:v>0.2771798631</c:v>
                </c:pt>
                <c:pt idx="509">
                  <c:v>0.2761438176</c:v>
                </c:pt>
                <c:pt idx="510">
                  <c:v>0.2745495376</c:v>
                </c:pt>
                <c:pt idx="511">
                  <c:v>0.2724539385</c:v>
                </c:pt>
                <c:pt idx="512">
                  <c:v>0.2699097115</c:v>
                </c:pt>
                <c:pt idx="513">
                  <c:v>0.2669656008</c:v>
                </c:pt>
                <c:pt idx="514">
                  <c:v>0.2636666632</c:v>
                </c:pt>
                <c:pt idx="515">
                  <c:v>0.2600545116</c:v>
                </c:pt>
                <c:pt idx="516">
                  <c:v>0.2561675441</c:v>
                </c:pt>
                <c:pt idx="517">
                  <c:v>0.2520411583</c:v>
                </c:pt>
                <c:pt idx="518">
                  <c:v>0.2477079527</c:v>
                </c:pt>
                <c:pt idx="519">
                  <c:v>0.2431979156</c:v>
                </c:pt>
                <c:pt idx="520">
                  <c:v>0.2163801344</c:v>
                </c:pt>
                <c:pt idx="521">
                  <c:v>0.2124667362</c:v>
                </c:pt>
                <c:pt idx="522">
                  <c:v>0.2084203803</c:v>
                </c:pt>
                <c:pt idx="523">
                  <c:v>0.2042633438</c:v>
                </c:pt>
                <c:pt idx="524">
                  <c:v>0.2000160472</c:v>
                </c:pt>
                <c:pt idx="525">
                  <c:v>0.1956971823</c:v>
                </c:pt>
                <c:pt idx="526">
                  <c:v>0.1913238325</c:v>
                </c:pt>
                <c:pt idx="527">
                  <c:v>0.186911585</c:v>
                </c:pt>
                <c:pt idx="528">
                  <c:v>0.1824746363</c:v>
                </c:pt>
                <c:pt idx="529">
                  <c:v>0.1780258905</c:v>
                </c:pt>
                <c:pt idx="530">
                  <c:v>0.173577052</c:v>
                </c:pt>
                <c:pt idx="531">
                  <c:v>0.1691387115</c:v>
                </c:pt>
                <c:pt idx="532">
                  <c:v>0.1647204268</c:v>
                </c:pt>
                <c:pt idx="533">
                  <c:v>0.1603307985</c:v>
                </c:pt>
                <c:pt idx="534">
                  <c:v>0.1559775408</c:v>
                </c:pt>
                <c:pt idx="535">
                  <c:v>0.1516675469</c:v>
                </c:pt>
                <c:pt idx="536">
                  <c:v>0.1474069515</c:v>
                </c:pt>
                <c:pt idx="537">
                  <c:v>0.1432011877</c:v>
                </c:pt>
                <c:pt idx="538">
                  <c:v>0.1390550414</c:v>
                </c:pt>
                <c:pt idx="539">
                  <c:v>0.134972701</c:v>
                </c:pt>
                <c:pt idx="540">
                  <c:v>0.1309578048</c:v>
                </c:pt>
                <c:pt idx="541">
                  <c:v>0.1270134843</c:v>
                </c:pt>
                <c:pt idx="542">
                  <c:v>0.1231424052</c:v>
                </c:pt>
                <c:pt idx="543">
                  <c:v>0.1193468052</c:v>
                </c:pt>
                <c:pt idx="544">
                  <c:v>0.1156285298</c:v>
                </c:pt>
                <c:pt idx="545">
                  <c:v>0.1119890645</c:v>
                </c:pt>
                <c:pt idx="546">
                  <c:v>0.1084295665</c:v>
                </c:pt>
                <c:pt idx="547">
                  <c:v>0.1049508923</c:v>
                </c:pt>
                <c:pt idx="548">
                  <c:v>0.1015536248</c:v>
                </c:pt>
                <c:pt idx="549">
                  <c:v>0.0982380977</c:v>
                </c:pt>
                <c:pt idx="550">
                  <c:v>0.0950044186</c:v>
                </c:pt>
                <c:pt idx="551">
                  <c:v>0.0918524902</c:v>
                </c:pt>
                <c:pt idx="552">
                  <c:v>0.08878203</c:v>
                </c:pt>
                <c:pt idx="553">
                  <c:v>0.0857925885</c:v>
                </c:pt>
                <c:pt idx="554">
                  <c:v>0.0828835663</c:v>
                </c:pt>
                <c:pt idx="555">
                  <c:v>0.08005423</c:v>
                </c:pt>
                <c:pt idx="556">
                  <c:v>0.0773037261</c:v>
                </c:pt>
                <c:pt idx="557">
                  <c:v>0.074631095</c:v>
                </c:pt>
                <c:pt idx="558">
                  <c:v>0.0720352831</c:v>
                </c:pt>
                <c:pt idx="559">
                  <c:v>0.0695151545</c:v>
                </c:pt>
                <c:pt idx="560">
                  <c:v>0.0670695013</c:v>
                </c:pt>
                <c:pt idx="561">
                  <c:v>0.0646970533</c:v>
                </c:pt>
                <c:pt idx="562">
                  <c:v>0.0623964872</c:v>
                </c:pt>
                <c:pt idx="563">
                  <c:v>0.0601664345</c:v>
                </c:pt>
                <c:pt idx="564">
                  <c:v>0.0580054894</c:v>
                </c:pt>
                <c:pt idx="565">
                  <c:v>0.0559122154</c:v>
                </c:pt>
                <c:pt idx="566">
                  <c:v>0.0538851516</c:v>
                </c:pt>
                <c:pt idx="567">
                  <c:v>0.0519228189</c:v>
                </c:pt>
                <c:pt idx="568">
                  <c:v>0.0500237249</c:v>
                </c:pt>
                <c:pt idx="569">
                  <c:v>0.0481863686</c:v>
                </c:pt>
                <c:pt idx="570">
                  <c:v>0.0464092453</c:v>
                </c:pt>
                <c:pt idx="571">
                  <c:v>0.0446908501</c:v>
                </c:pt>
                <c:pt idx="572">
                  <c:v>0.0430296815</c:v>
                </c:pt>
                <c:pt idx="573">
                  <c:v>0.041424245</c:v>
                </c:pt>
                <c:pt idx="574">
                  <c:v>0.0398730555</c:v>
                </c:pt>
                <c:pt idx="575">
                  <c:v>0.0383746404</c:v>
                </c:pt>
                <c:pt idx="576">
                  <c:v>0.0369275416</c:v>
                </c:pt>
                <c:pt idx="577">
                  <c:v>0.0355303177</c:v>
                </c:pt>
                <c:pt idx="578">
                  <c:v>0.034181546</c:v>
                </c:pt>
                <c:pt idx="579">
                  <c:v>0.0328798237</c:v>
                </c:pt>
                <c:pt idx="580">
                  <c:v>0.0316237697</c:v>
                </c:pt>
                <c:pt idx="581">
                  <c:v>0.0304120258</c:v>
                </c:pt>
                <c:pt idx="582">
                  <c:v>0.0292432574</c:v>
                </c:pt>
                <c:pt idx="583">
                  <c:v>0.0281161549</c:v>
                </c:pt>
                <c:pt idx="584">
                  <c:v>0.0270294342</c:v>
                </c:pt>
                <c:pt idx="585">
                  <c:v>0.0259818373</c:v>
                </c:pt>
                <c:pt idx="586">
                  <c:v>0.0249721328</c:v>
                </c:pt>
                <c:pt idx="587">
                  <c:v>0.0239991165</c:v>
                </c:pt>
                <c:pt idx="588">
                  <c:v>0.0230616113</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0.0312822091</c:v>
                </c:pt>
                <c:pt idx="680">
                  <c:v>0.0595131156</c:v>
                </c:pt>
                <c:pt idx="681">
                  <c:v>0.08491594</c:v>
                </c:pt>
                <c:pt idx="682">
                  <c:v>0.1076993877</c:v>
                </c:pt>
                <c:pt idx="683">
                  <c:v>0.1280585332</c:v>
                </c:pt>
                <c:pt idx="684">
                  <c:v>0.1461756538</c:v>
                </c:pt>
                <c:pt idx="685">
                  <c:v>0.1622210136</c:v>
                </c:pt>
                <c:pt idx="686">
                  <c:v>0.1763536016</c:v>
                </c:pt>
                <c:pt idx="687">
                  <c:v>0.1887218268</c:v>
                </c:pt>
                <c:pt idx="688">
                  <c:v>0.1994641719</c:v>
                </c:pt>
                <c:pt idx="689">
                  <c:v>0.2087098084</c:v>
                </c:pt>
                <c:pt idx="690">
                  <c:v>0.2165791756</c:v>
                </c:pt>
                <c:pt idx="691">
                  <c:v>0.2231845249</c:v>
                </c:pt>
                <c:pt idx="692">
                  <c:v>0.2286304324</c:v>
                </c:pt>
                <c:pt idx="693">
                  <c:v>0.2330142799</c:v>
                </c:pt>
                <c:pt idx="694">
                  <c:v>0.2364267087</c:v>
                </c:pt>
                <c:pt idx="695">
                  <c:v>0.2389520447</c:v>
                </c:pt>
                <c:pt idx="696">
                  <c:v>0.2406686992</c:v>
                </c:pt>
                <c:pt idx="697">
                  <c:v>0.2416495454</c:v>
                </c:pt>
                <c:pt idx="698">
                  <c:v>0.2419622716</c:v>
                </c:pt>
                <c:pt idx="699">
                  <c:v>0.2416697139</c:v>
                </c:pt>
                <c:pt idx="700">
                  <c:v>0.2408301688</c:v>
                </c:pt>
                <c:pt idx="701">
                  <c:v>0.2394976857</c:v>
                </c:pt>
                <c:pt idx="702">
                  <c:v>0.2377223434</c:v>
                </c:pt>
                <c:pt idx="703">
                  <c:v>0.2355505082</c:v>
                </c:pt>
                <c:pt idx="704">
                  <c:v>0.2330250773</c:v>
                </c:pt>
                <c:pt idx="705">
                  <c:v>0.2301857068</c:v>
                </c:pt>
                <c:pt idx="706">
                  <c:v>0.2270690254</c:v>
                </c:pt>
                <c:pt idx="707">
                  <c:v>0.2237088362</c:v>
                </c:pt>
                <c:pt idx="708">
                  <c:v>0.2201363043</c:v>
                </c:pt>
                <c:pt idx="709">
                  <c:v>0.2476623435</c:v>
                </c:pt>
                <c:pt idx="710">
                  <c:v>0.2719798518</c:v>
                </c:pt>
                <c:pt idx="711">
                  <c:v>0.2933363204</c:v>
                </c:pt>
                <c:pt idx="712">
                  <c:v>0.3119627315</c:v>
                </c:pt>
                <c:pt idx="713">
                  <c:v>0.3280745804</c:v>
                </c:pt>
                <c:pt idx="714">
                  <c:v>0.3418728362</c:v>
                </c:pt>
                <c:pt idx="715">
                  <c:v>0.3535448461</c:v>
                </c:pt>
                <c:pt idx="716">
                  <c:v>0.3632651866</c:v>
                </c:pt>
                <c:pt idx="717">
                  <c:v>0.3711964631</c:v>
                </c:pt>
                <c:pt idx="718">
                  <c:v>0.3774900624</c:v>
                </c:pt>
                <c:pt idx="719">
                  <c:v>0.3822868604</c:v>
                </c:pt>
                <c:pt idx="720">
                  <c:v>0.385717887</c:v>
                </c:pt>
                <c:pt idx="721">
                  <c:v>0.3879049517</c:v>
                </c:pt>
                <c:pt idx="722">
                  <c:v>0.3889612309</c:v>
                </c:pt>
                <c:pt idx="723">
                  <c:v>0.3889918207</c:v>
                </c:pt>
                <c:pt idx="724">
                  <c:v>0.3880942556</c:v>
                </c:pt>
                <c:pt idx="725">
                  <c:v>0.3863589962</c:v>
                </c:pt>
                <c:pt idx="726">
                  <c:v>0.383869887</c:v>
                </c:pt>
                <c:pt idx="727">
                  <c:v>0.3807045868</c:v>
                </c:pt>
                <c:pt idx="728">
                  <c:v>0.3769349726</c:v>
                </c:pt>
                <c:pt idx="729">
                  <c:v>0.3726275187</c:v>
                </c:pt>
                <c:pt idx="730">
                  <c:v>0.3678436531</c:v>
                </c:pt>
                <c:pt idx="731">
                  <c:v>0.3626400909</c:v>
                </c:pt>
                <c:pt idx="732">
                  <c:v>0.3570691486</c:v>
                </c:pt>
                <c:pt idx="733">
                  <c:v>0.351179038</c:v>
                </c:pt>
                <c:pt idx="734">
                  <c:v>0.3450141419</c:v>
                </c:pt>
                <c:pt idx="735">
                  <c:v>0.3386152733</c:v>
                </c:pt>
                <c:pt idx="736">
                  <c:v>0.3320199177</c:v>
                </c:pt>
                <c:pt idx="737">
                  <c:v>0.3252624609</c:v>
                </c:pt>
                <c:pt idx="738">
                  <c:v>0.318374402</c:v>
                </c:pt>
                <c:pt idx="739">
                  <c:v>0.311384553</c:v>
                </c:pt>
                <c:pt idx="740">
                  <c:v>0.3043192264</c:v>
                </c:pt>
                <c:pt idx="741">
                  <c:v>0.2972024103</c:v>
                </c:pt>
                <c:pt idx="742">
                  <c:v>0.2900559323</c:v>
                </c:pt>
                <c:pt idx="743">
                  <c:v>0.2828996135</c:v>
                </c:pt>
                <c:pt idx="744">
                  <c:v>0.2757514123</c:v>
                </c:pt>
                <c:pt idx="745">
                  <c:v>0.2686275586</c:v>
                </c:pt>
                <c:pt idx="746">
                  <c:v>0.26154268</c:v>
                </c:pt>
                <c:pt idx="747">
                  <c:v>0.2545099194</c:v>
                </c:pt>
                <c:pt idx="748">
                  <c:v>0.247541045</c:v>
                </c:pt>
                <c:pt idx="749">
                  <c:v>0.2406465533</c:v>
                </c:pt>
                <c:pt idx="750">
                  <c:v>0.2338357648</c:v>
                </c:pt>
                <c:pt idx="751">
                  <c:v>0.227116914</c:v>
                </c:pt>
                <c:pt idx="752">
                  <c:v>0.2204972331</c:v>
                </c:pt>
                <c:pt idx="753">
                  <c:v>0.2139830302</c:v>
                </c:pt>
                <c:pt idx="754">
                  <c:v>0.2075797623</c:v>
                </c:pt>
                <c:pt idx="755">
                  <c:v>0.2012921031</c:v>
                </c:pt>
                <c:pt idx="756">
                  <c:v>0.1951240067</c:v>
                </c:pt>
                <c:pt idx="757">
                  <c:v>0.1890787663</c:v>
                </c:pt>
                <c:pt idx="758">
                  <c:v>0.1831590696</c:v>
                </c:pt>
                <c:pt idx="759">
                  <c:v>0.1773670501</c:v>
                </c:pt>
                <c:pt idx="760">
                  <c:v>0.1717043344</c:v>
                </c:pt>
                <c:pt idx="761">
                  <c:v>0.1661720867</c:v>
                </c:pt>
                <c:pt idx="762">
                  <c:v>0.1607710502</c:v>
                </c:pt>
                <c:pt idx="763">
                  <c:v>0.1555015852</c:v>
                </c:pt>
                <c:pt idx="764">
                  <c:v>0.1503637049</c:v>
                </c:pt>
                <c:pt idx="765">
                  <c:v>0.1453571081</c:v>
                </c:pt>
                <c:pt idx="766">
                  <c:v>0.14048121</c:v>
                </c:pt>
                <c:pt idx="767">
                  <c:v>0.1357351708</c:v>
                </c:pt>
                <c:pt idx="768">
                  <c:v>0.1311179214</c:v>
                </c:pt>
                <c:pt idx="769">
                  <c:v>0.1266281883</c:v>
                </c:pt>
                <c:pt idx="770">
                  <c:v>0.122264516</c:v>
                </c:pt>
                <c:pt idx="771">
                  <c:v>0.1180252874</c:v>
                </c:pt>
                <c:pt idx="772">
                  <c:v>0.1139087434</c:v>
                </c:pt>
                <c:pt idx="773">
                  <c:v>0.1099130006</c:v>
                </c:pt>
                <c:pt idx="774">
                  <c:v>0.1060360673</c:v>
                </c:pt>
                <c:pt idx="775">
                  <c:v>0.1022758589</c:v>
                </c:pt>
                <c:pt idx="776">
                  <c:v>0.0986302115</c:v>
                </c:pt>
                <c:pt idx="777">
                  <c:v>0.0950968945</c:v>
                </c:pt>
                <c:pt idx="778">
                  <c:v>0.1007973637</c:v>
                </c:pt>
                <c:pt idx="779">
                  <c:v>0.1265826169</c:v>
                </c:pt>
                <c:pt idx="780">
                  <c:v>0.1496129934</c:v>
                </c:pt>
                <c:pt idx="781">
                  <c:v>0.1700958749</c:v>
                </c:pt>
                <c:pt idx="782">
                  <c:v>0.1882249678</c:v>
                </c:pt>
                <c:pt idx="783">
                  <c:v>0.2041811433</c:v>
                </c:pt>
                <c:pt idx="784">
                  <c:v>0.218133229</c:v>
                </c:pt>
                <c:pt idx="785">
                  <c:v>0.2302387532</c:v>
                </c:pt>
                <c:pt idx="786">
                  <c:v>0.2406446458</c:v>
                </c:pt>
                <c:pt idx="787">
                  <c:v>0.2494878968</c:v>
                </c:pt>
                <c:pt idx="788">
                  <c:v>0.256896177</c:v>
                </c:pt>
                <c:pt idx="789">
                  <c:v>0.2629884209</c:v>
                </c:pt>
                <c:pt idx="790">
                  <c:v>0.267875375</c:v>
                </c:pt>
                <c:pt idx="791">
                  <c:v>0.2716601139</c:v>
                </c:pt>
                <c:pt idx="792">
                  <c:v>0.2744385249</c:v>
                </c:pt>
                <c:pt idx="793">
                  <c:v>0.2762997642</c:v>
                </c:pt>
                <c:pt idx="794">
                  <c:v>0.277326685</c:v>
                </c:pt>
                <c:pt idx="795">
                  <c:v>0.2775962408</c:v>
                </c:pt>
                <c:pt idx="796">
                  <c:v>0.2771798631</c:v>
                </c:pt>
                <c:pt idx="797">
                  <c:v>0.2761438176</c:v>
                </c:pt>
                <c:pt idx="798">
                  <c:v>0.2745495376</c:v>
                </c:pt>
                <c:pt idx="799">
                  <c:v>0.2724539385</c:v>
                </c:pt>
                <c:pt idx="800">
                  <c:v>0.2699097115</c:v>
                </c:pt>
              </c:numCache>
            </c:numRef>
          </c:yVal>
        </c:ser>
        <c:ser>
          <c:idx val="3"/>
          <c:order val="3"/>
          <c:tx>
            <c:v>Neuron 13</c:v>
          </c:tx>
          <c:spPr>
            <a:ln xmlns:a="http://schemas.openxmlformats.org/drawingml/2006/main" w="20955">
              <a:solidFill>
                <a:srgbClr val="159D9B"/>
              </a:solidFill>
            </a:ln>
          </c:spPr>
          <c:marker>
            <c:symbol val="none"/>
          </c:marker>
          <c:xVal>
            <c:numRef>
              <c:f>'Chart Data'!$G$2:$G$802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Data'!$H$2:$H$802</c:f>
              <c:numCache>
                <c:formatCode>0.0</c:formatCode>
                <c:ptCount val="801"/>
                <c:pt idx="0">
                  <c:v>-1.0533850066</c:v>
                </c:pt>
                <c:pt idx="1">
                  <c:v>-1.0162228769</c:v>
                </c:pt>
                <c:pt idx="2">
                  <c:v>-0.980180035</c:v>
                </c:pt>
                <c:pt idx="3">
                  <c:v>-0.9452356972</c:v>
                </c:pt>
                <c:pt idx="4">
                  <c:v>-0.9113684444</c:v>
                </c:pt>
                <c:pt idx="5">
                  <c:v>-0.8785563341</c:v>
                </c:pt>
                <c:pt idx="6">
                  <c:v>-0.8467770021</c:v>
                </c:pt>
                <c:pt idx="7">
                  <c:v>-0.8160077557</c:v>
                </c:pt>
                <c:pt idx="8">
                  <c:v>-0.7862256596</c:v>
                </c:pt>
                <c:pt idx="9">
                  <c:v>-0.7574076125</c:v>
                </c:pt>
                <c:pt idx="10">
                  <c:v>-0.729530419</c:v>
                </c:pt>
                <c:pt idx="11">
                  <c:v>-0.7025708527</c:v>
                </c:pt>
                <c:pt idx="12">
                  <c:v>-0.676505715</c:v>
                </c:pt>
                <c:pt idx="13">
                  <c:v>-0.6513118877</c:v>
                </c:pt>
                <c:pt idx="14">
                  <c:v>-0.6269663796</c:v>
                </c:pt>
                <c:pt idx="15">
                  <c:v>-0.6034463702</c:v>
                </c:pt>
                <c:pt idx="16">
                  <c:v>-0.5807292468</c:v>
                </c:pt>
                <c:pt idx="17">
                  <c:v>-0.5587926388</c:v>
                </c:pt>
                <c:pt idx="18">
                  <c:v>-0.5376144483</c:v>
                </c:pt>
                <c:pt idx="19">
                  <c:v>-0.517172876</c:v>
                </c:pt>
                <c:pt idx="20">
                  <c:v>-0.497446445</c:v>
                </c:pt>
                <c:pt idx="21">
                  <c:v>-0.4784140215</c:v>
                </c:pt>
                <c:pt idx="22">
                  <c:v>-0.4600548318</c:v>
                </c:pt>
                <c:pt idx="23">
                  <c:v>-0.4423484777</c:v>
                </c:pt>
                <c:pt idx="24">
                  <c:v>-0.2500601994</c:v>
                </c:pt>
                <c:pt idx="25">
                  <c:v>-0.2404785165</c:v>
                </c:pt>
                <c:pt idx="26">
                  <c:v>-0.2312366565</c:v>
                </c:pt>
                <c:pt idx="27">
                  <c:v>-0.2223242634</c:v>
                </c:pt>
                <c:pt idx="28">
                  <c:v>-0.2137311831</c:v>
                </c:pt>
                <c:pt idx="29">
                  <c:v>-0.2054474681</c:v>
                </c:pt>
                <c:pt idx="30">
                  <c:v>-0.1974633818</c:v>
                </c:pt>
                <c:pt idx="31">
                  <c:v>-0.1897694015</c:v>
                </c:pt>
                <c:pt idx="32">
                  <c:v>-0.1823562206</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-0.2473593605</c:v>
                </c:pt>
                <c:pt idx="122">
                  <c:v>-0.4705910042</c:v>
                </c:pt>
                <c:pt idx="123">
                  <c:v>-0.6714600152</c:v>
                </c:pt>
                <c:pt idx="124">
                  <c:v>-0.8516166984</c:v>
                </c:pt>
                <c:pt idx="125">
                  <c:v>-1.0126035774</c:v>
                </c:pt>
                <c:pt idx="126">
                  <c:v>-1.1558619818</c:v>
                </c:pt>
                <c:pt idx="127">
                  <c:v>-1.2827382491</c:v>
                </c:pt>
                <c:pt idx="128">
                  <c:v>-1.3944895617</c:v>
                </c:pt>
                <c:pt idx="129">
                  <c:v>-1.4922894411</c:v>
                </c:pt>
                <c:pt idx="130">
                  <c:v>-1.5772329181</c:v>
                </c:pt>
                <c:pt idx="131">
                  <c:v>-1.6503413971</c:v>
                </c:pt>
                <c:pt idx="132">
                  <c:v>-1.7125672335</c:v>
                </c:pt>
                <c:pt idx="133">
                  <c:v>-1.7647980393</c:v>
                </c:pt>
                <c:pt idx="134">
                  <c:v>-1.8078607327</c:v>
                </c:pt>
                <c:pt idx="135">
                  <c:v>-1.8425253475</c:v>
                </c:pt>
                <c:pt idx="136">
                  <c:v>-1.8695086144</c:v>
                </c:pt>
                <c:pt idx="137">
                  <c:v>-1.8894773286</c:v>
                </c:pt>
                <c:pt idx="138">
                  <c:v>-1.9030515161</c:v>
                </c:pt>
                <c:pt idx="139">
                  <c:v>-1.9108074095</c:v>
                </c:pt>
                <c:pt idx="140">
                  <c:v>-1.9132802447</c:v>
                </c:pt>
                <c:pt idx="141">
                  <c:v>-1.9109668893</c:v>
                </c:pt>
                <c:pt idx="142">
                  <c:v>-1.9043283122</c:v>
                </c:pt>
                <c:pt idx="143">
                  <c:v>-1.8937919029</c:v>
                </c:pt>
                <c:pt idx="144">
                  <c:v>-1.8797536507</c:v>
                </c:pt>
                <c:pt idx="145">
                  <c:v>-1.862580191</c:v>
                </c:pt>
                <c:pt idx="146">
                  <c:v>-1.8426107265</c:v>
                </c:pt>
                <c:pt idx="147">
                  <c:v>-1.820158831</c:v>
                </c:pt>
                <c:pt idx="148">
                  <c:v>-1.7955141423</c:v>
                </c:pt>
                <c:pt idx="149">
                  <c:v>-1.7689439516</c:v>
                </c:pt>
                <c:pt idx="150">
                  <c:v>-1.7406946935</c:v>
                </c:pt>
                <c:pt idx="151">
                  <c:v>-1.7109933453</c:v>
                </c:pt>
                <c:pt idx="152">
                  <c:v>-1.6800487382</c:v>
                </c:pt>
                <c:pt idx="153">
                  <c:v>-1.6480527879</c:v>
                </c:pt>
                <c:pt idx="154">
                  <c:v>-1.6151816476</c:v>
                </c:pt>
                <c:pt idx="155">
                  <c:v>-1.5815967888</c:v>
                </c:pt>
                <c:pt idx="156">
                  <c:v>-1.5474460147</c:v>
                </c:pt>
                <c:pt idx="157">
                  <c:v>-1.5128644093</c:v>
                </c:pt>
                <c:pt idx="158">
                  <c:v>-1.4779752263</c:v>
                </c:pt>
                <c:pt idx="159">
                  <c:v>-1.6902500824</c:v>
                </c:pt>
                <c:pt idx="160">
                  <c:v>-1.8783039386</c:v>
                </c:pt>
                <c:pt idx="161">
                  <c:v>-2.0439944288</c:v>
                </c:pt>
                <c:pt idx="162">
                  <c:v>-2.1890556022</c:v>
                </c:pt>
                <c:pt idx="163">
                  <c:v>-2.3151055599</c:v>
                </c:pt>
                <c:pt idx="164">
                  <c:v>-2.4236536399</c:v>
                </c:pt>
                <c:pt idx="165">
                  <c:v>-2.5161071767</c:v>
                </c:pt>
                <c:pt idx="166">
                  <c:v>-2.5937778617</c:v>
                </c:pt>
                <c:pt idx="167">
                  <c:v>-2.657887724</c:v>
                </c:pt>
                <c:pt idx="168">
                  <c:v>-2.7095747569</c:v>
                </c:pt>
                <c:pt idx="169">
                  <c:v>-2.7498982076</c:v>
                </c:pt>
                <c:pt idx="170">
                  <c:v>-2.779843552</c:v>
                </c:pt>
                <c:pt idx="171">
                  <c:v>-2.8003271703</c:v>
                </c:pt>
                <c:pt idx="172">
                  <c:v>-3.0595601035</c:v>
                </c:pt>
                <c:pt idx="173">
                  <c:v>-3.2868463866</c:v>
                </c:pt>
                <c:pt idx="174">
                  <c:v>-3.4846855291</c:v>
                </c:pt>
                <c:pt idx="175">
                  <c:v>-3.6554092228</c:v>
                </c:pt>
                <c:pt idx="176">
                  <c:v>-3.8011917659</c:v>
                </c:pt>
                <c:pt idx="177">
                  <c:v>-3.9240598688</c:v>
                </c:pt>
                <c:pt idx="178">
                  <c:v>-4.0259018785</c:v>
                </c:pt>
                <c:pt idx="179">
                  <c:v>-4.108476454</c:v>
                </c:pt>
                <c:pt idx="180">
                  <c:v>-4.1734207248</c:v>
                </c:pt>
                <c:pt idx="181">
                  <c:v>-4.2222579618</c:v>
                </c:pt>
                <c:pt idx="182">
                  <c:v>-4.2564047893</c:v>
                </c:pt>
                <c:pt idx="183">
                  <c:v>-4.2771779638</c:v>
                </c:pt>
                <c:pt idx="184">
                  <c:v>-4.2858007463</c:v>
                </c:pt>
                <c:pt idx="185">
                  <c:v>-4.2834088897</c:v>
                </c:pt>
                <c:pt idx="186">
                  <c:v>-4.2710562645</c:v>
                </c:pt>
                <c:pt idx="187">
                  <c:v>-4.2497201449</c:v>
                </c:pt>
                <c:pt idx="188">
                  <c:v>-4.2203061728</c:v>
                </c:pt>
                <c:pt idx="189">
                  <c:v>-4.1836530206</c:v>
                </c:pt>
                <c:pt idx="190">
                  <c:v>-4.1405367695</c:v>
                </c:pt>
                <c:pt idx="191">
                  <c:v>-4.0916750197</c:v>
                </c:pt>
                <c:pt idx="192">
                  <c:v>-4.0377307486</c:v>
                </c:pt>
                <c:pt idx="193">
                  <c:v>-3.9793159323</c:v>
                </c:pt>
                <c:pt idx="194">
                  <c:v>-3.9169949431</c:v>
                </c:pt>
                <c:pt idx="195">
                  <c:v>-3.8512877372</c:v>
                </c:pt>
                <c:pt idx="196">
                  <c:v>-3.782672845</c:v>
                </c:pt>
                <c:pt idx="197">
                  <c:v>-3.7115901745</c:v>
                </c:pt>
                <c:pt idx="198">
                  <c:v>-3.6384436411</c:v>
                </c:pt>
                <c:pt idx="199">
                  <c:v>-3.5636036313</c:v>
                </c:pt>
                <c:pt idx="200">
                  <c:v>-3.4874093128</c:v>
                </c:pt>
                <c:pt idx="201">
                  <c:v>-3.4101707985</c:v>
                </c:pt>
                <c:pt idx="202">
                  <c:v>-3.3321711741</c:v>
                </c:pt>
                <c:pt idx="203">
                  <c:v>-3.2536683961</c:v>
                </c:pt>
                <c:pt idx="204">
                  <c:v>-3.1748970703</c:v>
                </c:pt>
                <c:pt idx="205">
                  <c:v>-3.0960701153</c:v>
                </c:pt>
                <c:pt idx="206">
                  <c:v>-3.0173803205</c:v>
                </c:pt>
                <c:pt idx="207">
                  <c:v>-2.9390018022</c:v>
                </c:pt>
                <c:pt idx="208">
                  <c:v>-2.8610913675</c:v>
                </c:pt>
                <c:pt idx="209">
                  <c:v>-2.7837897876</c:v>
                </c:pt>
                <c:pt idx="210">
                  <c:v>-2.7072229894</c:v>
                </c:pt>
                <c:pt idx="211">
                  <c:v>-2.6315031686</c:v>
                </c:pt>
                <c:pt idx="212">
                  <c:v>-2.5567298296</c:v>
                </c:pt>
                <c:pt idx="213">
                  <c:v>-2.4829907561</c:v>
                </c:pt>
                <c:pt idx="214">
                  <c:v>-2.4103629184</c:v>
                </c:pt>
                <c:pt idx="215">
                  <c:v>-2.3389133186</c:v>
                </c:pt>
                <c:pt idx="216">
                  <c:v>-2.2686997804</c:v>
                </c:pt>
                <c:pt idx="217">
                  <c:v>-2.1997716848</c:v>
                </c:pt>
                <c:pt idx="218">
                  <c:v>-2.1321706558</c:v>
                </c:pt>
                <c:pt idx="219">
                  <c:v>-2.0659312003</c:v>
                </c:pt>
                <c:pt idx="220">
                  <c:v>-1.8258665521</c:v>
                </c:pt>
                <c:pt idx="221">
                  <c:v>-1.7693068578</c:v>
                </c:pt>
                <c:pt idx="222">
                  <c:v>-1.7139211116</c:v>
                </c:pt>
                <c:pt idx="223">
                  <c:v>-1.6597293363</c:v>
                </c:pt>
                <c:pt idx="224">
                  <c:v>-1.6067468095</c:v>
                </c:pt>
                <c:pt idx="225">
                  <c:v>-1.5549844785</c:v>
                </c:pt>
                <c:pt idx="226">
                  <c:v>-1.5044493466</c:v>
                </c:pt>
                <c:pt idx="227">
                  <c:v>-1.4551448317</c:v>
                </c:pt>
                <c:pt idx="228">
                  <c:v>-1.4070710994</c:v>
                </c:pt>
                <c:pt idx="229">
                  <c:v>-1.3602253718</c:v>
                </c:pt>
                <c:pt idx="230">
                  <c:v>-1.3146022146</c:v>
                </c:pt>
                <c:pt idx="231">
                  <c:v>-1.2701938027</c:v>
                </c:pt>
                <c:pt idx="232">
                  <c:v>-1.2269901664</c:v>
                </c:pt>
                <c:pt idx="233">
                  <c:v>-1.1849794188</c:v>
                </c:pt>
                <c:pt idx="234">
                  <c:v>-1.144147967</c:v>
                </c:pt>
                <c:pt idx="235">
                  <c:v>-1.1044807067</c:v>
                </c:pt>
                <c:pt idx="236">
                  <c:v>-1.0659612017</c:v>
                </c:pt>
                <c:pt idx="237">
                  <c:v>-1.02857185</c:v>
                </c:pt>
                <c:pt idx="238">
                  <c:v>-0.9922940363</c:v>
                </c:pt>
                <c:pt idx="239">
                  <c:v>-0.9571082732</c:v>
                </c:pt>
                <c:pt idx="240">
                  <c:v>-0.9229943301</c:v>
                </c:pt>
                <c:pt idx="241">
                  <c:v>-0.8899313521</c:v>
                </c:pt>
                <c:pt idx="242">
                  <c:v>-0.8578979694</c:v>
                </c:pt>
                <c:pt idx="243">
                  <c:v>-0.8268723965</c:v>
                </c:pt>
                <c:pt idx="244">
                  <c:v>-0.7968325241</c:v>
                </c:pt>
                <c:pt idx="245">
                  <c:v>-0.7677560024</c:v>
                </c:pt>
                <c:pt idx="246">
                  <c:v>-0.7396203169</c:v>
                </c:pt>
                <c:pt idx="247">
                  <c:v>-0.712402858</c:v>
                </c:pt>
                <c:pt idx="248">
                  <c:v>-0.6860809833</c:v>
                </c:pt>
                <c:pt idx="249">
                  <c:v>-0.6606320751</c:v>
                </c:pt>
                <c:pt idx="250">
                  <c:v>-0.6360335918</c:v>
                </c:pt>
                <c:pt idx="251">
                  <c:v>-0.6122631139</c:v>
                </c:pt>
                <c:pt idx="252">
                  <c:v>-0.5892983859</c:v>
                </c:pt>
                <c:pt idx="253">
                  <c:v>-0.5671173539</c:v>
                </c:pt>
                <c:pt idx="254">
                  <c:v>-0.5456981984</c:v>
                </c:pt>
                <c:pt idx="255">
                  <c:v>-0.5250193641</c:v>
                </c:pt>
                <c:pt idx="256">
                  <c:v>-0.5050595863</c:v>
                </c:pt>
                <c:pt idx="257">
                  <c:v>-0.4857979135</c:v>
                </c:pt>
                <c:pt idx="258">
                  <c:v>-0.291998977</c:v>
                </c:pt>
                <c:pt idx="259">
                  <c:v>-0.2809506397</c:v>
                </c:pt>
                <c:pt idx="260">
                  <c:v>-0.2702854303</c:v>
                </c:pt>
                <c:pt idx="261">
                  <c:v>-0.2599922571</c:v>
                </c:pt>
                <c:pt idx="262">
                  <c:v>-0.2500601994</c:v>
                </c:pt>
                <c:pt idx="263">
                  <c:v>-0.2404785165</c:v>
                </c:pt>
                <c:pt idx="264">
                  <c:v>-0.2312366565</c:v>
                </c:pt>
                <c:pt idx="265">
                  <c:v>-0.2223242634</c:v>
                </c:pt>
                <c:pt idx="266">
                  <c:v>-0.2137311831</c:v>
                </c:pt>
                <c:pt idx="267">
                  <c:v>-0.2054474681</c:v>
                </c:pt>
                <c:pt idx="268">
                  <c:v>-0.1974633818</c:v>
                </c:pt>
                <c:pt idx="269">
                  <c:v>-0.1897694015</c:v>
                </c:pt>
                <c:pt idx="270">
                  <c:v>-0.1823562206</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-0.2473593605</c:v>
                </c:pt>
                <c:pt idx="768">
                  <c:v>-0.4705910042</c:v>
                </c:pt>
                <c:pt idx="769">
                  <c:v>-0.6714600152</c:v>
                </c:pt>
                <c:pt idx="770">
                  <c:v>-0.8516166984</c:v>
                </c:pt>
                <c:pt idx="771">
                  <c:v>-1.0126035774</c:v>
                </c:pt>
                <c:pt idx="772">
                  <c:v>-1.1558619818</c:v>
                </c:pt>
                <c:pt idx="773">
                  <c:v>-1.2827382491</c:v>
                </c:pt>
                <c:pt idx="774">
                  <c:v>-1.3944895617</c:v>
                </c:pt>
                <c:pt idx="775">
                  <c:v>-1.4922894411</c:v>
                </c:pt>
                <c:pt idx="776">
                  <c:v>-1.5772329181</c:v>
                </c:pt>
                <c:pt idx="777">
                  <c:v>-1.6503413971</c:v>
                </c:pt>
                <c:pt idx="778">
                  <c:v>-1.7125672335</c:v>
                </c:pt>
                <c:pt idx="779">
                  <c:v>-1.7647980393</c:v>
                </c:pt>
                <c:pt idx="780">
                  <c:v>-1.8078607327</c:v>
                </c:pt>
                <c:pt idx="781">
                  <c:v>-1.8425253475</c:v>
                </c:pt>
                <c:pt idx="782">
                  <c:v>-1.8695086144</c:v>
                </c:pt>
                <c:pt idx="783">
                  <c:v>-1.8894773286</c:v>
                </c:pt>
                <c:pt idx="784">
                  <c:v>-1.9030515161</c:v>
                </c:pt>
                <c:pt idx="785">
                  <c:v>-1.9108074095</c:v>
                </c:pt>
                <c:pt idx="786">
                  <c:v>-1.9132802447</c:v>
                </c:pt>
                <c:pt idx="787">
                  <c:v>-1.9109668893</c:v>
                </c:pt>
                <c:pt idx="788">
                  <c:v>-1.9043283122</c:v>
                </c:pt>
                <c:pt idx="789">
                  <c:v>-1.8937919029</c:v>
                </c:pt>
                <c:pt idx="790">
                  <c:v>-1.8797536507</c:v>
                </c:pt>
                <c:pt idx="791">
                  <c:v>-1.862580191</c:v>
                </c:pt>
                <c:pt idx="792">
                  <c:v>-1.8426107265</c:v>
                </c:pt>
                <c:pt idx="793">
                  <c:v>-1.820158831</c:v>
                </c:pt>
                <c:pt idx="794">
                  <c:v>-1.7955141423</c:v>
                </c:pt>
                <c:pt idx="795">
                  <c:v>-1.7689439516</c:v>
                </c:pt>
                <c:pt idx="796">
                  <c:v>-1.7406946935</c:v>
                </c:pt>
                <c:pt idx="797">
                  <c:v>-1.7109933453</c:v>
                </c:pt>
                <c:pt idx="798">
                  <c:v>-1.6800487382</c:v>
                </c:pt>
                <c:pt idx="799">
                  <c:v>-1.6480527879</c:v>
                </c:pt>
                <c:pt idx="800">
                  <c:v>-1.6151816476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Contributions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D293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All 20 contributions</c:v>
          </c:tx>
          <c:spPr>
            <a:ln xmlns:a="http://schemas.openxmlformats.org/drawingml/2006/main" w="20955">
              <a:solidFill>
                <a:srgbClr val="0B2138"/>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-0.2790312929</c:v>
                </c:pt>
                <c:pt idx="1">
                  <c:v>-0.1781490281</c:v>
                </c:pt>
                <c:pt idx="2">
                  <c:v>-0.2259195646</c:v>
                </c:pt>
                <c:pt idx="3">
                  <c:v>0.1026397428</c:v>
                </c:pt>
                <c:pt idx="4">
                  <c:v>0.2985043145</c:v>
                </c:pt>
                <c:pt idx="5">
                  <c:v>0.4253332256</c:v>
                </c:pt>
                <c:pt idx="6">
                  <c:v>0.6279850726</c:v>
                </c:pt>
                <c:pt idx="7">
                  <c:v>0.9494522144</c:v>
                </c:pt>
                <c:pt idx="8">
                  <c:v>1.2380693754</c:v>
                </c:pt>
                <c:pt idx="9">
                  <c:v>1.4259958617</c:v>
                </c:pt>
                <c:pt idx="10">
                  <c:v>1.7580492685</c:v>
                </c:pt>
                <c:pt idx="11">
                  <c:v>2.0669839692</c:v>
                </c:pt>
                <c:pt idx="12">
                  <c:v>2.3544542874</c:v>
                </c:pt>
                <c:pt idx="13">
                  <c:v>2.5085909744</c:v>
                </c:pt>
                <c:pt idx="14">
                  <c:v>2.6420927595</c:v>
                </c:pt>
                <c:pt idx="15">
                  <c:v>2.75660577</c:v>
                </c:pt>
                <c:pt idx="16">
                  <c:v>2.8536646496</c:v>
                </c:pt>
                <c:pt idx="17">
                  <c:v>2.9346995172</c:v>
                </c:pt>
                <c:pt idx="18">
                  <c:v>3.0010425122</c:v>
                </c:pt>
                <c:pt idx="19">
                  <c:v>3.0539339498</c:v>
                </c:pt>
                <c:pt idx="20">
                  <c:v>3.0945281088</c:v>
                </c:pt>
                <c:pt idx="21">
                  <c:v>3.1238986741</c:v>
                </c:pt>
                <c:pt idx="22">
                  <c:v>3.143043852</c:v>
                </c:pt>
                <c:pt idx="23">
                  <c:v>3.1528911785</c:v>
                </c:pt>
                <c:pt idx="24">
                  <c:v>3.3295167889</c:v>
                </c:pt>
                <c:pt idx="25">
                  <c:v>3.3164120329</c:v>
                </c:pt>
                <c:pt idx="26">
                  <c:v>3.2966660443</c:v>
                </c:pt>
                <c:pt idx="27">
                  <c:v>3.2709577872</c:v>
                </c:pt>
                <c:pt idx="28">
                  <c:v>3.2399157953</c:v>
                </c:pt>
                <c:pt idx="29">
                  <c:v>3.2041214761</c:v>
                </c:pt>
                <c:pt idx="30">
                  <c:v>3.1641122127</c:v>
                </c:pt>
                <c:pt idx="31">
                  <c:v>3.1203842747</c:v>
                </c:pt>
                <c:pt idx="32">
                  <c:v>3.0733955508</c:v>
                </c:pt>
                <c:pt idx="33">
                  <c:v>3.1987828619</c:v>
                </c:pt>
                <c:pt idx="34">
                  <c:v>3.1396267352</c:v>
                </c:pt>
                <c:pt idx="35">
                  <c:v>3.0786322392</c:v>
                </c:pt>
                <c:pt idx="36">
                  <c:v>3.0161193977</c:v>
                </c:pt>
                <c:pt idx="37">
                  <c:v>2.9523813913</c:v>
                </c:pt>
                <c:pt idx="38">
                  <c:v>2.8876864153</c:v>
                </c:pt>
                <c:pt idx="39">
                  <c:v>2.915032664</c:v>
                </c:pt>
                <c:pt idx="40">
                  <c:v>2.8454956467</c:v>
                </c:pt>
                <c:pt idx="41">
                  <c:v>2.7758077436</c:v>
                </c:pt>
                <c:pt idx="42">
                  <c:v>2.706149071</c:v>
                </c:pt>
                <c:pt idx="43">
                  <c:v>2.6366825352</c:v>
                </c:pt>
                <c:pt idx="44">
                  <c:v>2.5675550828</c:v>
                </c:pt>
                <c:pt idx="45">
                  <c:v>2.4988988703</c:v>
                </c:pt>
                <c:pt idx="46">
                  <c:v>2.4621145659</c:v>
                </c:pt>
                <c:pt idx="47">
                  <c:v>2.4229744414</c:v>
                </c:pt>
                <c:pt idx="48">
                  <c:v>2.3817957802</c:v>
                </c:pt>
                <c:pt idx="49">
                  <c:v>2.3388705211</c:v>
                </c:pt>
                <c:pt idx="50">
                  <c:v>2.2944669754</c:v>
                </c:pt>
                <c:pt idx="51">
                  <c:v>2.2488314378</c:v>
                </c:pt>
                <c:pt idx="52">
                  <c:v>2.2021896948</c:v>
                </c:pt>
                <c:pt idx="53">
                  <c:v>2.1547484404</c:v>
                </c:pt>
                <c:pt idx="54">
                  <c:v>2.1066966003</c:v>
                </c:pt>
                <c:pt idx="55">
                  <c:v>2.0582065741</c:v>
                </c:pt>
                <c:pt idx="56">
                  <c:v>2.0094353975</c:v>
                </c:pt>
                <c:pt idx="57">
                  <c:v>1.9383673633</c:v>
                </c:pt>
                <c:pt idx="58">
                  <c:v>1.8903188149</c:v>
                </c:pt>
                <c:pt idx="59">
                  <c:v>1.8423464367</c:v>
                </c:pt>
                <c:pt idx="60">
                  <c:v>1.7945570857</c:v>
                </c:pt>
                <c:pt idx="61">
                  <c:v>1.7470470148</c:v>
                </c:pt>
                <c:pt idx="62">
                  <c:v>1.6999026529</c:v>
                </c:pt>
                <c:pt idx="63">
                  <c:v>1.6532013345</c:v>
                </c:pt>
                <c:pt idx="64">
                  <c:v>1.6070119806</c:v>
                </c:pt>
                <c:pt idx="65">
                  <c:v>1.561395736</c:v>
                </c:pt>
                <c:pt idx="66">
                  <c:v>1.5164065634</c:v>
                </c:pt>
                <c:pt idx="67">
                  <c:v>1.4720917989</c:v>
                </c:pt>
                <c:pt idx="68">
                  <c:v>1.4284926699</c:v>
                </c:pt>
                <c:pt idx="69">
                  <c:v>1.3856447781</c:v>
                </c:pt>
                <c:pt idx="70">
                  <c:v>1.3435785506</c:v>
                </c:pt>
                <c:pt idx="71">
                  <c:v>1.3023196596</c:v>
                </c:pt>
                <c:pt idx="72">
                  <c:v>1.261889414</c:v>
                </c:pt>
                <c:pt idx="73">
                  <c:v>1.2223051238</c:v>
                </c:pt>
                <c:pt idx="74">
                  <c:v>1.1835804398</c:v>
                </c:pt>
                <c:pt idx="75">
                  <c:v>1.1457256689</c:v>
                </c:pt>
                <c:pt idx="76">
                  <c:v>1.1087480681</c:v>
                </c:pt>
                <c:pt idx="77">
                  <c:v>1.0726521175</c:v>
                </c:pt>
                <c:pt idx="78">
                  <c:v>1.0374397737</c:v>
                </c:pt>
                <c:pt idx="79">
                  <c:v>1.0031107052</c:v>
                </c:pt>
                <c:pt idx="80">
                  <c:v>0.9696625115</c:v>
                </c:pt>
                <c:pt idx="81">
                  <c:v>0.9370909251</c:v>
                </c:pt>
                <c:pt idx="82">
                  <c:v>0.9053899994</c:v>
                </c:pt>
                <c:pt idx="83">
                  <c:v>0.8745522831</c:v>
                </c:pt>
                <c:pt idx="84">
                  <c:v>0.8445689805</c:v>
                </c:pt>
                <c:pt idx="85">
                  <c:v>0.8154301008</c:v>
                </c:pt>
                <c:pt idx="86">
                  <c:v>0.7871245953</c:v>
                </c:pt>
                <c:pt idx="87">
                  <c:v>0.7909226938</c:v>
                </c:pt>
                <c:pt idx="88">
                  <c:v>0.4293198455</c:v>
                </c:pt>
                <c:pt idx="89">
                  <c:v>-0.1433932389</c:v>
                </c:pt>
                <c:pt idx="90">
                  <c:v>-0.3209026005</c:v>
                </c:pt>
                <c:pt idx="91">
                  <c:v>-0.4378712409</c:v>
                </c:pt>
                <c:pt idx="92">
                  <c:v>-0.6435961897</c:v>
                </c:pt>
                <c:pt idx="93">
                  <c:v>-0.8282129833</c:v>
                </c:pt>
                <c:pt idx="94">
                  <c:v>-0.9932912043</c:v>
                </c:pt>
                <c:pt idx="95">
                  <c:v>-1.1402975439</c:v>
                </c:pt>
                <c:pt idx="96">
                  <c:v>-1.2706021043</c:v>
                </c:pt>
                <c:pt idx="97">
                  <c:v>-1.4309725167</c:v>
                </c:pt>
                <c:pt idx="98">
                  <c:v>-1.4656230671</c:v>
                </c:pt>
                <c:pt idx="99">
                  <c:v>-1.4934900961</c:v>
                </c:pt>
                <c:pt idx="100">
                  <c:v>-1.5151528574</c:v>
                </c:pt>
                <c:pt idx="101">
                  <c:v>-1.5311502387</c:v>
                </c:pt>
                <c:pt idx="102">
                  <c:v>-1.6814596457</c:v>
                </c:pt>
                <c:pt idx="103">
                  <c:v>-1.4422192425</c:v>
                </c:pt>
                <c:pt idx="104">
                  <c:v>-1.3234992037</c:v>
                </c:pt>
                <c:pt idx="105">
                  <c:v>-1.2847739733</c:v>
                </c:pt>
                <c:pt idx="106">
                  <c:v>-1.1681892254</c:v>
                </c:pt>
                <c:pt idx="107">
                  <c:v>-0.9203264908</c:v>
                </c:pt>
                <c:pt idx="108">
                  <c:v>-0.693861954</c:v>
                </c:pt>
                <c:pt idx="109">
                  <c:v>-0.5575782554</c:v>
                </c:pt>
                <c:pt idx="110">
                  <c:v>-0.2675351075</c:v>
                </c:pt>
                <c:pt idx="111">
                  <c:v>0.0082051314</c:v>
                </c:pt>
                <c:pt idx="112">
                  <c:v>0.2705368061</c:v>
                </c:pt>
                <c:pt idx="113">
                  <c:v>0.4068838493</c:v>
                </c:pt>
                <c:pt idx="114">
                  <c:v>0.5292879545</c:v>
                </c:pt>
                <c:pt idx="115">
                  <c:v>0.6387848211</c:v>
                </c:pt>
                <c:pt idx="116">
                  <c:v>0.7363422894</c:v>
                </c:pt>
                <c:pt idx="117">
                  <c:v>0.8228644961</c:v>
                </c:pt>
                <c:pt idx="118">
                  <c:v>0.8991957863</c:v>
                </c:pt>
                <c:pt idx="119">
                  <c:v>0.9661243945</c:v>
                </c:pt>
                <c:pt idx="120">
                  <c:v>1.02438591</c:v>
                </c:pt>
                <c:pt idx="121">
                  <c:v>0.8273071761</c:v>
                </c:pt>
                <c:pt idx="122">
                  <c:v>0.6470151562</c:v>
                </c:pt>
                <c:pt idx="123">
                  <c:v>0.4823412202</c:v>
                </c:pt>
                <c:pt idx="124">
                  <c:v>0.3321907993</c:v>
                </c:pt>
                <c:pt idx="125">
                  <c:v>0.1955389413</c:v>
                </c:pt>
                <c:pt idx="126">
                  <c:v>0.0714261241</c:v>
                </c:pt>
                <c:pt idx="127">
                  <c:v>-0.0410456889</c:v>
                </c:pt>
                <c:pt idx="128">
                  <c:v>-0.1427167638</c:v>
                </c:pt>
                <c:pt idx="129">
                  <c:v>-0.2343730951</c:v>
                </c:pt>
                <c:pt idx="130">
                  <c:v>-0.3167497006</c:v>
                </c:pt>
                <c:pt idx="131">
                  <c:v>-0.3905337246</c:v>
                </c:pt>
                <c:pt idx="132">
                  <c:v>-0.4563673589</c:v>
                </c:pt>
                <c:pt idx="133">
                  <c:v>-0.5148505934</c:v>
                </c:pt>
                <c:pt idx="134">
                  <c:v>-0.5665438046</c:v>
                </c:pt>
                <c:pt idx="135">
                  <c:v>-0.6119701927</c:v>
                </c:pt>
                <c:pt idx="136">
                  <c:v>-0.6516180752</c:v>
                </c:pt>
                <c:pt idx="137">
                  <c:v>-0.6859430442</c:v>
                </c:pt>
                <c:pt idx="138">
                  <c:v>-0.7153699977</c:v>
                </c:pt>
                <c:pt idx="139">
                  <c:v>-0.7402950493</c:v>
                </c:pt>
                <c:pt idx="140">
                  <c:v>-0.7610873258</c:v>
                </c:pt>
                <c:pt idx="141">
                  <c:v>-0.7780906568</c:v>
                </c:pt>
                <c:pt idx="142">
                  <c:v>-0.7916251647</c:v>
                </c:pt>
                <c:pt idx="143">
                  <c:v>-0.8019887587</c:v>
                </c:pt>
                <c:pt idx="144">
                  <c:v>-0.8094585407</c:v>
                </c:pt>
                <c:pt idx="145">
                  <c:v>-0.8364505939</c:v>
                </c:pt>
                <c:pt idx="146">
                  <c:v>-0.8380174493</c:v>
                </c:pt>
                <c:pt idx="147">
                  <c:v>-0.8374419163</c:v>
                </c:pt>
                <c:pt idx="148">
                  <c:v>-1.0579360742</c:v>
                </c:pt>
                <c:pt idx="149">
                  <c:v>-1.2549310647</c:v>
                </c:pt>
                <c:pt idx="150">
                  <c:v>-1.4301945631</c:v>
                </c:pt>
                <c:pt idx="151">
                  <c:v>-1.585377718</c:v>
                </c:pt>
                <c:pt idx="152">
                  <c:v>-1.7220223128</c:v>
                </c:pt>
                <c:pt idx="153">
                  <c:v>-1.8415675063</c:v>
                </c:pt>
                <c:pt idx="154">
                  <c:v>-1.945356175</c:v>
                </c:pt>
                <c:pt idx="155">
                  <c:v>-2.034640882</c:v>
                </c:pt>
                <c:pt idx="156">
                  <c:v>-2.1105894921</c:v>
                </c:pt>
                <c:pt idx="157">
                  <c:v>-2.1742904534</c:v>
                </c:pt>
                <c:pt idx="158">
                  <c:v>-2.2267577669</c:v>
                </c:pt>
                <c:pt idx="159">
                  <c:v>-2.4850128096</c:v>
                </c:pt>
                <c:pt idx="160">
                  <c:v>-2.7127808612</c:v>
                </c:pt>
                <c:pt idx="161">
                  <c:v>-2.9124213803</c:v>
                </c:pt>
                <c:pt idx="162">
                  <c:v>-3.0861361968</c:v>
                </c:pt>
                <c:pt idx="163">
                  <c:v>-3.2359792749</c:v>
                </c:pt>
                <c:pt idx="164">
                  <c:v>-3.3638658987</c:v>
                </c:pt>
                <c:pt idx="165">
                  <c:v>-3.4715813138</c:v>
                </c:pt>
                <c:pt idx="166">
                  <c:v>-3.5607888562</c:v>
                </c:pt>
                <c:pt idx="167">
                  <c:v>-3.6330375964</c:v>
                </c:pt>
                <c:pt idx="168">
                  <c:v>-3.6897695292</c:v>
                </c:pt>
                <c:pt idx="169">
                  <c:v>-3.7323263332</c:v>
                </c:pt>
                <c:pt idx="170">
                  <c:v>-3.7619557261</c:v>
                </c:pt>
                <c:pt idx="171">
                  <c:v>-3.779817438</c:v>
                </c:pt>
                <c:pt idx="172">
                  <c:v>-4.034348187</c:v>
                </c:pt>
                <c:pt idx="173">
                  <c:v>-4.2550611572</c:v>
                </c:pt>
                <c:pt idx="174">
                  <c:v>-4.4446495545</c:v>
                </c:pt>
                <c:pt idx="175">
                  <c:v>-4.6056243246</c:v>
                </c:pt>
                <c:pt idx="176">
                  <c:v>-4.7403255245</c:v>
                </c:pt>
                <c:pt idx="177">
                  <c:v>-4.850933019</c:v>
                </c:pt>
                <c:pt idx="178">
                  <c:v>-4.9394765396</c:v>
                </c:pt>
                <c:pt idx="179">
                  <c:v>-5.0078451443</c:v>
                </c:pt>
                <c:pt idx="180">
                  <c:v>-5.0577961106</c:v>
                </c:pt>
                <c:pt idx="181">
                  <c:v>-5.0909632968</c:v>
                </c:pt>
                <c:pt idx="182">
                  <c:v>-5.1088650002</c:v>
                </c:pt>
                <c:pt idx="183">
                  <c:v>-5.1129113433</c:v>
                </c:pt>
                <c:pt idx="184">
                  <c:v>-5.1044112133</c:v>
                </c:pt>
                <c:pt idx="185">
                  <c:v>-5.0845787831</c:v>
                </c:pt>
                <c:pt idx="186">
                  <c:v>-5.2076424651</c:v>
                </c:pt>
                <c:pt idx="187">
                  <c:v>-4.9984402597</c:v>
                </c:pt>
                <c:pt idx="188">
                  <c:v>-5.0253745376</c:v>
                </c:pt>
                <c:pt idx="189">
                  <c:v>-5.2822926098</c:v>
                </c:pt>
                <c:pt idx="190">
                  <c:v>-5.161835601</c:v>
                </c:pt>
                <c:pt idx="191">
                  <c:v>-4.9976786268</c:v>
                </c:pt>
                <c:pt idx="192">
                  <c:v>-4.9381847837</c:v>
                </c:pt>
                <c:pt idx="193">
                  <c:v>-4.8726067149</c:v>
                </c:pt>
                <c:pt idx="194">
                  <c:v>-4.801679393</c:v>
                </c:pt>
                <c:pt idx="195">
                  <c:v>-4.7260805722</c:v>
                </c:pt>
                <c:pt idx="196">
                  <c:v>-4.6464346216</c:v>
                </c:pt>
                <c:pt idx="197">
                  <c:v>-4.608804305</c:v>
                </c:pt>
                <c:pt idx="198">
                  <c:v>-4.4567376948</c:v>
                </c:pt>
                <c:pt idx="199">
                  <c:v>-4.3085414776</c:v>
                </c:pt>
                <c:pt idx="200">
                  <c:v>-4.1641998317</c:v>
                </c:pt>
                <c:pt idx="201">
                  <c:v>-4.0236892728</c:v>
                </c:pt>
                <c:pt idx="202">
                  <c:v>-4.0264557631</c:v>
                </c:pt>
                <c:pt idx="203">
                  <c:v>-3.6481352729</c:v>
                </c:pt>
                <c:pt idx="204">
                  <c:v>-3.3983234438</c:v>
                </c:pt>
                <c:pt idx="205">
                  <c:v>-3.2138878756</c:v>
                </c:pt>
                <c:pt idx="206">
                  <c:v>-2.9817374402</c:v>
                </c:pt>
                <c:pt idx="207">
                  <c:v>-2.6249928977</c:v>
                </c:pt>
                <c:pt idx="208">
                  <c:v>-2.2959533601</c:v>
                </c:pt>
                <c:pt idx="209">
                  <c:v>-2.0630452777</c:v>
                </c:pt>
                <c:pt idx="210">
                  <c:v>-1.6819919146</c:v>
                </c:pt>
                <c:pt idx="211">
                  <c:v>-1.3205378444</c:v>
                </c:pt>
                <c:pt idx="212">
                  <c:v>-0.9774885811</c:v>
                </c:pt>
                <c:pt idx="213">
                  <c:v>-0.7651367288</c:v>
                </c:pt>
                <c:pt idx="214">
                  <c:v>-0.5711728964</c:v>
                </c:pt>
                <c:pt idx="215">
                  <c:v>-0.3943085891</c:v>
                </c:pt>
                <c:pt idx="216">
                  <c:v>-0.2333372556</c:v>
                </c:pt>
                <c:pt idx="217">
                  <c:v>-0.0871293611</c:v>
                </c:pt>
                <c:pt idx="218">
                  <c:v>0.0453722558</c:v>
                </c:pt>
                <c:pt idx="219">
                  <c:v>0.1651567557</c:v>
                </c:pt>
                <c:pt idx="220">
                  <c:v>0.4483641669</c:v>
                </c:pt>
                <c:pt idx="221">
                  <c:v>0.5385516327</c:v>
                </c:pt>
                <c:pt idx="222">
                  <c:v>0.6188756441</c:v>
                </c:pt>
                <c:pt idx="223">
                  <c:v>0.6900837767</c:v>
                </c:pt>
                <c:pt idx="224">
                  <c:v>0.7528741477</c:v>
                </c:pt>
                <c:pt idx="225">
                  <c:v>0.8078984617</c:v>
                </c:pt>
                <c:pt idx="226">
                  <c:v>0.8557648777</c:v>
                </c:pt>
                <c:pt idx="227">
                  <c:v>0.8970407061</c:v>
                </c:pt>
                <c:pt idx="228">
                  <c:v>0.9322549469</c:v>
                </c:pt>
                <c:pt idx="229">
                  <c:v>0.9619006768</c:v>
                </c:pt>
                <c:pt idx="230">
                  <c:v>0.9864372953</c:v>
                </c:pt>
                <c:pt idx="231">
                  <c:v>1.0062926367</c:v>
                </c:pt>
                <c:pt idx="232">
                  <c:v>1.0218649561</c:v>
                </c:pt>
                <c:pt idx="233">
                  <c:v>1.0335247969</c:v>
                </c:pt>
                <c:pt idx="234">
                  <c:v>1.0416167471</c:v>
                </c:pt>
                <c:pt idx="235">
                  <c:v>1.0464610892</c:v>
                </c:pt>
                <c:pt idx="236">
                  <c:v>1.0483553511</c:v>
                </c:pt>
                <c:pt idx="237">
                  <c:v>1.0475757647</c:v>
                </c:pt>
                <c:pt idx="238">
                  <c:v>1.0443786344</c:v>
                </c:pt>
                <c:pt idx="239">
                  <c:v>1.0390016246</c:v>
                </c:pt>
                <c:pt idx="240">
                  <c:v>1.072292586</c:v>
                </c:pt>
                <c:pt idx="241">
                  <c:v>1.0998649717</c:v>
                </c:pt>
                <c:pt idx="242">
                  <c:v>1.1221973931</c:v>
                </c:pt>
                <c:pt idx="243">
                  <c:v>0.9571450136</c:v>
                </c:pt>
                <c:pt idx="244">
                  <c:v>0.8055228092</c:v>
                </c:pt>
                <c:pt idx="245">
                  <c:v>0.6664133736</c:v>
                </c:pt>
                <c:pt idx="246">
                  <c:v>0.5389568409</c:v>
                </c:pt>
                <c:pt idx="247">
                  <c:v>0.5076167008</c:v>
                </c:pt>
                <c:pt idx="248">
                  <c:v>0.3292933527</c:v>
                </c:pt>
                <c:pt idx="249">
                  <c:v>0.1671564678</c:v>
                </c:pt>
                <c:pt idx="250">
                  <c:v>0.0200513543</c:v>
                </c:pt>
                <c:pt idx="251">
                  <c:v>-0.1131025503</c:v>
                </c:pt>
                <c:pt idx="252">
                  <c:v>-0.2333161633</c:v>
                </c:pt>
                <c:pt idx="253">
                  <c:v>-0.3415349799</c:v>
                </c:pt>
                <c:pt idx="254">
                  <c:v>-0.4386430499</c:v>
                </c:pt>
                <c:pt idx="255">
                  <c:v>-0.5254667225</c:v>
                </c:pt>
                <c:pt idx="256">
                  <c:v>-0.6027781714</c:v>
                </c:pt>
                <c:pt idx="257">
                  <c:v>-0.6712987137</c:v>
                </c:pt>
                <c:pt idx="258">
                  <c:v>-0.5786456516</c:v>
                </c:pt>
                <c:pt idx="259">
                  <c:v>-0.6375690685</c:v>
                </c:pt>
                <c:pt idx="260">
                  <c:v>-0.6893686788</c:v>
                </c:pt>
                <c:pt idx="261">
                  <c:v>-0.7345991935</c:v>
                </c:pt>
                <c:pt idx="262">
                  <c:v>-0.7737781607</c:v>
                </c:pt>
                <c:pt idx="263">
                  <c:v>-0.8073882715</c:v>
                </c:pt>
                <c:pt idx="264">
                  <c:v>-0.8358795286</c:v>
                </c:pt>
                <c:pt idx="265">
                  <c:v>-0.8596712869</c:v>
                </c:pt>
                <c:pt idx="266">
                  <c:v>-0.8791541726</c:v>
                </c:pt>
                <c:pt idx="267">
                  <c:v>-0.8946918877</c:v>
                </c:pt>
                <c:pt idx="268">
                  <c:v>-0.9066229073</c:v>
                </c:pt>
                <c:pt idx="269">
                  <c:v>-0.9152620751</c:v>
                </c:pt>
                <c:pt idx="270">
                  <c:v>-0.9209021033</c:v>
                </c:pt>
                <c:pt idx="271">
                  <c:v>-0.7486002324</c:v>
                </c:pt>
                <c:pt idx="272">
                  <c:v>-0.7559171869</c:v>
                </c:pt>
                <c:pt idx="273">
                  <c:v>-0.7607398399</c:v>
                </c:pt>
                <c:pt idx="274">
                  <c:v>-0.7632940845</c:v>
                </c:pt>
                <c:pt idx="275">
                  <c:v>-0.763789713</c:v>
                </c:pt>
                <c:pt idx="276">
                  <c:v>-0.7624214496</c:v>
                </c:pt>
                <c:pt idx="277">
                  <c:v>-0.7593699216</c:v>
                </c:pt>
                <c:pt idx="278">
                  <c:v>-0.7548025712</c:v>
                </c:pt>
                <c:pt idx="279">
                  <c:v>-0.7488745116</c:v>
                </c:pt>
                <c:pt idx="280">
                  <c:v>-0.7417293317</c:v>
                </c:pt>
                <c:pt idx="281">
                  <c:v>-0.7334998511</c:v>
                </c:pt>
                <c:pt idx="282">
                  <c:v>-0.7243088292</c:v>
                </c:pt>
                <c:pt idx="283">
                  <c:v>-0.7142696301</c:v>
                </c:pt>
                <c:pt idx="284">
                  <c:v>-0.7034868474</c:v>
                </c:pt>
                <c:pt idx="285">
                  <c:v>-0.5993036449</c:v>
                </c:pt>
                <c:pt idx="286">
                  <c:v>-0.5909566198</c:v>
                </c:pt>
                <c:pt idx="287">
                  <c:v>-0.5819982881</c:v>
                </c:pt>
                <c:pt idx="288">
                  <c:v>-0.5300691756</c:v>
                </c:pt>
                <c:pt idx="289">
                  <c:v>-0.7263210954</c:v>
                </c:pt>
                <c:pt idx="290">
                  <c:v>-0.5618077747</c:v>
                </c:pt>
                <c:pt idx="291">
                  <c:v>-0.3687284848</c:v>
                </c:pt>
                <c:pt idx="292">
                  <c:v>-0.2940749256</c:v>
                </c:pt>
                <c:pt idx="293">
                  <c:v>-0.2258261144</c:v>
                </c:pt>
                <c:pt idx="294">
                  <c:v>-0.1635348933</c:v>
                </c:pt>
                <c:pt idx="295">
                  <c:v>-0.2241768177</c:v>
                </c:pt>
                <c:pt idx="296">
                  <c:v>-0.27851468</c:v>
                </c:pt>
                <c:pt idx="297">
                  <c:v>-0.3725073299</c:v>
                </c:pt>
                <c:pt idx="298">
                  <c:v>-0.3496144297</c:v>
                </c:pt>
                <c:pt idx="299">
                  <c:v>-0.3280684949</c:v>
                </c:pt>
                <c:pt idx="300">
                  <c:v>-0.3077925933</c:v>
                </c:pt>
                <c:pt idx="301">
                  <c:v>-0.288714093</c:v>
                </c:pt>
                <c:pt idx="302">
                  <c:v>-0.4102407499</c:v>
                </c:pt>
                <c:pt idx="303">
                  <c:v>-0.1479803194</c:v>
                </c:pt>
                <c:pt idx="304">
                  <c:v>-0.0115093352</c:v>
                </c:pt>
                <c:pt idx="305">
                  <c:v>0.0623154244</c:v>
                </c:pt>
                <c:pt idx="306">
                  <c:v>0.1865883856</c:v>
                </c:pt>
                <c:pt idx="307">
                  <c:v>0.4381852712</c:v>
                </c:pt>
                <c:pt idx="308">
                  <c:v>0.6960795028</c:v>
                </c:pt>
                <c:pt idx="309">
                  <c:v>0.8574958935</c:v>
                </c:pt>
                <c:pt idx="310">
                  <c:v>1.1669141901</c:v>
                </c:pt>
                <c:pt idx="311">
                  <c:v>1.4567738518</c:v>
                </c:pt>
                <c:pt idx="312">
                  <c:v>1.7284357879</c:v>
                </c:pt>
                <c:pt idx="313">
                  <c:v>1.8697574874</c:v>
                </c:pt>
                <c:pt idx="314">
                  <c:v>1.9931833018</c:v>
                </c:pt>
                <c:pt idx="315">
                  <c:v>2.1001226729</c:v>
                </c:pt>
                <c:pt idx="316">
                  <c:v>2.1918901307</c:v>
                </c:pt>
                <c:pt idx="317">
                  <c:v>2.2697111982</c:v>
                </c:pt>
                <c:pt idx="318">
                  <c:v>2.3347279472</c:v>
                </c:pt>
                <c:pt idx="319">
                  <c:v>2.3880042229</c:v>
                </c:pt>
                <c:pt idx="320">
                  <c:v>2.4305305578</c:v>
                </c:pt>
                <c:pt idx="321">
                  <c:v>2.4632287921</c:v>
                </c:pt>
                <c:pt idx="322">
                  <c:v>2.4869564183</c:v>
                </c:pt>
                <c:pt idx="323">
                  <c:v>2.5025106648</c:v>
                </c:pt>
                <c:pt idx="324">
                  <c:v>2.5106323346</c:v>
                </c:pt>
                <c:pt idx="325">
                  <c:v>2.5120094131</c:v>
                </c:pt>
                <c:pt idx="326">
                  <c:v>2.5072804574</c:v>
                </c:pt>
                <c:pt idx="327">
                  <c:v>2.4970377817</c:v>
                </c:pt>
                <c:pt idx="328">
                  <c:v>2.4818304487</c:v>
                </c:pt>
                <c:pt idx="329">
                  <c:v>2.4621670797</c:v>
                </c:pt>
                <c:pt idx="330">
                  <c:v>2.4385184933</c:v>
                </c:pt>
                <c:pt idx="331">
                  <c:v>2.4113201829</c:v>
                </c:pt>
                <c:pt idx="332">
                  <c:v>2.3809746424</c:v>
                </c:pt>
                <c:pt idx="333">
                  <c:v>2.3478535493</c:v>
                </c:pt>
                <c:pt idx="334">
                  <c:v>2.3122998132</c:v>
                </c:pt>
                <c:pt idx="335">
                  <c:v>2.201933883</c:v>
                </c:pt>
                <c:pt idx="336">
                  <c:v>2.0968332078</c:v>
                </c:pt>
                <c:pt idx="337">
                  <c:v>1.9967467217</c:v>
                </c:pt>
                <c:pt idx="338">
                  <c:v>1.9014353242</c:v>
                </c:pt>
                <c:pt idx="339">
                  <c:v>1.7818931068</c:v>
                </c:pt>
                <c:pt idx="340">
                  <c:v>1.6965894068</c:v>
                </c:pt>
                <c:pt idx="341">
                  <c:v>1.615367972</c:v>
                </c:pt>
                <c:pt idx="342">
                  <c:v>1.6673697375</c:v>
                </c:pt>
                <c:pt idx="343">
                  <c:v>1.5886587899</c:v>
                </c:pt>
                <c:pt idx="344">
                  <c:v>1.5136594447</c:v>
                </c:pt>
                <c:pt idx="345">
                  <c:v>1.4421968874</c:v>
                </c:pt>
                <c:pt idx="346">
                  <c:v>1.4255978034</c:v>
                </c:pt>
                <c:pt idx="347">
                  <c:v>1.3586953475</c:v>
                </c:pt>
                <c:pt idx="348">
                  <c:v>1.2949277514</c:v>
                </c:pt>
                <c:pt idx="349">
                  <c:v>1.2341483693</c:v>
                </c:pt>
                <c:pt idx="350">
                  <c:v>1.176217403</c:v>
                </c:pt>
                <c:pt idx="351">
                  <c:v>1.1210015828</c:v>
                </c:pt>
                <c:pt idx="352">
                  <c:v>0.9509795318</c:v>
                </c:pt>
                <c:pt idx="353">
                  <c:v>0.7948752477</c:v>
                </c:pt>
                <c:pt idx="354">
                  <c:v>0.6517355847</c:v>
                </c:pt>
                <c:pt idx="355">
                  <c:v>0.5206672635</c:v>
                </c:pt>
                <c:pt idx="356">
                  <c:v>0.4008332992</c:v>
                </c:pt>
                <c:pt idx="357">
                  <c:v>0.2914496346</c:v>
                </c:pt>
                <c:pt idx="358">
                  <c:v>0.1917819689</c:v>
                </c:pt>
                <c:pt idx="359">
                  <c:v>0.1011427689</c:v>
                </c:pt>
                <c:pt idx="360">
                  <c:v>0.0188884542</c:v>
                </c:pt>
                <c:pt idx="361">
                  <c:v>-0.055583255</c:v>
                </c:pt>
                <c:pt idx="362">
                  <c:v>-0.1228358355</c:v>
                </c:pt>
                <c:pt idx="363">
                  <c:v>-0.1833963133</c:v>
                </c:pt>
                <c:pt idx="364">
                  <c:v>-0.2377574789</c:v>
                </c:pt>
                <c:pt idx="365">
                  <c:v>-0.509386808</c:v>
                </c:pt>
                <c:pt idx="366">
                  <c:v>-0.7539555772</c:v>
                </c:pt>
                <c:pt idx="367">
                  <c:v>-0.9734572154</c:v>
                </c:pt>
                <c:pt idx="368">
                  <c:v>-1.1291274577</c:v>
                </c:pt>
                <c:pt idx="369">
                  <c:v>-1.2672980101</c:v>
                </c:pt>
                <c:pt idx="370">
                  <c:v>-1.3893055403</c:v>
                </c:pt>
                <c:pt idx="371">
                  <c:v>-1.4963979597</c:v>
                </c:pt>
                <c:pt idx="372">
                  <c:v>-1.5897399021</c:v>
                </c:pt>
                <c:pt idx="373">
                  <c:v>-1.6704178781</c:v>
                </c:pt>
                <c:pt idx="374">
                  <c:v>-1.7394451254</c:v>
                </c:pt>
                <c:pt idx="375">
                  <c:v>-1.7977661714</c:v>
                </c:pt>
                <c:pt idx="376">
                  <c:v>-1.846261125</c:v>
                </c:pt>
                <c:pt idx="377">
                  <c:v>-1.8857497141</c:v>
                </c:pt>
                <c:pt idx="378">
                  <c:v>-1.9169950813</c:v>
                </c:pt>
                <c:pt idx="379">
                  <c:v>-1.9407073535</c:v>
                </c:pt>
                <c:pt idx="380">
                  <c:v>-1.9575469982</c:v>
                </c:pt>
                <c:pt idx="381">
                  <c:v>-1.9681279782</c:v>
                </c:pt>
                <c:pt idx="382">
                  <c:v>-1.9730207165</c:v>
                </c:pt>
                <c:pt idx="383">
                  <c:v>-1.9727548833</c:v>
                </c:pt>
                <c:pt idx="384">
                  <c:v>-1.9678220137</c:v>
                </c:pt>
                <c:pt idx="385">
                  <c:v>-1.9586779683</c:v>
                </c:pt>
                <c:pt idx="386">
                  <c:v>-1.945745243</c:v>
                </c:pt>
                <c:pt idx="387">
                  <c:v>-1.9294151399</c:v>
                </c:pt>
                <c:pt idx="388">
                  <c:v>-1.8676108489</c:v>
                </c:pt>
                <c:pt idx="389">
                  <c:v>-2.0517459025</c:v>
                </c:pt>
                <c:pt idx="390">
                  <c:v>-1.8731161734</c:v>
                </c:pt>
                <c:pt idx="391">
                  <c:v>-1.6641447913</c:v>
                </c:pt>
                <c:pt idx="392">
                  <c:v>-1.5720302355</c:v>
                </c:pt>
                <c:pt idx="393">
                  <c:v>-1.4849423562</c:v>
                </c:pt>
                <c:pt idx="394">
                  <c:v>-1.278827123</c:v>
                </c:pt>
                <c:pt idx="395">
                  <c:v>-1.1675932502</c:v>
                </c:pt>
                <c:pt idx="396">
                  <c:v>-1.0641674789</c:v>
                </c:pt>
                <c:pt idx="397">
                  <c:v>-1.0135409605</c:v>
                </c:pt>
                <c:pt idx="398">
                  <c:v>-0.8582664826</c:v>
                </c:pt>
                <c:pt idx="399">
                  <c:v>-0.7157268789</c:v>
                </c:pt>
                <c:pt idx="400">
                  <c:v>-0.5850493062</c:v>
                </c:pt>
                <c:pt idx="401">
                  <c:v>-0.5381113832</c:v>
                </c:pt>
                <c:pt idx="402">
                  <c:v>-0.6338365835</c:v>
                </c:pt>
                <c:pt idx="403">
                  <c:v>-0.3476981915</c:v>
                </c:pt>
                <c:pt idx="404">
                  <c:v>-0.1891464914</c:v>
                </c:pt>
                <c:pt idx="405">
                  <c:v>-0.0949197517</c:v>
                </c:pt>
                <c:pt idx="406">
                  <c:v>0.0481876793</c:v>
                </c:pt>
                <c:pt idx="407">
                  <c:v>0.2949974255</c:v>
                </c:pt>
                <c:pt idx="408">
                  <c:v>0.5384854562</c:v>
                </c:pt>
                <c:pt idx="409">
                  <c:v>0.6872414256</c:v>
                </c:pt>
                <c:pt idx="410">
                  <c:v>0.9856090613</c:v>
                </c:pt>
                <c:pt idx="411">
                  <c:v>1.2659009182</c:v>
                </c:pt>
                <c:pt idx="412">
                  <c:v>1.529359551</c:v>
                </c:pt>
                <c:pt idx="413">
                  <c:v>1.6637321113</c:v>
                </c:pt>
                <c:pt idx="414">
                  <c:v>1.7813601301</c:v>
                </c:pt>
                <c:pt idx="415">
                  <c:v>1.8835572749</c:v>
                </c:pt>
                <c:pt idx="416">
                  <c:v>1.9715489045</c:v>
                </c:pt>
                <c:pt idx="417">
                  <c:v>2.0464775583</c:v>
                </c:pt>
                <c:pt idx="418">
                  <c:v>2.1094081198</c:v>
                </c:pt>
                <c:pt idx="419">
                  <c:v>2.1613326737</c:v>
                </c:pt>
                <c:pt idx="420">
                  <c:v>2.2031750741</c:v>
                </c:pt>
                <c:pt idx="421">
                  <c:v>2.2670774487</c:v>
                </c:pt>
                <c:pt idx="422">
                  <c:v>2.3195063081</c:v>
                </c:pt>
                <c:pt idx="423">
                  <c:v>2.3614287961</c:v>
                </c:pt>
                <c:pt idx="424">
                  <c:v>2.3937450104</c:v>
                </c:pt>
                <c:pt idx="425">
                  <c:v>2.4172922426</c:v>
                </c:pt>
                <c:pt idx="426">
                  <c:v>2.4328489628</c:v>
                </c:pt>
                <c:pt idx="427">
                  <c:v>2.4411385662</c:v>
                </c:pt>
                <c:pt idx="428">
                  <c:v>2.442832893</c:v>
                </c:pt>
                <c:pt idx="429">
                  <c:v>2.4385555365</c:v>
                </c:pt>
                <c:pt idx="430">
                  <c:v>2.4288849517</c:v>
                </c:pt>
                <c:pt idx="431">
                  <c:v>2.4143573741</c:v>
                </c:pt>
                <c:pt idx="432">
                  <c:v>2.3954695627</c:v>
                </c:pt>
                <c:pt idx="433">
                  <c:v>2.3726813744</c:v>
                </c:pt>
                <c:pt idx="434">
                  <c:v>2.3979114592</c:v>
                </c:pt>
                <c:pt idx="435">
                  <c:v>2.3665448853</c:v>
                </c:pt>
                <c:pt idx="436">
                  <c:v>2.3325342451</c:v>
                </c:pt>
                <c:pt idx="437">
                  <c:v>2.2962120516</c:v>
                </c:pt>
                <c:pt idx="438">
                  <c:v>2.2578846729</c:v>
                </c:pt>
                <c:pt idx="439">
                  <c:v>2.217834092</c:v>
                </c:pt>
                <c:pt idx="440">
                  <c:v>1.9533127212</c:v>
                </c:pt>
                <c:pt idx="441">
                  <c:v>1.7093177979</c:v>
                </c:pt>
                <c:pt idx="442">
                  <c:v>1.484476331</c:v>
                </c:pt>
                <c:pt idx="443">
                  <c:v>1.2775004293</c:v>
                </c:pt>
                <c:pt idx="444">
                  <c:v>1.0871822658</c:v>
                </c:pt>
                <c:pt idx="445">
                  <c:v>0.9123893321</c:v>
                </c:pt>
                <c:pt idx="446">
                  <c:v>0.7520599642</c:v>
                </c:pt>
                <c:pt idx="447">
                  <c:v>0.4742547659</c:v>
                </c:pt>
                <c:pt idx="448">
                  <c:v>0.2217581798</c:v>
                </c:pt>
                <c:pt idx="449">
                  <c:v>-0.0072376464</c:v>
                </c:pt>
                <c:pt idx="450">
                  <c:v>-0.2144244232</c:v>
                </c:pt>
                <c:pt idx="451">
                  <c:v>-0.3182295428</c:v>
                </c:pt>
                <c:pt idx="452">
                  <c:v>-0.4897080495</c:v>
                </c:pt>
                <c:pt idx="453">
                  <c:v>-0.6437034145</c:v>
                </c:pt>
                <c:pt idx="454">
                  <c:v>-0.7815130898</c:v>
                </c:pt>
                <c:pt idx="455">
                  <c:v>-0.9043495578</c:v>
                </c:pt>
                <c:pt idx="456">
                  <c:v>-1.0133455325</c:v>
                </c:pt>
                <c:pt idx="457">
                  <c:v>-1.1095588566</c:v>
                </c:pt>
                <c:pt idx="458">
                  <c:v>-1.3113714411</c:v>
                </c:pt>
                <c:pt idx="459">
                  <c:v>-1.4908598314</c:v>
                </c:pt>
                <c:pt idx="460">
                  <c:v>-1.6497215301</c:v>
                </c:pt>
                <c:pt idx="461">
                  <c:v>-1.7895415628</c:v>
                </c:pt>
                <c:pt idx="462">
                  <c:v>-1.9117994121</c:v>
                </c:pt>
                <c:pt idx="463">
                  <c:v>-2.0178755419</c:v>
                </c:pt>
                <c:pt idx="464">
                  <c:v>-1.9510926763</c:v>
                </c:pt>
                <c:pt idx="465">
                  <c:v>-2.0347824473</c:v>
                </c:pt>
                <c:pt idx="466">
                  <c:v>-2.1056682131</c:v>
                </c:pt>
                <c:pt idx="467">
                  <c:v>-2.1935780325</c:v>
                </c:pt>
                <c:pt idx="468">
                  <c:v>-2.2408036226</c:v>
                </c:pt>
                <c:pt idx="469">
                  <c:v>-2.2782051976</c:v>
                </c:pt>
                <c:pt idx="470">
                  <c:v>-2.3066286738</c:v>
                </c:pt>
                <c:pt idx="471">
                  <c:v>-2.326860823</c:v>
                </c:pt>
                <c:pt idx="472">
                  <c:v>-2.3396330297</c:v>
                </c:pt>
                <c:pt idx="473">
                  <c:v>-2.3456248214</c:v>
                </c:pt>
                <c:pt idx="474">
                  <c:v>-2.3454671882</c:v>
                </c:pt>
                <c:pt idx="475">
                  <c:v>-2.3397457002</c:v>
                </c:pt>
                <c:pt idx="476">
                  <c:v>-2.3290034371</c:v>
                </c:pt>
                <c:pt idx="477">
                  <c:v>-2.31374374</c:v>
                </c:pt>
                <c:pt idx="478">
                  <c:v>-2.2944327959</c:v>
                </c:pt>
                <c:pt idx="479">
                  <c:v>-2.2715020643</c:v>
                </c:pt>
                <c:pt idx="480">
                  <c:v>-2.2453505558</c:v>
                </c:pt>
                <c:pt idx="481">
                  <c:v>-2.2163469711</c:v>
                </c:pt>
                <c:pt idx="482">
                  <c:v>-2.1848317082</c:v>
                </c:pt>
                <c:pt idx="483">
                  <c:v>-2.1511187459</c:v>
                </c:pt>
                <c:pt idx="484">
                  <c:v>-2.1154974118</c:v>
                </c:pt>
                <c:pt idx="485">
                  <c:v>-2.0782340392</c:v>
                </c:pt>
                <c:pt idx="486">
                  <c:v>-2.0395735222</c:v>
                </c:pt>
                <c:pt idx="487">
                  <c:v>-1.9997407733</c:v>
                </c:pt>
                <c:pt idx="488">
                  <c:v>-1.9165031347</c:v>
                </c:pt>
                <c:pt idx="489">
                  <c:v>-2.0811281996</c:v>
                </c:pt>
                <c:pt idx="490">
                  <c:v>-1.8534930058</c:v>
                </c:pt>
                <c:pt idx="491">
                  <c:v>-1.6002263207</c:v>
                </c:pt>
                <c:pt idx="492">
                  <c:v>-1.4681837517</c:v>
                </c:pt>
                <c:pt idx="493">
                  <c:v>-1.3739927215</c:v>
                </c:pt>
                <c:pt idx="494">
                  <c:v>-1.2583960892</c:v>
                </c:pt>
                <c:pt idx="495">
                  <c:v>-1.150806749</c:v>
                </c:pt>
                <c:pt idx="496">
                  <c:v>-1.0507186149</c:v>
                </c:pt>
                <c:pt idx="497">
                  <c:v>-1.0031441046</c:v>
                </c:pt>
                <c:pt idx="498">
                  <c:v>-0.8506559275</c:v>
                </c:pt>
                <c:pt idx="499">
                  <c:v>-0.7106555753</c:v>
                </c:pt>
                <c:pt idx="500">
                  <c:v>-0.530794398</c:v>
                </c:pt>
                <c:pt idx="501">
                  <c:v>-0.4152788444</c:v>
                </c:pt>
                <c:pt idx="502">
                  <c:v>-0.449244604</c:v>
                </c:pt>
                <c:pt idx="503">
                  <c:v>-0.1076630239</c:v>
                </c:pt>
                <c:pt idx="504">
                  <c:v>0.1004848071</c:v>
                </c:pt>
                <c:pt idx="505">
                  <c:v>0.2388990738</c:v>
                </c:pt>
                <c:pt idx="506">
                  <c:v>0.4211950214</c:v>
                </c:pt>
                <c:pt idx="507">
                  <c:v>0.7247352482</c:v>
                </c:pt>
                <c:pt idx="508">
                  <c:v>0.9976659705</c:v>
                </c:pt>
                <c:pt idx="509">
                  <c:v>1.1719705963</c:v>
                </c:pt>
                <c:pt idx="510">
                  <c:v>1.4923026506</c:v>
                </c:pt>
                <c:pt idx="511">
                  <c:v>1.7912635296</c:v>
                </c:pt>
                <c:pt idx="512">
                  <c:v>2.0703649809</c:v>
                </c:pt>
                <c:pt idx="513">
                  <c:v>2.21760493</c:v>
                </c:pt>
                <c:pt idx="514">
                  <c:v>2.3455584189</c:v>
                </c:pt>
                <c:pt idx="515">
                  <c:v>2.4557564508</c:v>
                </c:pt>
                <c:pt idx="516">
                  <c:v>2.5496265672</c:v>
                </c:pt>
                <c:pt idx="517">
                  <c:v>2.6284992982</c:v>
                </c:pt>
                <c:pt idx="518">
                  <c:v>2.6936142294</c:v>
                </c:pt>
                <c:pt idx="519">
                  <c:v>2.7461257083</c:v>
                </c:pt>
                <c:pt idx="520">
                  <c:v>2.7649497417</c:v>
                </c:pt>
                <c:pt idx="521">
                  <c:v>2.7962728164</c:v>
                </c:pt>
                <c:pt idx="522">
                  <c:v>2.8179639786</c:v>
                </c:pt>
                <c:pt idx="523">
                  <c:v>2.830888232</c:v>
                </c:pt>
                <c:pt idx="524">
                  <c:v>2.8358491169</c:v>
                </c:pt>
                <c:pt idx="525">
                  <c:v>2.8335926483</c:v>
                </c:pt>
                <c:pt idx="526">
                  <c:v>2.8248110153</c:v>
                </c:pt>
                <c:pt idx="527">
                  <c:v>2.8101460572</c:v>
                </c:pt>
                <c:pt idx="528">
                  <c:v>2.790192528</c:v>
                </c:pt>
                <c:pt idx="529">
                  <c:v>2.7655011626</c:v>
                </c:pt>
                <c:pt idx="530">
                  <c:v>2.7365815559</c:v>
                </c:pt>
                <c:pt idx="531">
                  <c:v>2.7039048655</c:v>
                </c:pt>
                <c:pt idx="532">
                  <c:v>2.6679063489</c:v>
                </c:pt>
                <c:pt idx="533">
                  <c:v>2.6289877446</c:v>
                </c:pt>
                <c:pt idx="534">
                  <c:v>2.5875195064</c:v>
                </c:pt>
                <c:pt idx="535">
                  <c:v>2.543842899</c:v>
                </c:pt>
                <c:pt idx="536">
                  <c:v>2.4982719644</c:v>
                </c:pt>
                <c:pt idx="537">
                  <c:v>2.4510953653</c:v>
                </c:pt>
                <c:pt idx="538">
                  <c:v>2.4025781136</c:v>
                </c:pt>
                <c:pt idx="539">
                  <c:v>2.5109280516</c:v>
                </c:pt>
                <c:pt idx="540">
                  <c:v>2.4542364988</c:v>
                </c:pt>
                <c:pt idx="541">
                  <c:v>2.3971022896</c:v>
                </c:pt>
                <c:pt idx="542">
                  <c:v>2.339703446</c:v>
                </c:pt>
                <c:pt idx="543">
                  <c:v>2.2822016784</c:v>
                </c:pt>
                <c:pt idx="544">
                  <c:v>2.2247435532</c:v>
                </c:pt>
                <c:pt idx="545">
                  <c:v>2.1674615854</c:v>
                </c:pt>
                <c:pt idx="546">
                  <c:v>2.2032285058</c:v>
                </c:pt>
                <c:pt idx="547">
                  <c:v>2.1430039027</c:v>
                </c:pt>
                <c:pt idx="548">
                  <c:v>2.0834131456</c:v>
                </c:pt>
                <c:pt idx="549">
                  <c:v>2.0245376568</c:v>
                </c:pt>
                <c:pt idx="550">
                  <c:v>1.9664494089</c:v>
                </c:pt>
                <c:pt idx="551">
                  <c:v>1.9092116531</c:v>
                </c:pt>
                <c:pt idx="552">
                  <c:v>1.8528795981</c:v>
                </c:pt>
                <c:pt idx="553">
                  <c:v>1.7975010449</c:v>
                </c:pt>
                <c:pt idx="554">
                  <c:v>1.7431169775</c:v>
                </c:pt>
                <c:pt idx="555">
                  <c:v>1.6897621143</c:v>
                </c:pt>
                <c:pt idx="556">
                  <c:v>1.6374654218</c:v>
                </c:pt>
                <c:pt idx="557">
                  <c:v>1.6694057984</c:v>
                </c:pt>
                <c:pt idx="558">
                  <c:v>1.5433315532</c:v>
                </c:pt>
                <c:pt idx="559">
                  <c:v>1.425583938</c:v>
                </c:pt>
                <c:pt idx="560">
                  <c:v>1.3156506402</c:v>
                </c:pt>
                <c:pt idx="561">
                  <c:v>1.2130495129</c:v>
                </c:pt>
                <c:pt idx="562">
                  <c:v>1.1173268518</c:v>
                </c:pt>
                <c:pt idx="563">
                  <c:v>1.0280557672</c:v>
                </c:pt>
                <c:pt idx="564">
                  <c:v>0.9448346479</c:v>
                </c:pt>
                <c:pt idx="565">
                  <c:v>0.8672857108</c:v>
                </c:pt>
                <c:pt idx="566">
                  <c:v>0.7950536318</c:v>
                </c:pt>
                <c:pt idx="567">
                  <c:v>0.727804254</c:v>
                </c:pt>
                <c:pt idx="568">
                  <c:v>0.665223368</c:v>
                </c:pt>
                <c:pt idx="569">
                  <c:v>0.6070155609</c:v>
                </c:pt>
                <c:pt idx="570">
                  <c:v>0.5529031307</c:v>
                </c:pt>
                <c:pt idx="571">
                  <c:v>0.5026250608</c:v>
                </c:pt>
                <c:pt idx="572">
                  <c:v>0.4559360534</c:v>
                </c:pt>
                <c:pt idx="573">
                  <c:v>0.230015251</c:v>
                </c:pt>
                <c:pt idx="574">
                  <c:v>0.0250465483</c:v>
                </c:pt>
                <c:pt idx="575">
                  <c:v>-0.1604763784</c:v>
                </c:pt>
                <c:pt idx="576">
                  <c:v>-0.3279627601</c:v>
                </c:pt>
                <c:pt idx="577">
                  <c:v>-0.4787306233</c:v>
                </c:pt>
                <c:pt idx="578">
                  <c:v>-0.6140123336</c:v>
                </c:pt>
                <c:pt idx="579">
                  <c:v>-0.7349598162</c:v>
                </c:pt>
                <c:pt idx="580">
                  <c:v>-0.8426494715</c:v>
                </c:pt>
                <c:pt idx="581">
                  <c:v>-0.9380868012</c:v>
                </c:pt>
                <c:pt idx="582">
                  <c:v>-1.0222107639</c:v>
                </c:pt>
                <c:pt idx="583">
                  <c:v>-1.0958978743</c:v>
                </c:pt>
                <c:pt idx="584">
                  <c:v>-1.1599660602</c:v>
                </c:pt>
                <c:pt idx="585">
                  <c:v>-1.2151782928</c:v>
                </c:pt>
                <c:pt idx="586">
                  <c:v>-1.2622460014</c:v>
                </c:pt>
                <c:pt idx="587">
                  <c:v>-1.524839121</c:v>
                </c:pt>
                <c:pt idx="588">
                  <c:v>-1.7890729255</c:v>
                </c:pt>
                <c:pt idx="589">
                  <c:v>-2.2905647234</c:v>
                </c:pt>
                <c:pt idx="590">
                  <c:v>-2.3776561955</c:v>
                </c:pt>
                <c:pt idx="591">
                  <c:v>-2.4079192159</c:v>
                </c:pt>
                <c:pt idx="592">
                  <c:v>-2.5305037802</c:v>
                </c:pt>
                <c:pt idx="593">
                  <c:v>-2.6354039029</c:v>
                </c:pt>
                <c:pt idx="594">
                  <c:v>-2.724052969</c:v>
                </c:pt>
                <c:pt idx="595">
                  <c:v>-2.797786613</c:v>
                </c:pt>
                <c:pt idx="596">
                  <c:v>-2.8578488445</c:v>
                </c:pt>
                <c:pt idx="597">
                  <c:v>-2.9508859935</c:v>
                </c:pt>
                <c:pt idx="598">
                  <c:v>-2.9209956686</c:v>
                </c:pt>
                <c:pt idx="599">
                  <c:v>-2.8870019944</c:v>
                </c:pt>
                <c:pt idx="600">
                  <c:v>-2.8493763124</c:v>
                </c:pt>
                <c:pt idx="601">
                  <c:v>-2.8085537493</c:v>
                </c:pt>
                <c:pt idx="602">
                  <c:v>-2.9044119519</c:v>
                </c:pt>
                <c:pt idx="603">
                  <c:v>-2.6129931852</c:v>
                </c:pt>
                <c:pt idx="604">
                  <c:v>-2.444275444</c:v>
                </c:pt>
                <c:pt idx="605">
                  <c:v>-2.33548611</c:v>
                </c:pt>
                <c:pt idx="606">
                  <c:v>-2.173872557</c:v>
                </c:pt>
                <c:pt idx="607">
                  <c:v>-1.8828739874</c:v>
                </c:pt>
                <c:pt idx="608">
                  <c:v>-1.6150890473</c:v>
                </c:pt>
                <c:pt idx="609">
                  <c:v>-1.4392258996</c:v>
                </c:pt>
                <c:pt idx="610">
                  <c:v>-1.1112727253</c:v>
                </c:pt>
                <c:pt idx="611">
                  <c:v>-0.7992231878</c:v>
                </c:pt>
                <c:pt idx="612">
                  <c:v>-0.5021169772</c:v>
                </c:pt>
                <c:pt idx="613">
                  <c:v>-0.3324668223</c:v>
                </c:pt>
                <c:pt idx="614">
                  <c:v>-0.1781702188</c:v>
                </c:pt>
                <c:pt idx="615">
                  <c:v>-0.0381330883</c:v>
                </c:pt>
                <c:pt idx="616">
                  <c:v>0.0886684494</c:v>
                </c:pt>
                <c:pt idx="617">
                  <c:v>0.2031923214</c:v>
                </c:pt>
                <c:pt idx="618">
                  <c:v>0.306334499</c:v>
                </c:pt>
                <c:pt idx="619">
                  <c:v>0.398932763</c:v>
                </c:pt>
                <c:pt idx="620">
                  <c:v>0.4817702479</c:v>
                </c:pt>
                <c:pt idx="621">
                  <c:v>0.5555787802</c:v>
                </c:pt>
                <c:pt idx="622">
                  <c:v>0.6210420194</c:v>
                </c:pt>
                <c:pt idx="623">
                  <c:v>0.6787984165</c:v>
                </c:pt>
                <c:pt idx="624">
                  <c:v>0.7294439968</c:v>
                </c:pt>
                <c:pt idx="625">
                  <c:v>0.77353498</c:v>
                </c:pt>
                <c:pt idx="626">
                  <c:v>0.811590245</c:v>
                </c:pt>
                <c:pt idx="627">
                  <c:v>0.8440936493</c:v>
                </c:pt>
                <c:pt idx="628">
                  <c:v>0.8714962108</c:v>
                </c:pt>
                <c:pt idx="629">
                  <c:v>0.8942181598</c:v>
                </c:pt>
                <c:pt idx="630">
                  <c:v>0.9126508699</c:v>
                </c:pt>
                <c:pt idx="631">
                  <c:v>0.9271586726</c:v>
                </c:pt>
                <c:pt idx="632">
                  <c:v>0.9380805645</c:v>
                </c:pt>
                <c:pt idx="633">
                  <c:v>0.9457318115</c:v>
                </c:pt>
                <c:pt idx="634">
                  <c:v>0.9504054577</c:v>
                </c:pt>
                <c:pt idx="635">
                  <c:v>0.9523737426</c:v>
                </c:pt>
                <c:pt idx="636">
                  <c:v>0.9518894338</c:v>
                </c:pt>
                <c:pt idx="637">
                  <c:v>0.9491870784</c:v>
                </c:pt>
                <c:pt idx="638">
                  <c:v>0.944484179</c:v>
                </c:pt>
                <c:pt idx="639">
                  <c:v>0.9379822989</c:v>
                </c:pt>
                <c:pt idx="640">
                  <c:v>0.9298680989</c:v>
                </c:pt>
                <c:pt idx="641">
                  <c:v>0.9203143116</c:v>
                </c:pt>
                <c:pt idx="642">
                  <c:v>0.9094806562</c:v>
                </c:pt>
                <c:pt idx="643">
                  <c:v>0.8975146969</c:v>
                </c:pt>
                <c:pt idx="644">
                  <c:v>0.9251802667</c:v>
                </c:pt>
                <c:pt idx="645">
                  <c:v>0.9480125044</c:v>
                </c:pt>
                <c:pt idx="646">
                  <c:v>0.9664170541</c:v>
                </c:pt>
                <c:pt idx="647">
                  <c:v>0.9807714897</c:v>
                </c:pt>
                <c:pt idx="648">
                  <c:v>0.9914270875</c:v>
                </c:pt>
                <c:pt idx="649">
                  <c:v>0.9987104933</c:v>
                </c:pt>
                <c:pt idx="650">
                  <c:v>1.0029252895</c:v>
                </c:pt>
                <c:pt idx="651">
                  <c:v>1.0043534678</c:v>
                </c:pt>
                <c:pt idx="652">
                  <c:v>1.0032568129</c:v>
                </c:pt>
                <c:pt idx="653">
                  <c:v>0.9998782029</c:v>
                </c:pt>
                <c:pt idx="654">
                  <c:v>0.9944428309</c:v>
                </c:pt>
                <c:pt idx="655">
                  <c:v>0.9871593519</c:v>
                </c:pt>
                <c:pt idx="656">
                  <c:v>0.978220961</c:v>
                </c:pt>
                <c:pt idx="657">
                  <c:v>1.019299681</c:v>
                </c:pt>
                <c:pt idx="658">
                  <c:v>1.0055526686</c:v>
                </c:pt>
                <c:pt idx="659">
                  <c:v>0.9907220809</c:v>
                </c:pt>
                <c:pt idx="660">
                  <c:v>0.9749463093</c:v>
                </c:pt>
                <c:pt idx="661">
                  <c:v>0.9583528238</c:v>
                </c:pt>
                <c:pt idx="662">
                  <c:v>0.9410589089</c:v>
                </c:pt>
                <c:pt idx="663">
                  <c:v>0.923172354</c:v>
                </c:pt>
                <c:pt idx="664">
                  <c:v>0.9047921007</c:v>
                </c:pt>
                <c:pt idx="665">
                  <c:v>0.8860088492</c:v>
                </c:pt>
                <c:pt idx="666">
                  <c:v>0.8669056273</c:v>
                </c:pt>
                <c:pt idx="667">
                  <c:v>0.8475583224</c:v>
                </c:pt>
                <c:pt idx="668">
                  <c:v>0.828036181</c:v>
                </c:pt>
                <c:pt idx="669">
                  <c:v>0.8084022758</c:v>
                </c:pt>
                <c:pt idx="670">
                  <c:v>0.788713943</c:v>
                </c:pt>
                <c:pt idx="671">
                  <c:v>0.7690231923</c:v>
                </c:pt>
                <c:pt idx="672">
                  <c:v>0.8787133125</c:v>
                </c:pt>
                <c:pt idx="673">
                  <c:v>0.8540768206</c:v>
                </c:pt>
                <c:pt idx="674">
                  <c:v>0.8297533202</c:v>
                </c:pt>
                <c:pt idx="675">
                  <c:v>0.8057708814</c:v>
                </c:pt>
                <c:pt idx="676">
                  <c:v>0.7821540917</c:v>
                </c:pt>
                <c:pt idx="677">
                  <c:v>0.7589243291</c:v>
                </c:pt>
                <c:pt idx="678">
                  <c:v>0.7361000169</c:v>
                </c:pt>
                <c:pt idx="679">
                  <c:v>0.7449790696</c:v>
                </c:pt>
                <c:pt idx="680">
                  <c:v>0.7512411845</c:v>
                </c:pt>
                <c:pt idx="681">
                  <c:v>0.7551205014</c:v>
                </c:pt>
                <c:pt idx="682">
                  <c:v>0.7568345462</c:v>
                </c:pt>
                <c:pt idx="683">
                  <c:v>0.7565852949</c:v>
                </c:pt>
                <c:pt idx="684">
                  <c:v>0.7545601727</c:v>
                </c:pt>
                <c:pt idx="685">
                  <c:v>0.7509329928</c:v>
                </c:pt>
                <c:pt idx="686">
                  <c:v>0.9038296995</c:v>
                </c:pt>
                <c:pt idx="687">
                  <c:v>0.9427616008</c:v>
                </c:pt>
                <c:pt idx="688">
                  <c:v>0.9696930732</c:v>
                </c:pt>
                <c:pt idx="689">
                  <c:v>0.7472550652</c:v>
                </c:pt>
                <c:pt idx="690">
                  <c:v>0.8845692309</c:v>
                </c:pt>
                <c:pt idx="691">
                  <c:v>1.0495974001</c:v>
                </c:pt>
                <c:pt idx="692">
                  <c:v>1.0954956695</c:v>
                </c:pt>
                <c:pt idx="693">
                  <c:v>1.134420429</c:v>
                </c:pt>
                <c:pt idx="694">
                  <c:v>1.1669427106</c:v>
                </c:pt>
                <c:pt idx="695">
                  <c:v>1.1935944342</c:v>
                </c:pt>
                <c:pt idx="696">
                  <c:v>1.2148708641</c:v>
                </c:pt>
                <c:pt idx="697">
                  <c:v>1.1857447345</c:v>
                </c:pt>
                <c:pt idx="698">
                  <c:v>1.2636248794</c:v>
                </c:pt>
                <c:pt idx="699">
                  <c:v>1.3310881296</c:v>
                </c:pt>
                <c:pt idx="700">
                  <c:v>1.3889653177</c:v>
                </c:pt>
                <c:pt idx="701">
                  <c:v>1.4380310133</c:v>
                </c:pt>
                <c:pt idx="702">
                  <c:v>1.3395307102</c:v>
                </c:pt>
                <c:pt idx="703">
                  <c:v>1.6184642951</c:v>
                </c:pt>
                <c:pt idx="704">
                  <c:v>1.7658201628</c:v>
                </c:pt>
                <c:pt idx="705">
                  <c:v>1.8452664713</c:v>
                </c:pt>
                <c:pt idx="706">
                  <c:v>1.9703851482</c:v>
                </c:pt>
                <c:pt idx="707">
                  <c:v>2.2185043853</c:v>
                </c:pt>
                <c:pt idx="708">
                  <c:v>2.4377350893</c:v>
                </c:pt>
                <c:pt idx="709">
                  <c:v>2.5913068346</c:v>
                </c:pt>
                <c:pt idx="710">
                  <c:v>2.8895030135</c:v>
                </c:pt>
                <c:pt idx="711">
                  <c:v>3.1651111868</c:v>
                </c:pt>
                <c:pt idx="712">
                  <c:v>3.4198144446</c:v>
                </c:pt>
                <c:pt idx="713">
                  <c:v>3.5417682365</c:v>
                </c:pt>
                <c:pt idx="714">
                  <c:v>3.6436922504</c:v>
                </c:pt>
                <c:pt idx="715">
                  <c:v>3.7272501385</c:v>
                </c:pt>
                <c:pt idx="716">
                  <c:v>3.7939909204</c:v>
                </c:pt>
                <c:pt idx="717">
                  <c:v>3.8453562079</c:v>
                </c:pt>
                <c:pt idx="718">
                  <c:v>3.8826869968</c:v>
                </c:pt>
                <c:pt idx="719">
                  <c:v>3.9072300524</c:v>
                </c:pt>
                <c:pt idx="720">
                  <c:v>3.920143911</c:v>
                </c:pt>
                <c:pt idx="721">
                  <c:v>3.9225045206</c:v>
                </c:pt>
                <c:pt idx="722">
                  <c:v>3.9153105407</c:v>
                </c:pt>
                <c:pt idx="723">
                  <c:v>3.8994883221</c:v>
                </c:pt>
                <c:pt idx="724">
                  <c:v>3.8758965844</c:v>
                </c:pt>
                <c:pt idx="725">
                  <c:v>3.8453308099</c:v>
                </c:pt>
                <c:pt idx="726">
                  <c:v>3.8085273686</c:v>
                </c:pt>
                <c:pt idx="727">
                  <c:v>3.7661673925</c:v>
                </c:pt>
                <c:pt idx="728">
                  <c:v>3.718880412</c:v>
                </c:pt>
                <c:pt idx="729">
                  <c:v>3.6672477688</c:v>
                </c:pt>
                <c:pt idx="730">
                  <c:v>3.6118058193</c:v>
                </c:pt>
                <c:pt idx="731">
                  <c:v>3.5530489394</c:v>
                </c:pt>
                <c:pt idx="732">
                  <c:v>3.4914323437</c:v>
                </c:pt>
                <c:pt idx="733">
                  <c:v>3.4273747294</c:v>
                </c:pt>
                <c:pt idx="734">
                  <c:v>3.3612607558</c:v>
                </c:pt>
                <c:pt idx="735">
                  <c:v>3.2934433678</c:v>
                </c:pt>
                <c:pt idx="736">
                  <c:v>3.2242459752</c:v>
                </c:pt>
                <c:pt idx="737">
                  <c:v>3.1539644934</c:v>
                </c:pt>
                <c:pt idx="738">
                  <c:v>3.0828692567</c:v>
                </c:pt>
                <c:pt idx="739">
                  <c:v>3.0112068089</c:v>
                </c:pt>
                <c:pt idx="740">
                  <c:v>2.8218072502</c:v>
                </c:pt>
                <c:pt idx="741">
                  <c:v>2.6437195792</c:v>
                </c:pt>
                <c:pt idx="742">
                  <c:v>2.3453465608</c:v>
                </c:pt>
                <c:pt idx="743">
                  <c:v>2.0410107171</c:v>
                </c:pt>
                <c:pt idx="744">
                  <c:v>1.7878825002</c:v>
                </c:pt>
                <c:pt idx="745">
                  <c:v>1.331583181</c:v>
                </c:pt>
                <c:pt idx="746">
                  <c:v>0.9155392207</c:v>
                </c:pt>
                <c:pt idx="747">
                  <c:v>0.5369094046</c:v>
                </c:pt>
                <c:pt idx="748">
                  <c:v>0.1930339033</c:v>
                </c:pt>
                <c:pt idx="749">
                  <c:v>-0.1185766618</c:v>
                </c:pt>
                <c:pt idx="750">
                  <c:v>-0.4002515183</c:v>
                </c:pt>
                <c:pt idx="751">
                  <c:v>-0.6541694422</c:v>
                </c:pt>
                <c:pt idx="752">
                  <c:v>-0.8823678938</c:v>
                </c:pt>
                <c:pt idx="753">
                  <c:v>-1.0867516185</c:v>
                </c:pt>
                <c:pt idx="754">
                  <c:v>-1.2691007465</c:v>
                </c:pt>
                <c:pt idx="755">
                  <c:v>-1.431078417</c:v>
                </c:pt>
                <c:pt idx="756">
                  <c:v>-1.5742379553</c:v>
                </c:pt>
                <c:pt idx="757">
                  <c:v>-1.8309739892</c:v>
                </c:pt>
                <c:pt idx="758">
                  <c:v>-2.0589232612</c:v>
                </c:pt>
                <c:pt idx="759">
                  <c:v>-2.2602830008</c:v>
                </c:pt>
                <c:pt idx="760">
                  <c:v>-2.4371045885</c:v>
                </c:pt>
                <c:pt idx="761">
                  <c:v>-2.5913025559</c:v>
                </c:pt>
                <c:pt idx="762">
                  <c:v>-2.7246630546</c:v>
                </c:pt>
                <c:pt idx="763">
                  <c:v>-2.8388518247</c:v>
                </c:pt>
                <c:pt idx="764">
                  <c:v>-2.9354216915</c:v>
                </c:pt>
                <c:pt idx="765">
                  <c:v>-3.0158196174</c:v>
                </c:pt>
                <c:pt idx="766">
                  <c:v>-3.0813933339</c:v>
                </c:pt>
                <c:pt idx="767">
                  <c:v>-3.3807569399</c:v>
                </c:pt>
                <c:pt idx="768">
                  <c:v>-3.6435909685</c:v>
                </c:pt>
                <c:pt idx="769">
                  <c:v>-3.8727464996</c:v>
                </c:pt>
                <c:pt idx="770">
                  <c:v>-4.0708834038</c:v>
                </c:pt>
                <c:pt idx="771">
                  <c:v>-4.2404822114</c:v>
                </c:pt>
                <c:pt idx="772">
                  <c:v>-4.3838552789</c:v>
                </c:pt>
                <c:pt idx="773">
                  <c:v>-4.5031572927</c:v>
                </c:pt>
                <c:pt idx="774">
                  <c:v>-4.6003951484</c:v>
                </c:pt>
                <c:pt idx="775">
                  <c:v>-4.6774372411</c:v>
                </c:pt>
                <c:pt idx="776">
                  <c:v>-4.7360222021</c:v>
                </c:pt>
                <c:pt idx="777">
                  <c:v>-4.7777671111</c:v>
                </c:pt>
                <c:pt idx="778">
                  <c:v>-4.7950514767</c:v>
                </c:pt>
                <c:pt idx="779">
                  <c:v>-4.7784186477</c:v>
                </c:pt>
                <c:pt idx="780">
                  <c:v>-4.7520028429</c:v>
                </c:pt>
                <c:pt idx="781">
                  <c:v>-4.7167978676</c:v>
                </c:pt>
                <c:pt idx="782">
                  <c:v>-4.6737238592</c:v>
                </c:pt>
                <c:pt idx="783">
                  <c:v>-4.6236321098</c:v>
                </c:pt>
                <c:pt idx="784">
                  <c:v>-4.5673095925</c:v>
                </c:pt>
                <c:pt idx="785">
                  <c:v>-4.5054832102</c:v>
                </c:pt>
                <c:pt idx="786">
                  <c:v>-4.6618306183</c:v>
                </c:pt>
                <c:pt idx="787">
                  <c:v>-4.7922111174</c:v>
                </c:pt>
                <c:pt idx="788">
                  <c:v>-4.856346711</c:v>
                </c:pt>
                <c:pt idx="789">
                  <c:v>-5.1473279699</c:v>
                </c:pt>
                <c:pt idx="790">
                  <c:v>-5.0580136299</c:v>
                </c:pt>
                <c:pt idx="791">
                  <c:v>-4.9222826554</c:v>
                </c:pt>
                <c:pt idx="792">
                  <c:v>-5.0060833861</c:v>
                </c:pt>
                <c:pt idx="793">
                  <c:v>-5.070002108</c:v>
                </c:pt>
                <c:pt idx="794">
                  <c:v>-5.1157788092</c:v>
                </c:pt>
                <c:pt idx="795">
                  <c:v>-5.1450310484</c:v>
                </c:pt>
                <c:pt idx="796">
                  <c:v>-5.1592617573</c:v>
                </c:pt>
                <c:pt idx="797">
                  <c:v>-5.2053547603</c:v>
                </c:pt>
                <c:pt idx="798">
                  <c:v>-5.127625206</c:v>
                </c:pt>
                <c:pt idx="799">
                  <c:v>-5.0450961863</c:v>
                </c:pt>
                <c:pt idx="800">
                  <c:v>-4.9584207316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Total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marker"/>
        <c:ser>
          <c:idx val="0"/>
          <c:order val="0"/>
          <c:tx>
            <c:v>Neuron 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Data'!$A$2:$A$5</c:f>
              <c:numCache>
                <c:formatCode>General</c:formatCode>
                <c:ptCount val="4"/>
                <c:pt idx="0">
                  <c:v>0.5937270059</c:v>
                </c:pt>
                <c:pt idx="1">
                  <c:v>0.7937270059</c:v>
                </c:pt>
                <c:pt idx="2">
                  <c:v>0.9937270059</c:v>
                </c:pt>
                <c:pt idx="3">
                  <c:v>1.1937270059</c:v>
                </c:pt>
              </c:numCache>
            </c:numRef>
          </c:xVal>
          <c:yVal>
            <c:numRef>
              <c:f>'Chart Data'!$B$2:$B$5</c:f>
              <c:numCache>
                <c:formatCode>0</c:formatCode>
                <c:ptCount val="4"/>
                <c:pt idx="0">
                  <c:v>0</c:v>
                </c:pt>
                <c:pt idx="1">
                  <c:v>0</c:v>
                </c:pt>
                <c:pt idx="2">
                  <c:v>0</c:v>
                </c:pt>
                <c:pt idx="3">
                  <c:v>0</c:v>
                </c:pt>
              </c:numCache>
            </c:numRef>
          </c:yVal>
        </c:ser>
        <c:ser>
          <c:idx val="1"/>
          <c:order val="1"/>
          <c:tx>
            <c:v>Neuron 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Data'!$C$2:$C$5</c:f>
              <c:numCache>
                <c:formatCode>General</c:formatCode>
                <c:ptCount val="4"/>
                <c:pt idx="0">
                  <c:v>0.4225357153</c:v>
                </c:pt>
                <c:pt idx="1">
                  <c:v>0.6225357153</c:v>
                </c:pt>
                <c:pt idx="2">
                  <c:v>0.8225357153</c:v>
                </c:pt>
                <c:pt idx="3">
                  <c:v>1.0225357153</c:v>
                </c:pt>
              </c:numCache>
            </c:numRef>
          </c:xVal>
          <c:yVal>
            <c:numRef>
              <c:f>'Chart Data'!$D$2:$D$5</c:f>
              <c:numCache>
                <c:formatCode>0</c:formatCode>
                <c:ptCount val="4"/>
                <c:pt idx="0">
                  <c:v>1</c:v>
                </c:pt>
                <c:pt idx="1">
                  <c:v>1</c:v>
                </c:pt>
                <c:pt idx="2">
                  <c:v>1</c:v>
                </c:pt>
                <c:pt idx="3">
                  <c:v>1</c:v>
                </c:pt>
              </c:numCache>
            </c:numRef>
          </c:yVal>
        </c:ser>
        <c:ser>
          <c:idx val="2"/>
          <c:order val="2"/>
          <c:tx>
            <c:v>Neuron 2</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Data'!$E$2:$E$5</c:f>
              <c:numCache>
                <c:formatCode>General</c:formatCode>
                <c:ptCount val="4"/>
                <c:pt idx="0">
                  <c:v>0.4115996971</c:v>
                </c:pt>
                <c:pt idx="1">
                  <c:v>0.6115996971</c:v>
                </c:pt>
                <c:pt idx="2">
                  <c:v>0.8115996971</c:v>
                </c:pt>
                <c:pt idx="3">
                  <c:v>1.0115996971</c:v>
                </c:pt>
              </c:numCache>
            </c:numRef>
          </c:xVal>
          <c:yVal>
            <c:numRef>
              <c:f>'Chart Data'!$F$2:$F$5</c:f>
              <c:numCache>
                <c:formatCode>0</c:formatCode>
                <c:ptCount val="4"/>
                <c:pt idx="0">
                  <c:v>2</c:v>
                </c:pt>
                <c:pt idx="1">
                  <c:v>2</c:v>
                </c:pt>
                <c:pt idx="2">
                  <c:v>2</c:v>
                </c:pt>
                <c:pt idx="3">
                  <c:v>2</c:v>
                </c:pt>
              </c:numCache>
            </c:numRef>
          </c:yVal>
        </c:ser>
        <c:ser>
          <c:idx val="3"/>
          <c:order val="3"/>
          <c:tx>
            <c:v>Neuron 3</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Data'!$G$2:$G$5</c:f>
              <c:numCache>
                <c:formatCode>General</c:formatCode>
                <c:ptCount val="4"/>
                <c:pt idx="0">
                  <c:v>0.4049329242</c:v>
                </c:pt>
                <c:pt idx="1">
                  <c:v>0.6049329242</c:v>
                </c:pt>
                <c:pt idx="2">
                  <c:v>0.8049329242</c:v>
                </c:pt>
                <c:pt idx="3">
                  <c:v>1.0049329242</c:v>
                </c:pt>
              </c:numCache>
            </c:numRef>
          </c:xVal>
          <c:yVal>
            <c:numRef>
              <c:f>'Chart Data'!$H$2:$H$5</c:f>
              <c:numCache>
                <c:formatCode>0</c:formatCode>
                <c:ptCount val="4"/>
                <c:pt idx="0">
                  <c:v>3</c:v>
                </c:pt>
                <c:pt idx="1">
                  <c:v>3</c:v>
                </c:pt>
                <c:pt idx="2">
                  <c:v>3</c:v>
                </c:pt>
                <c:pt idx="3">
                  <c:v>3</c:v>
                </c:pt>
              </c:numCache>
            </c:numRef>
          </c:yVal>
        </c:ser>
        <c:ser>
          <c:idx val="4"/>
          <c:order val="4"/>
          <c:tx>
            <c:v>Neuron 4</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Data'!$I$2:$I$5</c:f>
              <c:numCache>
                <c:formatCode>General</c:formatCode>
                <c:ptCount val="4"/>
                <c:pt idx="0">
                  <c:v>0.582800932</c:v>
                </c:pt>
                <c:pt idx="1">
                  <c:v>0.782800932</c:v>
                </c:pt>
                <c:pt idx="2">
                  <c:v>0.982800932</c:v>
                </c:pt>
                <c:pt idx="3">
                  <c:v>1.182800932</c:v>
                </c:pt>
              </c:numCache>
            </c:numRef>
          </c:xVal>
          <c:yVal>
            <c:numRef>
              <c:f>'Chart Data'!$J$2:$J$5</c:f>
              <c:numCache>
                <c:formatCode>0</c:formatCode>
                <c:ptCount val="4"/>
                <c:pt idx="0">
                  <c:v>4</c:v>
                </c:pt>
                <c:pt idx="1">
                  <c:v>4</c:v>
                </c:pt>
                <c:pt idx="2">
                  <c:v>4</c:v>
                </c:pt>
                <c:pt idx="3">
                  <c:v>4</c:v>
                </c:pt>
              </c:numCache>
            </c:numRef>
          </c:yVal>
        </c:ser>
        <c:ser>
          <c:idx val="5"/>
          <c:order val="5"/>
          <c:tx>
            <c:v>Neuron 5</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Data'!$K$2:$K$5</c:f>
              <c:numCache>
                <c:formatCode>General</c:formatCode>
                <c:ptCount val="4"/>
                <c:pt idx="0">
                  <c:v>0.582799726</c:v>
                </c:pt>
                <c:pt idx="1">
                  <c:v>0.782799726</c:v>
                </c:pt>
                <c:pt idx="2">
                  <c:v>0.982799726</c:v>
                </c:pt>
                <c:pt idx="3">
                  <c:v>1.182799726</c:v>
                </c:pt>
              </c:numCache>
            </c:numRef>
          </c:xVal>
          <c:yVal>
            <c:numRef>
              <c:f>'Chart Data'!$L$2:$L$5</c:f>
              <c:numCache>
                <c:formatCode>0</c:formatCode>
                <c:ptCount val="4"/>
                <c:pt idx="0">
                  <c:v>5</c:v>
                </c:pt>
                <c:pt idx="1">
                  <c:v>5</c:v>
                </c:pt>
                <c:pt idx="2">
                  <c:v>5</c:v>
                </c:pt>
                <c:pt idx="3">
                  <c:v>5</c:v>
                </c:pt>
              </c:numCache>
            </c:numRef>
          </c:yVal>
        </c:ser>
        <c:ser>
          <c:idx val="6"/>
          <c:order val="6"/>
          <c:tx>
            <c:v>Neuron 6</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Data'!$M$2:$M$5</c:f>
              <c:numCache>
                <c:formatCode>General</c:formatCode>
                <c:ptCount val="4"/>
                <c:pt idx="0">
                  <c:v>0.5779041806</c:v>
                </c:pt>
                <c:pt idx="1">
                  <c:v>0.7779041806</c:v>
                </c:pt>
                <c:pt idx="2">
                  <c:v>0.9779041806</c:v>
                </c:pt>
                <c:pt idx="3">
                  <c:v>1.1779041806</c:v>
                </c:pt>
              </c:numCache>
            </c:numRef>
          </c:xVal>
          <c:yVal>
            <c:numRef>
              <c:f>'Chart Data'!$N$2:$N$5</c:f>
              <c:numCache>
                <c:formatCode>0</c:formatCode>
                <c:ptCount val="4"/>
                <c:pt idx="0">
                  <c:v>6</c:v>
                </c:pt>
                <c:pt idx="1">
                  <c:v>6</c:v>
                </c:pt>
                <c:pt idx="2">
                  <c:v>6</c:v>
                </c:pt>
                <c:pt idx="3">
                  <c:v>6</c:v>
                </c:pt>
              </c:numCache>
            </c:numRef>
          </c:yVal>
        </c:ser>
        <c:ser>
          <c:idx val="7"/>
          <c:order val="7"/>
          <c:tx>
            <c:v>Neuron 7</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Data'!$O$2:$O$5</c:f>
              <c:numCache>
                <c:formatCode>General</c:formatCode>
                <c:ptCount val="4"/>
                <c:pt idx="0">
                  <c:v>0.4183088073</c:v>
                </c:pt>
                <c:pt idx="1">
                  <c:v>0.6183088073</c:v>
                </c:pt>
                <c:pt idx="2">
                  <c:v>0.8183088073</c:v>
                </c:pt>
                <c:pt idx="3">
                  <c:v>1.0183088073</c:v>
                </c:pt>
              </c:numCache>
            </c:numRef>
          </c:xVal>
          <c:yVal>
            <c:numRef>
              <c:f>'Chart Data'!$P$2:$P$5</c:f>
              <c:numCache>
                <c:formatCode>0</c:formatCode>
                <c:ptCount val="4"/>
                <c:pt idx="0">
                  <c:v>7</c:v>
                </c:pt>
                <c:pt idx="1">
                  <c:v>7</c:v>
                </c:pt>
                <c:pt idx="2">
                  <c:v>7</c:v>
                </c:pt>
                <c:pt idx="3">
                  <c:v>7</c:v>
                </c:pt>
              </c:numCache>
            </c:numRef>
          </c:yVal>
        </c:ser>
        <c:ser>
          <c:idx val="8"/>
          <c:order val="8"/>
          <c:tx>
            <c:v>Neuron 8</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Data'!$Q$2:$Q$5</c:f>
              <c:numCache>
                <c:formatCode>General</c:formatCode>
                <c:ptCount val="4"/>
                <c:pt idx="0">
                  <c:v>0.4050557506</c:v>
                </c:pt>
                <c:pt idx="1">
                  <c:v>0.6050557506</c:v>
                </c:pt>
                <c:pt idx="2">
                  <c:v>0.8050557506</c:v>
                </c:pt>
                <c:pt idx="3">
                  <c:v>1.0050557506</c:v>
                </c:pt>
              </c:numCache>
            </c:numRef>
          </c:xVal>
          <c:yVal>
            <c:numRef>
              <c:f>'Chart Data'!$R$2:$R$5</c:f>
              <c:numCache>
                <c:formatCode>0</c:formatCode>
                <c:ptCount val="4"/>
                <c:pt idx="0">
                  <c:v>8</c:v>
                </c:pt>
                <c:pt idx="1">
                  <c:v>8</c:v>
                </c:pt>
                <c:pt idx="2">
                  <c:v>8</c:v>
                </c:pt>
                <c:pt idx="3">
                  <c:v>8</c:v>
                </c:pt>
              </c:numCache>
            </c:numRef>
          </c:yVal>
        </c:ser>
        <c:ser>
          <c:idx val="9"/>
          <c:order val="9"/>
          <c:tx>
            <c:v>Neuron 9</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Data'!$S$2:$S$5</c:f>
              <c:numCache>
                <c:formatCode>General</c:formatCode>
                <c:ptCount val="4"/>
                <c:pt idx="0">
                  <c:v>0.4104036289</c:v>
                </c:pt>
                <c:pt idx="1">
                  <c:v>0.6104036289</c:v>
                </c:pt>
                <c:pt idx="2">
                  <c:v>0.8104036289</c:v>
                </c:pt>
                <c:pt idx="3">
                  <c:v>1.0104036289</c:v>
                </c:pt>
              </c:numCache>
            </c:numRef>
          </c:xVal>
          <c:yVal>
            <c:numRef>
              <c:f>'Chart Data'!$T$2:$T$5</c:f>
              <c:numCache>
                <c:formatCode>0</c:formatCode>
                <c:ptCount val="4"/>
                <c:pt idx="0">
                  <c:v>9</c:v>
                </c:pt>
                <c:pt idx="1">
                  <c:v>9</c:v>
                </c:pt>
                <c:pt idx="2">
                  <c:v>9</c:v>
                </c:pt>
                <c:pt idx="3">
                  <c:v>9</c:v>
                </c:pt>
              </c:numCache>
            </c:numRef>
          </c:yVal>
        </c:ser>
        <c:ser>
          <c:idx val="10"/>
          <c:order val="10"/>
          <c:tx>
            <c:v>Neuron 10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Data'!$U$2:$U$5</c:f>
              <c:numCache>
                <c:formatCode>General</c:formatCode>
                <c:ptCount val="4"/>
                <c:pt idx="0">
                  <c:v>0.5760292247</c:v>
                </c:pt>
                <c:pt idx="1">
                  <c:v>0.7760292247</c:v>
                </c:pt>
                <c:pt idx="2">
                  <c:v>0.9760292247</c:v>
                </c:pt>
                <c:pt idx="3">
                  <c:v>1.1760292247</c:v>
                </c:pt>
              </c:numCache>
            </c:numRef>
          </c:xVal>
          <c:yVal>
            <c:numRef>
              <c:f>'Chart Data'!$V$2:$V$5</c:f>
              <c:numCache>
                <c:formatCode>0</c:formatCode>
                <c:ptCount val="4"/>
                <c:pt idx="0">
                  <c:v>10</c:v>
                </c:pt>
                <c:pt idx="1">
                  <c:v>10</c:v>
                </c:pt>
                <c:pt idx="2">
                  <c:v>10</c:v>
                </c:pt>
                <c:pt idx="3">
                  <c:v>10</c:v>
                </c:pt>
              </c:numCache>
            </c:numRef>
          </c:yVal>
        </c:ser>
        <c:ser>
          <c:idx val="11"/>
          <c:order val="11"/>
          <c:tx>
            <c:v>Neuron 11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Data'!$W$2:$W$5</c:f>
              <c:numCache>
                <c:formatCode>General</c:formatCode>
                <c:ptCount val="4"/>
                <c:pt idx="0">
                  <c:v>0.4234954926</c:v>
                </c:pt>
                <c:pt idx="1">
                  <c:v>0.6234954926</c:v>
                </c:pt>
                <c:pt idx="2">
                  <c:v>0.8234954926</c:v>
                </c:pt>
                <c:pt idx="3">
                  <c:v>1.0234954926</c:v>
                </c:pt>
              </c:numCache>
            </c:numRef>
          </c:xVal>
          <c:yVal>
            <c:numRef>
              <c:f>'Chart Data'!$X$2:$X$5</c:f>
              <c:numCache>
                <c:formatCode>0</c:formatCode>
                <c:ptCount val="4"/>
                <c:pt idx="0">
                  <c:v>11</c:v>
                </c:pt>
                <c:pt idx="1">
                  <c:v>11</c:v>
                </c:pt>
                <c:pt idx="2">
                  <c:v>11</c:v>
                </c:pt>
                <c:pt idx="3">
                  <c:v>11</c:v>
                </c:pt>
              </c:numCache>
            </c:numRef>
          </c:yVal>
        </c:ser>
        <c:ser>
          <c:idx val="12"/>
          <c:order val="12"/>
          <c:tx>
            <c:v>Neuron 12</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Data'!$Y$2:$Y$11</c:f>
              <c:numCache>
                <c:formatCode>General</c:formatCode>
                <c:ptCount val="10"/>
                <c:pt idx="0">
                  <c:v>0.4050234337</c:v>
                </c:pt>
                <c:pt idx="1">
                  <c:v>0.4451592315</c:v>
                </c:pt>
                <c:pt idx="2">
                  <c:v>0.485681516</c:v>
                </c:pt>
                <c:pt idx="3">
                  <c:v>0.5582322619</c:v>
                </c:pt>
                <c:pt idx="4">
                  <c:v>0.7070178281</c:v>
                </c:pt>
                <c:pt idx="5">
                  <c:v>0.8201252415</c:v>
                </c:pt>
                <c:pt idx="6">
                  <c:v>0.88896984</c:v>
                </c:pt>
                <c:pt idx="7">
                  <c:v>1.0782440147</c:v>
                </c:pt>
                <c:pt idx="8">
                  <c:v>1.1082909205</c:v>
                </c:pt>
                <c:pt idx="9">
                  <c:v>1.1773940229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er>
        <c:ser>
          <c:idx val="13"/>
          <c:order val="13"/>
          <c:tx>
            <c:v>Neuron 13</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Data'!$AA$2:$AA$5</c:f>
              <c:numCache>
                <c:formatCode>General</c:formatCode>
                <c:ptCount val="4"/>
                <c:pt idx="0">
                  <c:v>0.5204861493</c:v>
                </c:pt>
                <c:pt idx="1">
                  <c:v>0.5578783997</c:v>
                </c:pt>
                <c:pt idx="2">
                  <c:v>0.5713311859</c:v>
                </c:pt>
                <c:pt idx="3">
                  <c:v>1.1660687446</c:v>
                </c:pt>
              </c:numCache>
            </c:numRef>
          </c:xVal>
          <c:yVal>
            <c:numRef>
              <c:f>'Chart Data'!$AB$2:$AB$5</c:f>
              <c:numCache>
                <c:formatCode>0</c:formatCode>
                <c:ptCount val="4"/>
                <c:pt idx="0">
                  <c:v>13</c:v>
                </c:pt>
                <c:pt idx="1">
                  <c:v>13</c:v>
                </c:pt>
                <c:pt idx="2">
                  <c:v>13</c:v>
                </c:pt>
                <c:pt idx="3">
                  <c:v>13</c:v>
                </c:pt>
              </c:numCache>
            </c:numRef>
          </c:yVal>
        </c:ser>
        <c:ser>
          <c:idx val="14"/>
          <c:order val="14"/>
          <c:tx>
            <c:v>Neuron 14</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Data'!$AC$2:$AC$8</c:f>
              <c:numCache>
                <c:formatCode>General</c:formatCode>
                <c:ptCount val="7"/>
                <c:pt idx="0">
                  <c:v>0.4870833218</c:v>
                </c:pt>
                <c:pt idx="1">
                  <c:v>0.5469748771</c:v>
                </c:pt>
                <c:pt idx="2">
                  <c:v>0.7642260368</c:v>
                </c:pt>
                <c:pt idx="3">
                  <c:v>0.8389353532</c:v>
                </c:pt>
                <c:pt idx="4">
                  <c:v>0.9857575324</c:v>
                </c:pt>
                <c:pt idx="5">
                  <c:v>1.144002292</c:v>
                </c:pt>
                <c:pt idx="6">
                  <c:v>1.1848800119</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er>
        <c:ser>
          <c:idx val="15"/>
          <c:order val="15"/>
          <c:tx>
            <c:v>Neuron 15</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Data'!$AE$2:$AE$6</c:f>
              <c:numCache>
                <c:formatCode>General</c:formatCode>
                <c:ptCount val="5"/>
                <c:pt idx="0">
                  <c:v>0.6462394695</c:v>
                </c:pt>
                <c:pt idx="1">
                  <c:v>0.7344848694</c:v>
                </c:pt>
                <c:pt idx="2">
                  <c:v>0.8004454374</c:v>
                </c:pt>
                <c:pt idx="3">
                  <c:v>0.956926854</c:v>
                </c:pt>
                <c:pt idx="4">
                  <c:v>0.9873064836</c:v>
                </c:pt>
              </c:numCache>
            </c:numRef>
          </c:xVal>
          <c:yVal>
            <c:numRef>
              <c:f>'Chart Data'!$AF$2:$AF$6</c:f>
              <c:numCache>
                <c:formatCode>0</c:formatCode>
                <c:ptCount val="5"/>
                <c:pt idx="0">
                  <c:v>15</c:v>
                </c:pt>
                <c:pt idx="1">
                  <c:v>15</c:v>
                </c:pt>
                <c:pt idx="2">
                  <c:v>15</c:v>
                </c:pt>
                <c:pt idx="3">
                  <c:v>15</c:v>
                </c:pt>
                <c:pt idx="4">
                  <c:v>15</c:v>
                </c:pt>
              </c:numCache>
            </c:numRef>
          </c:yVal>
        </c:ser>
        <c:ser>
          <c:idx val="16"/>
          <c:order val="16"/>
          <c:tx>
            <c:v>Neuron 16</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Data'!$AG$2:$AG$5</c:f>
              <c:numCache>
                <c:formatCode>General</c:formatCode>
                <c:ptCount val="4"/>
                <c:pt idx="0">
                  <c:v>0.584506021</c:v>
                </c:pt>
                <c:pt idx="1">
                  <c:v>0.8456386028</c:v>
                </c:pt>
                <c:pt idx="2">
                  <c:v>1.140681508</c:v>
                </c:pt>
                <c:pt idx="3">
                  <c:v>1.1560673611</c:v>
                </c:pt>
              </c:numCache>
            </c:numRef>
          </c:xVal>
          <c:yVal>
            <c:numRef>
              <c:f>'Chart Data'!$AH$2:$AH$5</c:f>
              <c:numCache>
                <c:formatCode>0</c:formatCode>
                <c:ptCount val="4"/>
                <c:pt idx="0">
                  <c:v>16</c:v>
                </c:pt>
                <c:pt idx="1">
                  <c:v>16</c:v>
                </c:pt>
                <c:pt idx="2">
                  <c:v>16</c:v>
                </c:pt>
                <c:pt idx="3">
                  <c:v>16</c:v>
                </c:pt>
              </c:numCache>
            </c:numRef>
          </c:yVal>
        </c:ser>
        <c:ser>
          <c:idx val="17"/>
          <c:order val="17"/>
          <c:tx>
            <c:v>Neuron 17</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Data'!$AI$2:$AI$5</c:f>
              <c:numCache>
                <c:formatCode>General</c:formatCode>
                <c:ptCount val="4"/>
                <c:pt idx="0">
                  <c:v>0.6394282543</c:v>
                </c:pt>
                <c:pt idx="1">
                  <c:v>0.7672414809</c:v>
                </c:pt>
                <c:pt idx="2">
                  <c:v>0.7927159597</c:v>
                </c:pt>
                <c:pt idx="3">
                  <c:v>1.0425412285</c:v>
                </c:pt>
              </c:numCache>
            </c:numRef>
          </c:xVal>
          <c:yVal>
            <c:numRef>
              <c:f>'Chart Data'!$AJ$2:$AJ$5</c:f>
              <c:numCache>
                <c:formatCode>0</c:formatCode>
                <c:ptCount val="4"/>
                <c:pt idx="0">
                  <c:v>17</c:v>
                </c:pt>
                <c:pt idx="1">
                  <c:v>17</c:v>
                </c:pt>
                <c:pt idx="2">
                  <c:v>17</c:v>
                </c:pt>
                <c:pt idx="3">
                  <c:v>17</c:v>
                </c:pt>
              </c:numCache>
            </c:numRef>
          </c:yVal>
        </c:ser>
        <c:ser>
          <c:idx val="18"/>
          <c:order val="18"/>
          <c:tx>
            <c:v>Neuron 18</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Data'!$AK$2:$AK$6</c:f>
              <c:numCache>
                <c:formatCode>General</c:formatCode>
                <c:ptCount val="5"/>
                <c:pt idx="0">
                  <c:v>0.6938198832</c:v>
                </c:pt>
                <c:pt idx="1">
                  <c:v>0.7511676478</c:v>
                </c:pt>
                <c:pt idx="2">
                  <c:v>0.8568240427</c:v>
                </c:pt>
                <c:pt idx="3">
                  <c:v>1.1385738722</c:v>
                </c:pt>
                <c:pt idx="4">
                  <c:v>1.1905349036</c:v>
                </c:pt>
              </c:numCache>
            </c:numRef>
          </c:xVal>
          <c:yVal>
            <c:numRef>
              <c:f>'Chart Data'!$AL$2:$AL$6</c:f>
              <c:numCache>
                <c:formatCode>0</c:formatCode>
                <c:ptCount val="5"/>
                <c:pt idx="0">
                  <c:v>18</c:v>
                </c:pt>
                <c:pt idx="1">
                  <c:v>18</c:v>
                </c:pt>
                <c:pt idx="2">
                  <c:v>18</c:v>
                </c:pt>
                <c:pt idx="3">
                  <c:v>18</c:v>
                </c:pt>
                <c:pt idx="4">
                  <c:v>18</c:v>
                </c:pt>
              </c:numCache>
            </c:numRef>
          </c:yVal>
        </c:ser>
        <c:ser>
          <c:idx val="19"/>
          <c:order val="19"/>
          <c:tx>
            <c:v>Neuron 19</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Data'!$AM$2:$AM$4</c:f>
              <c:numCache>
                <c:formatCode>General</c:formatCode>
                <c:ptCount val="3"/>
                <c:pt idx="0">
                  <c:v>0.4874617763</c:v>
                </c:pt>
                <c:pt idx="1">
                  <c:v>0.6424817567</c:v>
                </c:pt>
                <c:pt idx="2">
                  <c:v>0.971951415</c:v>
                </c:pt>
              </c:numCache>
            </c:numRef>
          </c:xVal>
          <c:yVal>
            <c:numRef>
              <c:f>'Chart Data'!$AN$2:$AN$4</c:f>
              <c:numCache>
                <c:formatCode>0</c:formatCode>
                <c:ptCount val="3"/>
                <c:pt idx="0">
                  <c:v>19</c:v>
                </c:pt>
                <c:pt idx="1">
                  <c:v>19</c:v>
                </c:pt>
                <c:pt idx="2">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Neuron index</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10"/>
      </c:valAx>
      <c:valAx>
        <c:axId val="48650112"/>
        <c:scaling>
          <c:orientation val="minMax"/>
          <c:max val="1.2"/>
          <c:min val="0.4"/>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ser>
          <c:idx val="0"/>
          <c:order val="0"/>
          <c:tx>
            <c:v>Output</c:v>
          </c:tx>
          <c:spPr>
            <a:ln xmlns:a="http://schemas.openxmlformats.org/drawingml/2006/main" w="20955">
              <a:solidFill>
                <a:srgbClr val="176B87"/>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-0.3322038547</c:v>
                </c:pt>
                <c:pt idx="1">
                  <c:v>-0.2611583275</c:v>
                </c:pt>
                <c:pt idx="2">
                  <c:v>-0.1962524931</c:v>
                </c:pt>
                <c:pt idx="3">
                  <c:v>-0.1370564653</c:v>
                </c:pt>
                <c:pt idx="4">
                  <c:v>-0.0831676861</c:v>
                </c:pt>
                <c:pt idx="5">
                  <c:v>-0.0342092822</c:v>
                </c:pt>
                <c:pt idx="6">
                  <c:v>0.1776631197</c:v>
                </c:pt>
                <c:pt idx="7">
                  <c:v>0.3689506128</c:v>
                </c:pt>
                <c:pt idx="8">
                  <c:v>0.5411571196</c:v>
                </c:pt>
                <c:pt idx="9">
                  <c:v>0.695688831</c:v>
                </c:pt>
                <c:pt idx="10">
                  <c:v>0.8338601619</c:v>
                </c:pt>
                <c:pt idx="11">
                  <c:v>1.0270444955</c:v>
                </c:pt>
                <c:pt idx="12">
                  <c:v>1.1994020129</c:v>
                </c:pt>
                <c:pt idx="13">
                  <c:v>1.4362414089</c:v>
                </c:pt>
                <c:pt idx="14">
                  <c:v>1.6471263571</c:v>
                </c:pt>
                <c:pt idx="15">
                  <c:v>1.8340251454</c:v>
                </c:pt>
                <c:pt idx="16">
                  <c:v>1.998775807</c:v>
                </c:pt>
                <c:pt idx="17">
                  <c:v>2.143094144</c:v>
                </c:pt>
                <c:pt idx="18">
                  <c:v>2.2685812781</c:v>
                </c:pt>
                <c:pt idx="19">
                  <c:v>2.4759489249</c:v>
                </c:pt>
                <c:pt idx="20">
                  <c:v>2.6576937156</c:v>
                </c:pt>
                <c:pt idx="21">
                  <c:v>2.8158216948</c:v>
                </c:pt>
                <c:pt idx="22">
                  <c:v>2.9522041809</c:v>
                </c:pt>
                <c:pt idx="23">
                  <c:v>3.0685861361</c:v>
                </c:pt>
                <c:pt idx="24">
                  <c:v>3.2637211271</c:v>
                </c:pt>
                <c:pt idx="25">
                  <c:v>3.2675208507</c:v>
                </c:pt>
                <c:pt idx="26">
                  <c:v>3.2631869589</c:v>
                </c:pt>
                <c:pt idx="27">
                  <c:v>3.251503776</c:v>
                </c:pt>
                <c:pt idx="28">
                  <c:v>3.2331984688</c:v>
                </c:pt>
                <c:pt idx="29">
                  <c:v>3.2089447561</c:v>
                </c:pt>
                <c:pt idx="30">
                  <c:v>3.1793663926</c:v>
                </c:pt>
                <c:pt idx="31">
                  <c:v>3.1450404402</c:v>
                </c:pt>
                <c:pt idx="32">
                  <c:v>3.1065003382</c:v>
                </c:pt>
                <c:pt idx="33">
                  <c:v>3.2394535366</c:v>
                </c:pt>
                <c:pt idx="34">
                  <c:v>3.1870465697</c:v>
                </c:pt>
                <c:pt idx="35">
                  <c:v>3.1320461748</c:v>
                </c:pt>
                <c:pt idx="36">
                  <c:v>3.0748299714</c:v>
                </c:pt>
                <c:pt idx="37">
                  <c:v>3.0157449143</c:v>
                </c:pt>
                <c:pt idx="38">
                  <c:v>2.9551093864</c:v>
                </c:pt>
                <c:pt idx="39">
                  <c:v>2.9859684054</c:v>
                </c:pt>
                <c:pt idx="40">
                  <c:v>2.9194411485</c:v>
                </c:pt>
                <c:pt idx="41">
                  <c:v>2.8523007049</c:v>
                </c:pt>
                <c:pt idx="42">
                  <c:v>2.7847651251</c:v>
                </c:pt>
                <c:pt idx="43">
                  <c:v>2.7170326494</c:v>
                </c:pt>
                <c:pt idx="44">
                  <c:v>2.6492831212</c:v>
                </c:pt>
                <c:pt idx="45">
                  <c:v>2.5816793102</c:v>
                </c:pt>
                <c:pt idx="46">
                  <c:v>2.5456503591</c:v>
                </c:pt>
                <c:pt idx="47">
                  <c:v>2.5069950109</c:v>
                </c:pt>
                <c:pt idx="48">
                  <c:v>2.4660551448</c:v>
                </c:pt>
                <c:pt idx="49">
                  <c:v>2.4231455396</c:v>
                </c:pt>
                <c:pt idx="50">
                  <c:v>2.3785557043</c:v>
                </c:pt>
                <c:pt idx="51">
                  <c:v>2.3325515939</c:v>
                </c:pt>
                <c:pt idx="52">
                  <c:v>2.2853772184</c:v>
                </c:pt>
                <c:pt idx="53">
                  <c:v>2.2372561508</c:v>
                </c:pt>
                <c:pt idx="54">
                  <c:v>2.1883929401</c:v>
                </c:pt>
                <c:pt idx="55">
                  <c:v>2.138974435</c:v>
                </c:pt>
                <c:pt idx="56">
                  <c:v>2.089171024</c:v>
                </c:pt>
                <c:pt idx="57">
                  <c:v>2.0169793288</c:v>
                </c:pt>
                <c:pt idx="58">
                  <c:v>1.967727066</c:v>
                </c:pt>
                <c:pt idx="59">
                  <c:v>1.918481401</c:v>
                </c:pt>
                <c:pt idx="60">
                  <c:v>1.8693588401</c:v>
                </c:pt>
                <c:pt idx="61">
                  <c:v>1.82046451</c:v>
                </c:pt>
                <c:pt idx="62">
                  <c:v>1.77189299</c:v>
                </c:pt>
                <c:pt idx="63">
                  <c:v>1.7237290915</c:v>
                </c:pt>
                <c:pt idx="64">
                  <c:v>1.6760485853</c:v>
                </c:pt>
                <c:pt idx="65">
                  <c:v>1.6289188819</c:v>
                </c:pt>
                <c:pt idx="66">
                  <c:v>1.5823996667</c:v>
                </c:pt>
                <c:pt idx="67">
                  <c:v>1.5365434934</c:v>
                </c:pt>
                <c:pt idx="68">
                  <c:v>1.4913963371</c:v>
                </c:pt>
                <c:pt idx="69">
                  <c:v>1.4469981116</c:v>
                </c:pt>
                <c:pt idx="70">
                  <c:v>1.403383151</c:v>
                </c:pt>
                <c:pt idx="71">
                  <c:v>1.360580659</c:v>
                </c:pt>
                <c:pt idx="72">
                  <c:v>1.3186151275</c:v>
                </c:pt>
                <c:pt idx="73">
                  <c:v>1.2775067273</c:v>
                </c:pt>
                <c:pt idx="74">
                  <c:v>1.2372716707</c:v>
                </c:pt>
                <c:pt idx="75">
                  <c:v>1.1979225499</c:v>
                </c:pt>
                <c:pt idx="76">
                  <c:v>1.201907607</c:v>
                </c:pt>
                <c:pt idx="77">
                  <c:v>1.1626891242</c:v>
                </c:pt>
                <c:pt idx="78">
                  <c:v>0.9798157788</c:v>
                </c:pt>
                <c:pt idx="79">
                  <c:v>0.9482070784</c:v>
                </c:pt>
                <c:pt idx="80">
                  <c:v>0.9173509675</c:v>
                </c:pt>
                <c:pt idx="81">
                  <c:v>0.8872492212</c:v>
                </c:pt>
                <c:pt idx="82">
                  <c:v>0.8579016512</c:v>
                </c:pt>
                <c:pt idx="83">
                  <c:v>0.8721914766</c:v>
                </c:pt>
                <c:pt idx="84">
                  <c:v>0.8426611661</c:v>
                </c:pt>
                <c:pt idx="85">
                  <c:v>0.8139367084</c:v>
                </c:pt>
                <c:pt idx="86">
                  <c:v>0.7860097397</c:v>
                </c:pt>
                <c:pt idx="87">
                  <c:v>0.7901530041</c:v>
                </c:pt>
                <c:pt idx="88">
                  <c:v>0.3864253501</c:v>
                </c:pt>
                <c:pt idx="89">
                  <c:v>0.0201983227</c:v>
                </c:pt>
                <c:pt idx="90">
                  <c:v>-0.3112256382</c:v>
                </c:pt>
                <c:pt idx="91">
                  <c:v>-0.6103701677</c:v>
                </c:pt>
                <c:pt idx="92">
                  <c:v>-0.8795955238</c:v>
                </c:pt>
                <c:pt idx="93">
                  <c:v>-1.1211085211</c:v>
                </c:pt>
                <c:pt idx="94">
                  <c:v>-1.3824600694</c:v>
                </c:pt>
                <c:pt idx="95">
                  <c:v>-1.5728154495</c:v>
                </c:pt>
                <c:pt idx="96">
                  <c:v>-1.74131507</c:v>
                </c:pt>
                <c:pt idx="97">
                  <c:v>-1.8896379935</c:v>
                </c:pt>
                <c:pt idx="98">
                  <c:v>-2.0193514901</c:v>
                </c:pt>
                <c:pt idx="99">
                  <c:v>-2.1319179486</c:v>
                </c:pt>
                <c:pt idx="100">
                  <c:v>-2.2287013783</c:v>
                </c:pt>
                <c:pt idx="101">
                  <c:v>-2.3109735268</c:v>
                </c:pt>
                <c:pt idx="102">
                  <c:v>-2.3799196351</c:v>
                </c:pt>
                <c:pt idx="103">
                  <c:v>-2.4366438506</c:v>
                </c:pt>
                <c:pt idx="104">
                  <c:v>-2.4821743177</c:v>
                </c:pt>
                <c:pt idx="105">
                  <c:v>-2.6361091408</c:v>
                </c:pt>
                <c:pt idx="106">
                  <c:v>-2.6573985335</c:v>
                </c:pt>
                <c:pt idx="107">
                  <c:v>-2.6703411668</c:v>
                </c:pt>
                <c:pt idx="108">
                  <c:v>-2.6757005548</c:v>
                </c:pt>
                <c:pt idx="109">
                  <c:v>-2.6741855912</c:v>
                </c:pt>
                <c:pt idx="110">
                  <c:v>-2.7161407296</c:v>
                </c:pt>
                <c:pt idx="111">
                  <c:v>-2.7008519929</c:v>
                </c:pt>
                <c:pt idx="112">
                  <c:v>-2.7399081559</c:v>
                </c:pt>
                <c:pt idx="113">
                  <c:v>-2.7128734246</c:v>
                </c:pt>
                <c:pt idx="114">
                  <c:v>-2.6819586315</c:v>
                </c:pt>
                <c:pt idx="115">
                  <c:v>-2.6476065461</c:v>
                </c:pt>
                <c:pt idx="116">
                  <c:v>-2.610225979</c:v>
                </c:pt>
                <c:pt idx="117">
                  <c:v>-2.5701940404</c:v>
                </c:pt>
                <c:pt idx="118">
                  <c:v>-2.5981385474</c:v>
                </c:pt>
                <c:pt idx="119">
                  <c:v>-2.551059781</c:v>
                </c:pt>
                <c:pt idx="120">
                  <c:v>-2.5023932797</c:v>
                </c:pt>
                <c:pt idx="121">
                  <c:v>-2.6997652537</c:v>
                </c:pt>
                <c:pt idx="122">
                  <c:v>-2.871933223</c:v>
                </c:pt>
                <c:pt idx="123">
                  <c:v>-2.9655734674</c:v>
                </c:pt>
                <c:pt idx="124">
                  <c:v>-3.0953377461</c:v>
                </c:pt>
                <c:pt idx="125">
                  <c:v>-3.2053908465</c:v>
                </c:pt>
                <c:pt idx="126">
                  <c:v>-3.2973467663</c:v>
                </c:pt>
                <c:pt idx="127">
                  <c:v>-3.3727089564</c:v>
                </c:pt>
                <c:pt idx="128">
                  <c:v>-3.4328772648</c:v>
                </c:pt>
                <c:pt idx="129">
                  <c:v>-3.4791544661</c:v>
                </c:pt>
                <c:pt idx="130">
                  <c:v>-3.5127524004</c:v>
                </c:pt>
                <c:pt idx="131">
                  <c:v>-3.5347977444</c:v>
                </c:pt>
                <c:pt idx="132">
                  <c:v>-3.5463374361</c:v>
                </c:pt>
                <c:pt idx="133">
                  <c:v>-3.5483437725</c:v>
                </c:pt>
                <c:pt idx="134">
                  <c:v>-3.5417192001</c:v>
                </c:pt>
                <c:pt idx="135">
                  <c:v>-3.5273008156</c:v>
                </c:pt>
                <c:pt idx="136">
                  <c:v>-3.5058645932</c:v>
                </c:pt>
                <c:pt idx="137">
                  <c:v>-3.4781293561</c:v>
                </c:pt>
                <c:pt idx="138">
                  <c:v>-3.4447605051</c:v>
                </c:pt>
                <c:pt idx="139">
                  <c:v>-3.4063735194</c:v>
                </c:pt>
                <c:pt idx="140">
                  <c:v>-3.3635372438</c:v>
                </c:pt>
                <c:pt idx="141">
                  <c:v>-3.3167769732</c:v>
                </c:pt>
                <c:pt idx="142">
                  <c:v>-3.2665773477</c:v>
                </c:pt>
                <c:pt idx="143">
                  <c:v>-3.2133850685</c:v>
                </c:pt>
                <c:pt idx="144">
                  <c:v>-3.1576114457</c:v>
                </c:pt>
                <c:pt idx="145">
                  <c:v>-3.1217932559</c:v>
                </c:pt>
                <c:pt idx="146">
                  <c:v>-3.061091208</c:v>
                </c:pt>
                <c:pt idx="147">
                  <c:v>-2.9988847069</c:v>
                </c:pt>
                <c:pt idx="148">
                  <c:v>-3.1584717179</c:v>
                </c:pt>
                <c:pt idx="149">
                  <c:v>-3.2953593738</c:v>
                </c:pt>
                <c:pt idx="150">
                  <c:v>-3.4113822071</c:v>
                </c:pt>
                <c:pt idx="151">
                  <c:v>-3.5082498</c:v>
                </c:pt>
                <c:pt idx="152">
                  <c:v>-3.5875546083</c:v>
                </c:pt>
                <c:pt idx="153">
                  <c:v>-3.65077932</c:v>
                </c:pt>
                <c:pt idx="154">
                  <c:v>-3.6993037742</c:v>
                </c:pt>
                <c:pt idx="155">
                  <c:v>-3.7344114667</c:v>
                </c:pt>
                <c:pt idx="156">
                  <c:v>-3.757295665</c:v>
                </c:pt>
                <c:pt idx="157">
                  <c:v>-3.7690651568</c:v>
                </c:pt>
                <c:pt idx="158">
                  <c:v>-3.7707496517</c:v>
                </c:pt>
                <c:pt idx="159">
                  <c:v>-3.9793820087</c:v>
                </c:pt>
                <c:pt idx="160">
                  <c:v>-4.1586951372</c:v>
                </c:pt>
                <c:pt idx="161">
                  <c:v>-4.3110526218</c:v>
                </c:pt>
                <c:pt idx="162">
                  <c:v>-4.4386572386</c:v>
                </c:pt>
                <c:pt idx="163">
                  <c:v>-4.5435610179</c:v>
                </c:pt>
                <c:pt idx="164">
                  <c:v>-4.6276747091</c:v>
                </c:pt>
                <c:pt idx="165">
                  <c:v>-4.6927766806</c:v>
                </c:pt>
                <c:pt idx="166">
                  <c:v>-4.740521287</c:v>
                </c:pt>
                <c:pt idx="167">
                  <c:v>-4.7724467363</c:v>
                </c:pt>
                <c:pt idx="168">
                  <c:v>-4.7899824834</c:v>
                </c:pt>
                <c:pt idx="169">
                  <c:v>-4.7944561795</c:v>
                </c:pt>
                <c:pt idx="170">
                  <c:v>-4.7871002021</c:v>
                </c:pt>
                <c:pt idx="171">
                  <c:v>-4.7690577903</c:v>
                </c:pt>
                <c:pt idx="172">
                  <c:v>-4.9887481682</c:v>
                </c:pt>
                <c:pt idx="173">
                  <c:v>-5.1756661606</c:v>
                </c:pt>
                <c:pt idx="174">
                  <c:v>-5.3324858749</c:v>
                </c:pt>
                <c:pt idx="175">
                  <c:v>-5.4616985346</c:v>
                </c:pt>
                <c:pt idx="176">
                  <c:v>-5.5656239569</c:v>
                </c:pt>
                <c:pt idx="177">
                  <c:v>-5.7063345272</c:v>
                </c:pt>
                <c:pt idx="178">
                  <c:v>-5.8200818057</c:v>
                </c:pt>
                <c:pt idx="179">
                  <c:v>-5.7049918415</c:v>
                </c:pt>
                <c:pt idx="180">
                  <c:v>-5.5872844185</c:v>
                </c:pt>
                <c:pt idx="181">
                  <c:v>-5.4674885962</c:v>
                </c:pt>
                <c:pt idx="182">
                  <c:v>-5.3460880545</c:v>
                </c:pt>
                <c:pt idx="183">
                  <c:v>-5.2235242623</c:v>
                </c:pt>
                <c:pt idx="184">
                  <c:v>-5.1607425857</c:v>
                </c:pt>
                <c:pt idx="185">
                  <c:v>-5.091660193</c:v>
                </c:pt>
                <c:pt idx="186">
                  <c:v>-5.1701438224</c:v>
                </c:pt>
                <c:pt idx="187">
                  <c:v>-4.9206931105</c:v>
                </c:pt>
                <c:pt idx="188">
                  <c:v>-4.9538329162</c:v>
                </c:pt>
                <c:pt idx="189">
                  <c:v>-4.9720360188</c:v>
                </c:pt>
                <c:pt idx="190">
                  <c:v>-4.9766805362</c:v>
                </c:pt>
                <c:pt idx="191">
                  <c:v>-4.9690456912</c:v>
                </c:pt>
                <c:pt idx="192">
                  <c:v>-4.9503181795</c:v>
                </c:pt>
                <c:pt idx="193">
                  <c:v>-4.9215981527</c:v>
                </c:pt>
                <c:pt idx="194">
                  <c:v>-4.8839048367</c:v>
                </c:pt>
                <c:pt idx="195">
                  <c:v>-4.7739638801</c:v>
                </c:pt>
                <c:pt idx="196">
                  <c:v>-4.6631299861</c:v>
                </c:pt>
                <c:pt idx="197">
                  <c:v>-4.5517517551</c:v>
                </c:pt>
                <c:pt idx="198">
                  <c:v>-4.4401459083</c:v>
                </c:pt>
                <c:pt idx="199">
                  <c:v>-4.3285995685</c:v>
                </c:pt>
                <c:pt idx="200">
                  <c:v>-4.2173723935</c:v>
                </c:pt>
                <c:pt idx="201">
                  <c:v>-4.1066985723</c:v>
                </c:pt>
                <c:pt idx="202">
                  <c:v>-3.9967886916</c:v>
                </c:pt>
                <c:pt idx="203">
                  <c:v>-3.8878314811</c:v>
                </c:pt>
                <c:pt idx="204">
                  <c:v>-3.7799954445</c:v>
                </c:pt>
                <c:pt idx="205">
                  <c:v>-3.6734303834</c:v>
                </c:pt>
                <c:pt idx="206">
                  <c:v>-3.4320593932</c:v>
                </c:pt>
                <c:pt idx="207">
                  <c:v>-3.2054944993</c:v>
                </c:pt>
                <c:pt idx="208">
                  <c:v>-2.9928656158</c:v>
                </c:pt>
                <c:pt idx="209">
                  <c:v>-2.7933523084</c:v>
                </c:pt>
                <c:pt idx="210">
                  <c:v>-2.6061810212</c:v>
                </c:pt>
                <c:pt idx="211">
                  <c:v>-2.3604773181</c:v>
                </c:pt>
                <c:pt idx="212">
                  <c:v>-2.1325408556</c:v>
                </c:pt>
                <c:pt idx="213">
                  <c:v>-1.8374862943</c:v>
                </c:pt>
                <c:pt idx="214">
                  <c:v>-1.5661392988</c:v>
                </c:pt>
                <c:pt idx="215">
                  <c:v>-1.3168892136</c:v>
                </c:pt>
                <c:pt idx="216">
                  <c:v>-1.0882260982</c:v>
                </c:pt>
                <c:pt idx="217">
                  <c:v>-0.8787347343</c:v>
                </c:pt>
                <c:pt idx="218">
                  <c:v>-0.6870889783</c:v>
                </c:pt>
                <c:pt idx="219">
                  <c:v>-0.4128282691</c:v>
                </c:pt>
                <c:pt idx="220">
                  <c:v>0.0115297737</c:v>
                </c:pt>
                <c:pt idx="221">
                  <c:v>0.2304746533</c:v>
                </c:pt>
                <c:pt idx="222">
                  <c:v>0.428035973</c:v>
                </c:pt>
                <c:pt idx="223">
                  <c:v>0.6057787343</c:v>
                </c:pt>
                <c:pt idx="224">
                  <c:v>0.6870784859</c:v>
                </c:pt>
                <c:pt idx="225">
                  <c:v>0.7590072796</c:v>
                </c:pt>
                <c:pt idx="226">
                  <c:v>0.8222857924</c:v>
                </c:pt>
                <c:pt idx="227">
                  <c:v>0.877586695</c:v>
                </c:pt>
                <c:pt idx="228">
                  <c:v>0.9255376203</c:v>
                </c:pt>
                <c:pt idx="229">
                  <c:v>0.9667239567</c:v>
                </c:pt>
                <c:pt idx="230">
                  <c:v>1.0016914753</c:v>
                </c:pt>
                <c:pt idx="231">
                  <c:v>1.0309488022</c:v>
                </c:pt>
                <c:pt idx="232">
                  <c:v>1.0549697435</c:v>
                </c:pt>
                <c:pt idx="233">
                  <c:v>1.0741954716</c:v>
                </c:pt>
                <c:pt idx="234">
                  <c:v>1.0890365817</c:v>
                </c:pt>
                <c:pt idx="235">
                  <c:v>1.0998750247</c:v>
                </c:pt>
                <c:pt idx="236">
                  <c:v>1.1070659249</c:v>
                </c:pt>
                <c:pt idx="237">
                  <c:v>1.1109392877</c:v>
                </c:pt>
                <c:pt idx="238">
                  <c:v>1.1118016055</c:v>
                </c:pt>
                <c:pt idx="239">
                  <c:v>1.109937366</c:v>
                </c:pt>
                <c:pt idx="240">
                  <c:v>1.1462380879</c:v>
                </c:pt>
                <c:pt idx="241">
                  <c:v>1.1763579329</c:v>
                </c:pt>
                <c:pt idx="242">
                  <c:v>1.2008134472</c:v>
                </c:pt>
                <c:pt idx="243">
                  <c:v>1.0374951278</c:v>
                </c:pt>
                <c:pt idx="244">
                  <c:v>0.8872508476</c:v>
                </c:pt>
                <c:pt idx="245">
                  <c:v>0.7491938136</c:v>
                </c:pt>
                <c:pt idx="246">
                  <c:v>0.6224926342</c:v>
                </c:pt>
                <c:pt idx="247">
                  <c:v>0.5916372703</c:v>
                </c:pt>
                <c:pt idx="248">
                  <c:v>0.4135527172</c:v>
                </c:pt>
                <c:pt idx="249">
                  <c:v>0.2514314863</c:v>
                </c:pt>
                <c:pt idx="250">
                  <c:v>0.1041400832</c:v>
                </c:pt>
                <c:pt idx="251">
                  <c:v>-0.0293823941</c:v>
                </c:pt>
                <c:pt idx="252">
                  <c:v>-0.1501286397</c:v>
                </c:pt>
                <c:pt idx="253">
                  <c:v>-0.2590272694</c:v>
                </c:pt>
                <c:pt idx="254">
                  <c:v>-0.3569467101</c:v>
                </c:pt>
                <c:pt idx="255">
                  <c:v>-0.4446988616</c:v>
                </c:pt>
                <c:pt idx="256">
                  <c:v>-0.5230425449</c:v>
                </c:pt>
                <c:pt idx="257">
                  <c:v>-0.5926867482</c:v>
                </c:pt>
                <c:pt idx="258">
                  <c:v>-0.5012374006</c:v>
                </c:pt>
                <c:pt idx="259">
                  <c:v>-0.5614341042</c:v>
                </c:pt>
                <c:pt idx="260">
                  <c:v>-0.6145669243</c:v>
                </c:pt>
                <c:pt idx="261">
                  <c:v>-0.6611816983</c:v>
                </c:pt>
                <c:pt idx="262">
                  <c:v>-0.7017878236</c:v>
                </c:pt>
                <c:pt idx="263">
                  <c:v>-0.7368605145</c:v>
                </c:pt>
                <c:pt idx="264">
                  <c:v>-0.7668429239</c:v>
                </c:pt>
                <c:pt idx="265">
                  <c:v>-0.792148141</c:v>
                </c:pt>
                <c:pt idx="266">
                  <c:v>-0.8131610692</c:v>
                </c:pt>
                <c:pt idx="267">
                  <c:v>-0.8302401932</c:v>
                </c:pt>
                <c:pt idx="268">
                  <c:v>-0.8437192401</c:v>
                </c:pt>
                <c:pt idx="269">
                  <c:v>-0.8539087416</c:v>
                </c:pt>
                <c:pt idx="270">
                  <c:v>-0.8610975029</c:v>
                </c:pt>
                <c:pt idx="271">
                  <c:v>-0.690339233</c:v>
                </c:pt>
                <c:pt idx="272">
                  <c:v>-0.6991914733</c:v>
                </c:pt>
                <c:pt idx="273">
                  <c:v>-0.7055382363</c:v>
                </c:pt>
                <c:pt idx="274">
                  <c:v>-0.7096028536</c:v>
                </c:pt>
                <c:pt idx="275">
                  <c:v>-0.711592832</c:v>
                </c:pt>
                <c:pt idx="276">
                  <c:v>-0.6692619107</c:v>
                </c:pt>
                <c:pt idx="277">
                  <c:v>-0.6693329149</c:v>
                </c:pt>
                <c:pt idx="278">
                  <c:v>-0.812426566</c:v>
                </c:pt>
                <c:pt idx="279">
                  <c:v>-0.8037781384</c:v>
                </c:pt>
                <c:pt idx="280">
                  <c:v>-0.7940408757</c:v>
                </c:pt>
                <c:pt idx="281">
                  <c:v>-0.7833415551</c:v>
                </c:pt>
                <c:pt idx="282">
                  <c:v>-0.7717971774</c:v>
                </c:pt>
                <c:pt idx="283">
                  <c:v>-0.7166304366</c:v>
                </c:pt>
                <c:pt idx="284">
                  <c:v>-0.7053946619</c:v>
                </c:pt>
                <c:pt idx="285">
                  <c:v>-0.6007970373</c:v>
                </c:pt>
                <c:pt idx="286">
                  <c:v>-0.5920714755</c:v>
                </c:pt>
                <c:pt idx="287">
                  <c:v>-0.5827679777</c:v>
                </c:pt>
                <c:pt idx="288">
                  <c:v>-0.572963671</c:v>
                </c:pt>
                <c:pt idx="289">
                  <c:v>-0.5627295338</c:v>
                </c:pt>
                <c:pt idx="290">
                  <c:v>-0.5521308125</c:v>
                </c:pt>
                <c:pt idx="291">
                  <c:v>-0.5412274115</c:v>
                </c:pt>
                <c:pt idx="292">
                  <c:v>-0.5300742597</c:v>
                </c:pt>
                <c:pt idx="293">
                  <c:v>-0.5187216523</c:v>
                </c:pt>
                <c:pt idx="294">
                  <c:v>-0.5527037584</c:v>
                </c:pt>
                <c:pt idx="295">
                  <c:v>-0.6566947233</c:v>
                </c:pt>
                <c:pt idx="296">
                  <c:v>-0.7492276457</c:v>
                </c:pt>
                <c:pt idx="297">
                  <c:v>-0.8311728067</c:v>
                </c:pt>
                <c:pt idx="298">
                  <c:v>-0.9033428527</c:v>
                </c:pt>
                <c:pt idx="299">
                  <c:v>-0.9664963474</c:v>
                </c:pt>
                <c:pt idx="300">
                  <c:v>-1.0213411142</c:v>
                </c:pt>
                <c:pt idx="301">
                  <c:v>-1.0685373811</c:v>
                </c:pt>
                <c:pt idx="302">
                  <c:v>-1.1087007394</c:v>
                </c:pt>
                <c:pt idx="303">
                  <c:v>-1.1424049276</c:v>
                </c:pt>
                <c:pt idx="304">
                  <c:v>-1.1701844492</c:v>
                </c:pt>
                <c:pt idx="305">
                  <c:v>-1.2890197431</c:v>
                </c:pt>
                <c:pt idx="306">
                  <c:v>-1.3026209224</c:v>
                </c:pt>
                <c:pt idx="307">
                  <c:v>-1.3118294047</c:v>
                </c:pt>
                <c:pt idx="308">
                  <c:v>-1.285759098</c:v>
                </c:pt>
                <c:pt idx="309">
                  <c:v>-1.2591114423</c:v>
                </c:pt>
                <c:pt idx="310">
                  <c:v>-1.281691432</c:v>
                </c:pt>
                <c:pt idx="311">
                  <c:v>-1.2522832725</c:v>
                </c:pt>
                <c:pt idx="312">
                  <c:v>-1.2820091741</c:v>
                </c:pt>
                <c:pt idx="313">
                  <c:v>-1.2499997866</c:v>
                </c:pt>
                <c:pt idx="314">
                  <c:v>-1.2180632842</c:v>
                </c:pt>
                <c:pt idx="315">
                  <c:v>-1.1862686943</c:v>
                </c:pt>
                <c:pt idx="316">
                  <c:v>-1.1546781377</c:v>
                </c:pt>
                <c:pt idx="317">
                  <c:v>-1.1233473384</c:v>
                </c:pt>
                <c:pt idx="318">
                  <c:v>-1.1626063864</c:v>
                </c:pt>
                <c:pt idx="319">
                  <c:v>-1.1291799525</c:v>
                </c:pt>
                <c:pt idx="320">
                  <c:v>-1.0962486319</c:v>
                </c:pt>
                <c:pt idx="321">
                  <c:v>-1.0638436377</c:v>
                </c:pt>
                <c:pt idx="322">
                  <c:v>-1.0319919609</c:v>
                </c:pt>
                <c:pt idx="323">
                  <c:v>-0.9454040228</c:v>
                </c:pt>
                <c:pt idx="324">
                  <c:v>-0.9168962107</c:v>
                </c:pt>
                <c:pt idx="325">
                  <c:v>-0.8889203747</c:v>
                </c:pt>
                <c:pt idx="326">
                  <c:v>-0.861492433</c:v>
                </c:pt>
                <c:pt idx="327">
                  <c:v>-0.8346254858</c:v>
                </c:pt>
                <c:pt idx="328">
                  <c:v>-0.8083300523</c:v>
                </c:pt>
                <c:pt idx="329">
                  <c:v>-0.7826142914</c:v>
                </c:pt>
                <c:pt idx="330">
                  <c:v>-0.7574842065</c:v>
                </c:pt>
                <c:pt idx="331">
                  <c:v>-0.7329438369</c:v>
                </c:pt>
                <c:pt idx="332">
                  <c:v>-0.7089954347</c:v>
                </c:pt>
                <c:pt idx="333">
                  <c:v>-0.6856396298</c:v>
                </c:pt>
                <c:pt idx="334">
                  <c:v>-0.6628755823</c:v>
                </c:pt>
                <c:pt idx="335">
                  <c:v>-0.7133967399</c:v>
                </c:pt>
                <c:pt idx="336">
                  <c:v>-0.7574133102</c:v>
                </c:pt>
                <c:pt idx="337">
                  <c:v>-0.7954395902</c:v>
                </c:pt>
                <c:pt idx="338">
                  <c:v>-0.8279551832</c:v>
                </c:pt>
                <c:pt idx="339">
                  <c:v>-0.8841853633</c:v>
                </c:pt>
                <c:pt idx="340">
                  <c:v>-0.9058605112</c:v>
                </c:pt>
                <c:pt idx="341">
                  <c:v>-0.9233183443</c:v>
                </c:pt>
                <c:pt idx="342">
                  <c:v>-0.8075824456</c:v>
                </c:pt>
                <c:pt idx="343">
                  <c:v>-0.8227375199</c:v>
                </c:pt>
                <c:pt idx="344">
                  <c:v>-0.8344934603</c:v>
                </c:pt>
                <c:pt idx="345">
                  <c:v>-0.8431457747</c:v>
                </c:pt>
                <c:pt idx="346">
                  <c:v>-0.7974759554</c:v>
                </c:pt>
                <c:pt idx="347">
                  <c:v>-0.8027474432</c:v>
                </c:pt>
                <c:pt idx="348">
                  <c:v>-0.8056078923</c:v>
                </c:pt>
                <c:pt idx="349">
                  <c:v>-0.8062799398</c:v>
                </c:pt>
                <c:pt idx="350">
                  <c:v>-0.804970241</c:v>
                </c:pt>
                <c:pt idx="351">
                  <c:v>-0.8018704992</c:v>
                </c:pt>
                <c:pt idx="352">
                  <c:v>-0.9145527636</c:v>
                </c:pt>
                <c:pt idx="353">
                  <c:v>-1.014336566</c:v>
                </c:pt>
                <c:pt idx="354">
                  <c:v>-1.1022120145</c:v>
                </c:pt>
                <c:pt idx="355">
                  <c:v>-1.1791033211</c:v>
                </c:pt>
                <c:pt idx="356">
                  <c:v>-1.2458728738</c:v>
                </c:pt>
                <c:pt idx="357">
                  <c:v>-1.3033250688</c:v>
                </c:pt>
                <c:pt idx="358">
                  <c:v>-1.3522099159</c:v>
                </c:pt>
                <c:pt idx="359">
                  <c:v>-1.3932264302</c:v>
                </c:pt>
                <c:pt idx="360">
                  <c:v>-1.4270258218</c:v>
                </c:pt>
                <c:pt idx="361">
                  <c:v>-1.4542144966</c:v>
                </c:pt>
                <c:pt idx="362">
                  <c:v>-1.4753568773</c:v>
                </c:pt>
                <c:pt idx="363">
                  <c:v>-1.4909780563</c:v>
                </c:pt>
                <c:pt idx="364">
                  <c:v>-1.5015662893</c:v>
                </c:pt>
                <c:pt idx="365">
                  <c:v>-1.7305821747</c:v>
                </c:pt>
                <c:pt idx="366">
                  <c:v>-1.933688008</c:v>
                </c:pt>
                <c:pt idx="367">
                  <c:v>-2.1128663554</c:v>
                </c:pt>
                <c:pt idx="368">
                  <c:v>-2.2293404119</c:v>
                </c:pt>
                <c:pt idx="369">
                  <c:v>-2.3294278564</c:v>
                </c:pt>
                <c:pt idx="370">
                  <c:v>-2.4144500163</c:v>
                </c:pt>
                <c:pt idx="371">
                  <c:v>-2.4856383119</c:v>
                </c:pt>
                <c:pt idx="372">
                  <c:v>-2.5441398832</c:v>
                </c:pt>
                <c:pt idx="373">
                  <c:v>-2.5910228815</c:v>
                </c:pt>
                <c:pt idx="374">
                  <c:v>-2.6272814459</c:v>
                </c:pt>
                <c:pt idx="375">
                  <c:v>-2.6538403814</c:v>
                </c:pt>
                <c:pt idx="376">
                  <c:v>-2.6715595575</c:v>
                </c:pt>
                <c:pt idx="377">
                  <c:v>-2.7411512224</c:v>
                </c:pt>
                <c:pt idx="378">
                  <c:v>-2.7976003473</c:v>
                </c:pt>
                <c:pt idx="379">
                  <c:v>-2.6378540507</c:v>
                </c:pt>
                <c:pt idx="380">
                  <c:v>-2.4870353062</c:v>
                </c:pt>
                <c:pt idx="381">
                  <c:v>-2.3446532776</c:v>
                </c:pt>
                <c:pt idx="382">
                  <c:v>-2.2102437708</c:v>
                </c:pt>
                <c:pt idx="383">
                  <c:v>-2.0833678023</c:v>
                </c:pt>
                <c:pt idx="384">
                  <c:v>-2.0241533862</c:v>
                </c:pt>
                <c:pt idx="385">
                  <c:v>-1.9657593782</c:v>
                </c:pt>
                <c:pt idx="386">
                  <c:v>-1.9082466003</c:v>
                </c:pt>
                <c:pt idx="387">
                  <c:v>-1.8516679907</c:v>
                </c:pt>
                <c:pt idx="388">
                  <c:v>-1.7960692275</c:v>
                </c:pt>
                <c:pt idx="389">
                  <c:v>-1.7414893115</c:v>
                </c:pt>
                <c:pt idx="390">
                  <c:v>-1.6879611086</c:v>
                </c:pt>
                <c:pt idx="391">
                  <c:v>-1.6355118558</c:v>
                </c:pt>
                <c:pt idx="392">
                  <c:v>-1.5841636314</c:v>
                </c:pt>
                <c:pt idx="393">
                  <c:v>-1.533933794</c:v>
                </c:pt>
                <c:pt idx="394">
                  <c:v>-1.3610525668</c:v>
                </c:pt>
                <c:pt idx="395">
                  <c:v>-1.2154765582</c:v>
                </c:pt>
                <c:pt idx="396">
                  <c:v>-1.0808628435</c:v>
                </c:pt>
                <c:pt idx="397">
                  <c:v>-0.9564884106</c:v>
                </c:pt>
                <c:pt idx="398">
                  <c:v>-0.8416746961</c:v>
                </c:pt>
                <c:pt idx="399">
                  <c:v>-0.7357849698</c:v>
                </c:pt>
                <c:pt idx="400">
                  <c:v>-0.6382218679</c:v>
                </c:pt>
                <c:pt idx="401">
                  <c:v>-0.6211206827</c:v>
                </c:pt>
                <c:pt idx="402">
                  <c:v>-0.604169512</c:v>
                </c:pt>
                <c:pt idx="403">
                  <c:v>-0.5873943996</c:v>
                </c:pt>
                <c:pt idx="404">
                  <c:v>-0.5708184921</c:v>
                </c:pt>
                <c:pt idx="405">
                  <c:v>-0.5544622595</c:v>
                </c:pt>
                <c:pt idx="406">
                  <c:v>-0.4021342737</c:v>
                </c:pt>
                <c:pt idx="407">
                  <c:v>-0.2855041761</c:v>
                </c:pt>
                <c:pt idx="408">
                  <c:v>-0.1584267995</c:v>
                </c:pt>
                <c:pt idx="409">
                  <c:v>-0.0430656051</c:v>
                </c:pt>
                <c:pt idx="410">
                  <c:v>0.0614199547</c:v>
                </c:pt>
                <c:pt idx="411">
                  <c:v>0.2259614445</c:v>
                </c:pt>
                <c:pt idx="412">
                  <c:v>0.3743072764</c:v>
                </c:pt>
                <c:pt idx="413">
                  <c:v>0.5913825457</c:v>
                </c:pt>
                <c:pt idx="414">
                  <c:v>0.7863937277</c:v>
                </c:pt>
                <c:pt idx="415">
                  <c:v>0.9609766503</c:v>
                </c:pt>
                <c:pt idx="416">
                  <c:v>1.116660062</c:v>
                </c:pt>
                <c:pt idx="417">
                  <c:v>1.2548721851</c:v>
                </c:pt>
                <c:pt idx="418">
                  <c:v>1.3769468857</c:v>
                </c:pt>
                <c:pt idx="419">
                  <c:v>1.5833476489</c:v>
                </c:pt>
                <c:pt idx="420">
                  <c:v>1.7663406809</c:v>
                </c:pt>
                <c:pt idx="421">
                  <c:v>1.9590004694</c:v>
                </c:pt>
                <c:pt idx="422">
                  <c:v>2.1286666371</c:v>
                </c:pt>
                <c:pt idx="423">
                  <c:v>2.2771237537</c:v>
                </c:pt>
                <c:pt idx="424">
                  <c:v>2.3279493486</c:v>
                </c:pt>
                <c:pt idx="425">
                  <c:v>2.3684010604</c:v>
                </c:pt>
                <c:pt idx="426">
                  <c:v>2.3993698775</c:v>
                </c:pt>
                <c:pt idx="427">
                  <c:v>2.4216845551</c:v>
                </c:pt>
                <c:pt idx="428">
                  <c:v>2.4361155665</c:v>
                </c:pt>
                <c:pt idx="429">
                  <c:v>2.4433788165</c:v>
                </c:pt>
                <c:pt idx="430">
                  <c:v>2.4441391317</c:v>
                </c:pt>
                <c:pt idx="431">
                  <c:v>2.4390135396</c:v>
                </c:pt>
                <c:pt idx="432">
                  <c:v>2.4285743501</c:v>
                </c:pt>
                <c:pt idx="433">
                  <c:v>2.4133520491</c:v>
                </c:pt>
                <c:pt idx="434">
                  <c:v>2.4453312937</c:v>
                </c:pt>
                <c:pt idx="435">
                  <c:v>2.4199588208</c:v>
                </c:pt>
                <c:pt idx="436">
                  <c:v>2.3912448189</c:v>
                </c:pt>
                <c:pt idx="437">
                  <c:v>2.3595755746</c:v>
                </c:pt>
                <c:pt idx="438">
                  <c:v>2.325307644</c:v>
                </c:pt>
                <c:pt idx="439">
                  <c:v>2.2887698334</c:v>
                </c:pt>
                <c:pt idx="440">
                  <c:v>2.027258223</c:v>
                </c:pt>
                <c:pt idx="441">
                  <c:v>1.7858107591</c:v>
                </c:pt>
                <c:pt idx="442">
                  <c:v>1.5630923851</c:v>
                </c:pt>
                <c:pt idx="443">
                  <c:v>1.3578505435</c:v>
                </c:pt>
                <c:pt idx="444">
                  <c:v>1.1689103042</c:v>
                </c:pt>
                <c:pt idx="445">
                  <c:v>0.995169772</c:v>
                </c:pt>
                <c:pt idx="446">
                  <c:v>0.8355957575</c:v>
                </c:pt>
                <c:pt idx="447">
                  <c:v>0.5582753354</c:v>
                </c:pt>
                <c:pt idx="448">
                  <c:v>0.3060175444</c:v>
                </c:pt>
                <c:pt idx="449">
                  <c:v>0.0770373722</c:v>
                </c:pt>
                <c:pt idx="450">
                  <c:v>-0.1303356944</c:v>
                </c:pt>
                <c:pt idx="451">
                  <c:v>-0.2345093866</c:v>
                </c:pt>
                <c:pt idx="452">
                  <c:v>-0.406520526</c:v>
                </c:pt>
                <c:pt idx="453">
                  <c:v>-0.561195704</c:v>
                </c:pt>
                <c:pt idx="454">
                  <c:v>-0.69981675</c:v>
                </c:pt>
                <c:pt idx="455">
                  <c:v>-0.8235816969</c:v>
                </c:pt>
                <c:pt idx="456">
                  <c:v>-0.933609906</c:v>
                </c:pt>
                <c:pt idx="457">
                  <c:v>-1.030946891</c:v>
                </c:pt>
                <c:pt idx="458">
                  <c:v>-1.23396319</c:v>
                </c:pt>
                <c:pt idx="459">
                  <c:v>-1.4147248672</c:v>
                </c:pt>
                <c:pt idx="460">
                  <c:v>-1.5749197757</c:v>
                </c:pt>
                <c:pt idx="461">
                  <c:v>-1.7161240676</c:v>
                </c:pt>
                <c:pt idx="462">
                  <c:v>-1.839809075</c:v>
                </c:pt>
                <c:pt idx="463">
                  <c:v>-1.9473477849</c:v>
                </c:pt>
                <c:pt idx="464">
                  <c:v>-1.8820560716</c:v>
                </c:pt>
                <c:pt idx="465">
                  <c:v>-1.9672593013</c:v>
                </c:pt>
                <c:pt idx="466">
                  <c:v>-2.0396751097</c:v>
                </c:pt>
                <c:pt idx="467">
                  <c:v>-2.129126338</c:v>
                </c:pt>
                <c:pt idx="468">
                  <c:v>-2.1778999554</c:v>
                </c:pt>
                <c:pt idx="469">
                  <c:v>-2.2168518641</c:v>
                </c:pt>
                <c:pt idx="470">
                  <c:v>-2.2468240734</c:v>
                </c:pt>
                <c:pt idx="471">
                  <c:v>-2.2685998237</c:v>
                </c:pt>
                <c:pt idx="472">
                  <c:v>-2.2829073161</c:v>
                </c:pt>
                <c:pt idx="473">
                  <c:v>-2.2904232179</c:v>
                </c:pt>
                <c:pt idx="474">
                  <c:v>-2.2917759573</c:v>
                </c:pt>
                <c:pt idx="475">
                  <c:v>-2.2875488193</c:v>
                </c:pt>
                <c:pt idx="476">
                  <c:v>-2.2358438982</c:v>
                </c:pt>
                <c:pt idx="477">
                  <c:v>-2.2237067333</c:v>
                </c:pt>
                <c:pt idx="478">
                  <c:v>-2.3520567907</c:v>
                </c:pt>
                <c:pt idx="479">
                  <c:v>-2.3264056911</c:v>
                </c:pt>
                <c:pt idx="480">
                  <c:v>-2.2976620999</c:v>
                </c:pt>
                <c:pt idx="481">
                  <c:v>-2.266188675</c:v>
                </c:pt>
                <c:pt idx="482">
                  <c:v>-2.2323200564</c:v>
                </c:pt>
                <c:pt idx="483">
                  <c:v>-2.1534795525</c:v>
                </c:pt>
                <c:pt idx="484">
                  <c:v>-2.1174052263</c:v>
                </c:pt>
                <c:pt idx="485">
                  <c:v>-2.0797274316</c:v>
                </c:pt>
                <c:pt idx="486">
                  <c:v>-2.0406883778</c:v>
                </c:pt>
                <c:pt idx="487">
                  <c:v>-2.000510463</c:v>
                </c:pt>
                <c:pt idx="488">
                  <c:v>-1.9593976301</c:v>
                </c:pt>
                <c:pt idx="489">
                  <c:v>-1.917536638</c:v>
                </c:pt>
                <c:pt idx="490">
                  <c:v>-1.8438160436</c:v>
                </c:pt>
                <c:pt idx="491">
                  <c:v>-1.7727252475</c:v>
                </c:pt>
                <c:pt idx="492">
                  <c:v>-1.7041830858</c:v>
                </c:pt>
                <c:pt idx="493">
                  <c:v>-1.6668882593</c:v>
                </c:pt>
                <c:pt idx="494">
                  <c:v>-1.6475649543</c:v>
                </c:pt>
                <c:pt idx="495">
                  <c:v>-1.5833246546</c:v>
                </c:pt>
                <c:pt idx="496">
                  <c:v>-1.5214315807</c:v>
                </c:pt>
                <c:pt idx="497">
                  <c:v>-1.4618095814</c:v>
                </c:pt>
                <c:pt idx="498">
                  <c:v>-1.4043843505</c:v>
                </c:pt>
                <c:pt idx="499">
                  <c:v>-1.3490834278</c:v>
                </c:pt>
                <c:pt idx="500">
                  <c:v>-1.2443429189</c:v>
                </c:pt>
                <c:pt idx="501">
                  <c:v>-1.1951021324</c:v>
                </c:pt>
                <c:pt idx="502">
                  <c:v>-1.1477045934</c:v>
                </c:pt>
                <c:pt idx="503">
                  <c:v>-1.102087632</c:v>
                </c:pt>
                <c:pt idx="504">
                  <c:v>-1.0581903069</c:v>
                </c:pt>
                <c:pt idx="505">
                  <c:v>-1.1124360937</c:v>
                </c:pt>
                <c:pt idx="506">
                  <c:v>-1.0680142866</c:v>
                </c:pt>
                <c:pt idx="507">
                  <c:v>-1.0252794277</c:v>
                </c:pt>
                <c:pt idx="508">
                  <c:v>-0.9841726304</c:v>
                </c:pt>
                <c:pt idx="509">
                  <c:v>-0.9446367395</c:v>
                </c:pt>
                <c:pt idx="510">
                  <c:v>-0.9563029715</c:v>
                </c:pt>
                <c:pt idx="511">
                  <c:v>-0.9177935947</c:v>
                </c:pt>
                <c:pt idx="512">
                  <c:v>-0.940079981</c:v>
                </c:pt>
                <c:pt idx="513">
                  <c:v>-0.9021523439</c:v>
                </c:pt>
                <c:pt idx="514">
                  <c:v>-0.8656881671</c:v>
                </c:pt>
                <c:pt idx="515">
                  <c:v>-0.8306349165</c:v>
                </c:pt>
                <c:pt idx="516">
                  <c:v>-0.7969417011</c:v>
                </c:pt>
                <c:pt idx="517">
                  <c:v>-0.7645592383</c:v>
                </c:pt>
                <c:pt idx="518">
                  <c:v>-0.8037201042</c:v>
                </c:pt>
                <c:pt idx="519">
                  <c:v>-0.7710584672</c:v>
                </c:pt>
                <c:pt idx="520">
                  <c:v>-0.761829448</c:v>
                </c:pt>
                <c:pt idx="521">
                  <c:v>-0.7307996134</c:v>
                </c:pt>
                <c:pt idx="522">
                  <c:v>-0.7009844006</c:v>
                </c:pt>
                <c:pt idx="523">
                  <c:v>-0.6170264557</c:v>
                </c:pt>
                <c:pt idx="524">
                  <c:v>-0.5916794285</c:v>
                </c:pt>
                <c:pt idx="525">
                  <c:v>-0.5673371395</c:v>
                </c:pt>
                <c:pt idx="526">
                  <c:v>-0.543961875</c:v>
                </c:pt>
                <c:pt idx="527">
                  <c:v>-0.5215172102</c:v>
                </c:pt>
                <c:pt idx="528">
                  <c:v>-0.499967973</c:v>
                </c:pt>
                <c:pt idx="529">
                  <c:v>-0.4792802084</c:v>
                </c:pt>
                <c:pt idx="530">
                  <c:v>-0.4594211439</c:v>
                </c:pt>
                <c:pt idx="531">
                  <c:v>-0.4403591544</c:v>
                </c:pt>
                <c:pt idx="532">
                  <c:v>-0.4220637283</c:v>
                </c:pt>
                <c:pt idx="533">
                  <c:v>-0.4045054345</c:v>
                </c:pt>
                <c:pt idx="534">
                  <c:v>-0.3876558892</c:v>
                </c:pt>
                <c:pt idx="535">
                  <c:v>-0.3714877238</c:v>
                </c:pt>
                <c:pt idx="536">
                  <c:v>-0.3559745536</c:v>
                </c:pt>
                <c:pt idx="537">
                  <c:v>-0.3410909466</c:v>
                </c:pt>
                <c:pt idx="538">
                  <c:v>-0.3268123938</c:v>
                </c:pt>
                <c:pt idx="539">
                  <c:v>-0.1551504184</c:v>
                </c:pt>
                <c:pt idx="540">
                  <c:v>-0.1482134191</c:v>
                </c:pt>
                <c:pt idx="541">
                  <c:v>-0.1415840267</c:v>
                </c:pt>
                <c:pt idx="542">
                  <c:v>-0.1352487371</c:v>
                </c:pt>
                <c:pt idx="543">
                  <c:v>-0.1291946315</c:v>
                </c:pt>
                <c:pt idx="544">
                  <c:v>-0.1234093518</c:v>
                </c:pt>
                <c:pt idx="545">
                  <c:v>-0.1178810767</c:v>
                </c:pt>
                <c:pt idx="546">
                  <c:v>-0.0198452529</c:v>
                </c:pt>
                <c:pt idx="547">
                  <c:v>-0.0184388879</c:v>
                </c:pt>
                <c:pt idx="548">
                  <c:v>-0.0171224981</c:v>
                </c:pt>
                <c:pt idx="549">
                  <c:v>-0.0158906523</c:v>
                </c:pt>
                <c:pt idx="550">
                  <c:v>-0.0147382351</c:v>
                </c:pt>
                <c:pt idx="551">
                  <c:v>-0.013660429</c:v>
                </c:pt>
                <c:pt idx="552">
                  <c:v>-0.0126526974</c:v>
                </c:pt>
                <c:pt idx="553">
                  <c:v>-0.0117107688</c:v>
                </c:pt>
                <c:pt idx="554">
                  <c:v>-0.0108306217</c:v>
                </c:pt>
                <c:pt idx="555">
                  <c:v>-0.0100084704</c:v>
                </c:pt>
                <c:pt idx="556">
                  <c:v>-0.0092407512</c:v>
                </c:pt>
                <c:pt idx="557">
                  <c:v>0.074631095</c:v>
                </c:pt>
                <c:pt idx="558">
                  <c:v>-0.0006603317</c:v>
                </c:pt>
                <c:pt idx="559">
                  <c:v>-0.0687852611</c:v>
                </c:pt>
                <c:pt idx="560">
                  <c:v>-0.1302636358</c:v>
                </c:pt>
                <c:pt idx="561">
                  <c:v>-0.1855817287</c:v>
                </c:pt>
                <c:pt idx="562">
                  <c:v>-0.23519419</c:v>
                </c:pt>
                <c:pt idx="563">
                  <c:v>-0.2795259758</c:v>
                </c:pt>
                <c:pt idx="564">
                  <c:v>-0.3189741625</c:v>
                </c:pt>
                <c:pt idx="565">
                  <c:v>-0.3539096559</c:v>
                </c:pt>
                <c:pt idx="566">
                  <c:v>-0.384678799</c:v>
                </c:pt>
                <c:pt idx="567">
                  <c:v>-0.4116048859</c:v>
                </c:pt>
                <c:pt idx="568">
                  <c:v>-0.4349895863</c:v>
                </c:pt>
                <c:pt idx="569">
                  <c:v>-0.4551142854</c:v>
                </c:pt>
                <c:pt idx="570">
                  <c:v>-0.4722413454</c:v>
                </c:pt>
                <c:pt idx="571">
                  <c:v>-0.4866152915</c:v>
                </c:pt>
                <c:pt idx="572">
                  <c:v>-0.4984639277</c:v>
                </c:pt>
                <c:pt idx="573">
                  <c:v>-0.6905897524</c:v>
                </c:pt>
                <c:pt idx="574">
                  <c:v>-0.8627897722</c:v>
                </c:pt>
                <c:pt idx="575">
                  <c:v>-1.0165505884</c:v>
                </c:pt>
                <c:pt idx="576">
                  <c:v>-1.1532611926</c:v>
                </c:pt>
                <c:pt idx="577">
                  <c:v>-1.3341321315</c:v>
                </c:pt>
                <c:pt idx="578">
                  <c:v>-1.4946175996</c:v>
                </c:pt>
                <c:pt idx="579">
                  <c:v>-1.4321065134</c:v>
                </c:pt>
                <c:pt idx="580">
                  <c:v>-1.3721377794</c:v>
                </c:pt>
                <c:pt idx="581">
                  <c:v>-1.3146121006</c:v>
                </c:pt>
                <c:pt idx="582">
                  <c:v>-1.2594338182</c:v>
                </c:pt>
                <c:pt idx="583">
                  <c:v>-1.2065107933</c:v>
                </c:pt>
                <c:pt idx="584">
                  <c:v>-1.2162974327</c:v>
                </c:pt>
                <c:pt idx="585">
                  <c:v>-1.2222597027</c:v>
                </c:pt>
                <c:pt idx="586">
                  <c:v>-1.2247473587</c:v>
                </c:pt>
                <c:pt idx="587">
                  <c:v>-1.4470919718</c:v>
                </c:pt>
                <c:pt idx="588">
                  <c:v>-1.7175313041</c:v>
                </c:pt>
                <c:pt idx="589">
                  <c:v>-1.9803081324</c:v>
                </c:pt>
                <c:pt idx="590">
                  <c:v>-2.1925011308</c:v>
                </c:pt>
                <c:pt idx="591">
                  <c:v>-2.3792862803</c:v>
                </c:pt>
                <c:pt idx="592">
                  <c:v>-2.542637176</c:v>
                </c:pt>
                <c:pt idx="593">
                  <c:v>-2.6843953407</c:v>
                </c:pt>
                <c:pt idx="594">
                  <c:v>-2.8062784128</c:v>
                </c:pt>
                <c:pt idx="595">
                  <c:v>-2.8456699209</c:v>
                </c:pt>
                <c:pt idx="596">
                  <c:v>-2.8745442091</c:v>
                </c:pt>
                <c:pt idx="597">
                  <c:v>-2.8938334436</c:v>
                </c:pt>
                <c:pt idx="598">
                  <c:v>-2.9044038821</c:v>
                </c:pt>
                <c:pt idx="599">
                  <c:v>-2.9070600853</c:v>
                </c:pt>
                <c:pt idx="600">
                  <c:v>-2.9025488742</c:v>
                </c:pt>
                <c:pt idx="601">
                  <c:v>-2.8915630487</c:v>
                </c:pt>
                <c:pt idx="602">
                  <c:v>-2.8747448804</c:v>
                </c:pt>
                <c:pt idx="603">
                  <c:v>-2.8526893933</c:v>
                </c:pt>
                <c:pt idx="604">
                  <c:v>-2.8259474447</c:v>
                </c:pt>
                <c:pt idx="605">
                  <c:v>-2.7950286178</c:v>
                </c:pt>
                <c:pt idx="606">
                  <c:v>-2.6241945099</c:v>
                </c:pt>
                <c:pt idx="607">
                  <c:v>-2.4633755891</c:v>
                </c:pt>
                <c:pt idx="608">
                  <c:v>-2.3120013031</c:v>
                </c:pt>
                <c:pt idx="609">
                  <c:v>-2.1695329303</c:v>
                </c:pt>
                <c:pt idx="610">
                  <c:v>-2.0354618318</c:v>
                </c:pt>
                <c:pt idx="611">
                  <c:v>-1.8391626615</c:v>
                </c:pt>
                <c:pt idx="612">
                  <c:v>-1.6571692517</c:v>
                </c:pt>
                <c:pt idx="613">
                  <c:v>-1.4048163878</c:v>
                </c:pt>
                <c:pt idx="614">
                  <c:v>-1.1731366212</c:v>
                </c:pt>
                <c:pt idx="615">
                  <c:v>-0.9607137129</c:v>
                </c:pt>
                <c:pt idx="616">
                  <c:v>-0.7662203932</c:v>
                </c:pt>
                <c:pt idx="617">
                  <c:v>-0.5884130518</c:v>
                </c:pt>
                <c:pt idx="618">
                  <c:v>-0.4261267351</c:v>
                </c:pt>
                <c:pt idx="619">
                  <c:v>-0.1790522619</c:v>
                </c:pt>
                <c:pt idx="620">
                  <c:v>0.0449358548</c:v>
                </c:pt>
                <c:pt idx="621">
                  <c:v>0.2475018008</c:v>
                </c:pt>
                <c:pt idx="622">
                  <c:v>0.4302023484</c:v>
                </c:pt>
                <c:pt idx="623">
                  <c:v>0.5944933741</c:v>
                </c:pt>
                <c:pt idx="624">
                  <c:v>0.6636483349</c:v>
                </c:pt>
                <c:pt idx="625">
                  <c:v>0.7246437978</c:v>
                </c:pt>
                <c:pt idx="626">
                  <c:v>0.7781111597</c:v>
                </c:pt>
                <c:pt idx="627">
                  <c:v>0.8246396382</c:v>
                </c:pt>
                <c:pt idx="628">
                  <c:v>0.8647788843</c:v>
                </c:pt>
                <c:pt idx="629">
                  <c:v>0.8990414398</c:v>
                </c:pt>
                <c:pt idx="630">
                  <c:v>0.9279050499</c:v>
                </c:pt>
                <c:pt idx="631">
                  <c:v>0.9518148381</c:v>
                </c:pt>
                <c:pt idx="632">
                  <c:v>0.9711853519</c:v>
                </c:pt>
                <c:pt idx="633">
                  <c:v>0.9864024862</c:v>
                </c:pt>
                <c:pt idx="634">
                  <c:v>0.9978252922</c:v>
                </c:pt>
                <c:pt idx="635">
                  <c:v>1.0057876782</c:v>
                </c:pt>
                <c:pt idx="636">
                  <c:v>1.0106000076</c:v>
                </c:pt>
                <c:pt idx="637">
                  <c:v>1.0125506014</c:v>
                </c:pt>
                <c:pt idx="638">
                  <c:v>1.0119071501</c:v>
                </c:pt>
                <c:pt idx="639">
                  <c:v>1.0089180403</c:v>
                </c:pt>
                <c:pt idx="640">
                  <c:v>1.0038136007</c:v>
                </c:pt>
                <c:pt idx="641">
                  <c:v>0.9968072728</c:v>
                </c:pt>
                <c:pt idx="642">
                  <c:v>0.9880967103</c:v>
                </c:pt>
                <c:pt idx="643">
                  <c:v>0.9778648111</c:v>
                </c:pt>
                <c:pt idx="644">
                  <c:v>1.0069083051</c:v>
                </c:pt>
                <c:pt idx="645">
                  <c:v>1.0307929443</c:v>
                </c:pt>
                <c:pt idx="646">
                  <c:v>1.0499528474</c:v>
                </c:pt>
                <c:pt idx="647">
                  <c:v>1.0647920593</c:v>
                </c:pt>
                <c:pt idx="648">
                  <c:v>1.075686452</c:v>
                </c:pt>
                <c:pt idx="649">
                  <c:v>1.0829855118</c:v>
                </c:pt>
                <c:pt idx="650">
                  <c:v>1.0870140183</c:v>
                </c:pt>
                <c:pt idx="651">
                  <c:v>1.0880736239</c:v>
                </c:pt>
                <c:pt idx="652">
                  <c:v>1.0864443365</c:v>
                </c:pt>
                <c:pt idx="653">
                  <c:v>1.0823859134</c:v>
                </c:pt>
                <c:pt idx="654">
                  <c:v>1.0761391707</c:v>
                </c:pt>
                <c:pt idx="655">
                  <c:v>1.0679272128</c:v>
                </c:pt>
                <c:pt idx="656">
                  <c:v>1.0579565875</c:v>
                </c:pt>
                <c:pt idx="657">
                  <c:v>1.0979116465</c:v>
                </c:pt>
                <c:pt idx="658">
                  <c:v>1.0829609196</c:v>
                </c:pt>
                <c:pt idx="659">
                  <c:v>1.0668570451</c:v>
                </c:pt>
                <c:pt idx="660">
                  <c:v>1.0497480638</c:v>
                </c:pt>
                <c:pt idx="661">
                  <c:v>1.031770319</c:v>
                </c:pt>
                <c:pt idx="662">
                  <c:v>1.013049246</c:v>
                </c:pt>
                <c:pt idx="663">
                  <c:v>0.993700111</c:v>
                </c:pt>
                <c:pt idx="664">
                  <c:v>0.9738287054</c:v>
                </c:pt>
                <c:pt idx="665">
                  <c:v>0.9535319952</c:v>
                </c:pt>
                <c:pt idx="666">
                  <c:v>0.9328987307</c:v>
                </c:pt>
                <c:pt idx="667">
                  <c:v>0.9120100169</c:v>
                </c:pt>
                <c:pt idx="668">
                  <c:v>0.8909398482</c:v>
                </c:pt>
                <c:pt idx="669">
                  <c:v>0.8697556092</c:v>
                </c:pt>
                <c:pt idx="670">
                  <c:v>0.8485185434</c:v>
                </c:pt>
                <c:pt idx="671">
                  <c:v>0.8272841917</c:v>
                </c:pt>
                <c:pt idx="672">
                  <c:v>0.9354390261</c:v>
                </c:pt>
                <c:pt idx="673">
                  <c:v>0.9092784241</c:v>
                </c:pt>
                <c:pt idx="674">
                  <c:v>0.8834445511</c:v>
                </c:pt>
                <c:pt idx="675">
                  <c:v>0.8579677623</c:v>
                </c:pt>
                <c:pt idx="676">
                  <c:v>0.8753136306</c:v>
                </c:pt>
                <c:pt idx="677">
                  <c:v>0.8489613358</c:v>
                </c:pt>
                <c:pt idx="678">
                  <c:v>0.6784760221</c:v>
                </c:pt>
                <c:pt idx="679">
                  <c:v>0.6900754427</c:v>
                </c:pt>
                <c:pt idx="680">
                  <c:v>0.6989296405</c:v>
                </c:pt>
                <c:pt idx="681">
                  <c:v>0.7052787975</c:v>
                </c:pt>
                <c:pt idx="682">
                  <c:v>0.709346198</c:v>
                </c:pt>
                <c:pt idx="683">
                  <c:v>0.7542244884</c:v>
                </c:pt>
                <c:pt idx="684">
                  <c:v>0.7526523582</c:v>
                </c:pt>
                <c:pt idx="685">
                  <c:v>0.7494396004</c:v>
                </c:pt>
                <c:pt idx="686">
                  <c:v>0.9027148438</c:v>
                </c:pt>
                <c:pt idx="687">
                  <c:v>0.9419919111</c:v>
                </c:pt>
                <c:pt idx="688">
                  <c:v>0.9267985778</c:v>
                </c:pt>
                <c:pt idx="689">
                  <c:v>0.9108466268</c:v>
                </c:pt>
                <c:pt idx="690">
                  <c:v>0.8942461932</c:v>
                </c:pt>
                <c:pt idx="691">
                  <c:v>0.8770984733</c:v>
                </c:pt>
                <c:pt idx="692">
                  <c:v>0.8594963355</c:v>
                </c:pt>
                <c:pt idx="693">
                  <c:v>0.8415248912</c:v>
                </c:pt>
                <c:pt idx="694">
                  <c:v>0.7777738456</c:v>
                </c:pt>
                <c:pt idx="695">
                  <c:v>0.7610765286</c:v>
                </c:pt>
                <c:pt idx="696">
                  <c:v>0.7441578984</c:v>
                </c:pt>
                <c:pt idx="697">
                  <c:v>0.7270792577</c:v>
                </c:pt>
                <c:pt idx="698">
                  <c:v>0.7098964564</c:v>
                </c:pt>
                <c:pt idx="699">
                  <c:v>0.6926602771</c:v>
                </c:pt>
                <c:pt idx="700">
                  <c:v>0.6754167968</c:v>
                </c:pt>
                <c:pt idx="701">
                  <c:v>0.6582077252</c:v>
                </c:pt>
                <c:pt idx="702">
                  <c:v>0.6410707208</c:v>
                </c:pt>
                <c:pt idx="703">
                  <c:v>0.6240396869</c:v>
                </c:pt>
                <c:pt idx="704">
                  <c:v>0.6071450488</c:v>
                </c:pt>
                <c:pt idx="705">
                  <c:v>0.4939313039</c:v>
                </c:pt>
                <c:pt idx="706">
                  <c:v>0.4811758402</c:v>
                </c:pt>
                <c:pt idx="707">
                  <c:v>0.4684897094</c:v>
                </c:pt>
                <c:pt idx="708">
                  <c:v>0.4558964884</c:v>
                </c:pt>
                <c:pt idx="709">
                  <c:v>0.4746994988</c:v>
                </c:pt>
                <c:pt idx="710">
                  <c:v>0.4408973914</c:v>
                </c:pt>
                <c:pt idx="711">
                  <c:v>0.4560540625</c:v>
                </c:pt>
                <c:pt idx="712">
                  <c:v>0.4093694826</c:v>
                </c:pt>
                <c:pt idx="713">
                  <c:v>0.4220109626</c:v>
                </c:pt>
                <c:pt idx="714">
                  <c:v>0.4324456644</c:v>
                </c:pt>
                <c:pt idx="715">
                  <c:v>0.4408587712</c:v>
                </c:pt>
                <c:pt idx="716">
                  <c:v>0.4474226521</c:v>
                </c:pt>
                <c:pt idx="717">
                  <c:v>0.4522976714</c:v>
                </c:pt>
                <c:pt idx="718">
                  <c:v>0.3853526632</c:v>
                </c:pt>
                <c:pt idx="719">
                  <c:v>0.3900458769</c:v>
                </c:pt>
                <c:pt idx="720">
                  <c:v>0.3933647213</c:v>
                </c:pt>
                <c:pt idx="721">
                  <c:v>0.3954320908</c:v>
                </c:pt>
                <c:pt idx="722">
                  <c:v>0.3963621615</c:v>
                </c:pt>
                <c:pt idx="723">
                  <c:v>0.4515736344</c:v>
                </c:pt>
                <c:pt idx="724">
                  <c:v>0.4483680391</c:v>
                </c:pt>
                <c:pt idx="725">
                  <c:v>0.4444010221</c:v>
                </c:pt>
                <c:pt idx="726">
                  <c:v>0.4397544782</c:v>
                </c:pt>
                <c:pt idx="727">
                  <c:v>0.434504125</c:v>
                </c:pt>
                <c:pt idx="728">
                  <c:v>0.428719911</c:v>
                </c:pt>
                <c:pt idx="729">
                  <c:v>0.4224663977</c:v>
                </c:pt>
                <c:pt idx="730">
                  <c:v>0.4158031195</c:v>
                </c:pt>
                <c:pt idx="731">
                  <c:v>0.4087849196</c:v>
                </c:pt>
                <c:pt idx="732">
                  <c:v>0.4014622665</c:v>
                </c:pt>
                <c:pt idx="733">
                  <c:v>0.3938815503</c:v>
                </c:pt>
                <c:pt idx="734">
                  <c:v>0.3860853602</c:v>
                </c:pt>
                <c:pt idx="735">
                  <c:v>0.378112745</c:v>
                </c:pt>
                <c:pt idx="736">
                  <c:v>0.3699994572</c:v>
                </c:pt>
                <c:pt idx="737">
                  <c:v>0.3617781815</c:v>
                </c:pt>
                <c:pt idx="738">
                  <c:v>0.3534787493</c:v>
                </c:pt>
                <c:pt idx="739">
                  <c:v>0.3451283388</c:v>
                </c:pt>
                <c:pt idx="740">
                  <c:v>0.2193573323</c:v>
                </c:pt>
                <c:pt idx="741">
                  <c:v>0.1050332629</c:v>
                </c:pt>
                <c:pt idx="742">
                  <c:v>-0.1296056223</c:v>
                </c:pt>
                <c:pt idx="743">
                  <c:v>-0.3703855928</c:v>
                </c:pt>
                <c:pt idx="744">
                  <c:v>-0.5602704048</c:v>
                </c:pt>
                <c:pt idx="745">
                  <c:v>-0.953759481</c:v>
                </c:pt>
                <c:pt idx="746">
                  <c:v>-1.307534538</c:v>
                </c:pt>
                <c:pt idx="747">
                  <c:v>-1.624533386</c:v>
                </c:pt>
                <c:pt idx="748">
                  <c:v>-1.9075017404</c:v>
                </c:pt>
                <c:pt idx="749">
                  <c:v>-2.1590049709</c:v>
                </c:pt>
                <c:pt idx="750">
                  <c:v>-2.3814391623</c:v>
                </c:pt>
                <c:pt idx="751">
                  <c:v>-2.5770415243</c:v>
                </c:pt>
                <c:pt idx="752">
                  <c:v>-2.7479001892</c:v>
                </c:pt>
                <c:pt idx="753">
                  <c:v>-2.8959634322</c:v>
                </c:pt>
                <c:pt idx="754">
                  <c:v>-3.0230483458</c:v>
                </c:pt>
                <c:pt idx="755">
                  <c:v>-3.1308490016</c:v>
                </c:pt>
                <c:pt idx="756">
                  <c:v>-3.2209441282</c:v>
                </c:pt>
                <c:pt idx="757">
                  <c:v>-3.4257486926</c:v>
                </c:pt>
                <c:pt idx="758">
                  <c:v>-3.602915146</c:v>
                </c:pt>
                <c:pt idx="759">
                  <c:v>-3.7546521999</c:v>
                </c:pt>
                <c:pt idx="760">
                  <c:v>-3.8830188645</c:v>
                </c:pt>
                <c:pt idx="761">
                  <c:v>-3.9899337974</c:v>
                </c:pt>
                <c:pt idx="762">
                  <c:v>-4.0771840963</c:v>
                </c:pt>
                <c:pt idx="763">
                  <c:v>-4.1464335676</c:v>
                </c:pt>
                <c:pt idx="764">
                  <c:v>-4.199230502</c:v>
                </c:pt>
                <c:pt idx="765">
                  <c:v>-4.2370149841</c:v>
                </c:pt>
                <c:pt idx="766">
                  <c:v>-4.2611257647</c:v>
                </c:pt>
                <c:pt idx="767">
                  <c:v>-4.5201660798</c:v>
                </c:pt>
                <c:pt idx="768">
                  <c:v>-4.7438039227</c:v>
                </c:pt>
                <c:pt idx="769">
                  <c:v>-4.9348763459</c:v>
                </c:pt>
                <c:pt idx="770">
                  <c:v>-5.0960278799</c:v>
                </c:pt>
                <c:pt idx="771">
                  <c:v>-5.2297225637</c:v>
                </c:pt>
                <c:pt idx="772">
                  <c:v>-5.33825526</c:v>
                </c:pt>
                <c:pt idx="773">
                  <c:v>-5.4237622961</c:v>
                </c:pt>
                <c:pt idx="774">
                  <c:v>-5.4882314688</c:v>
                </c:pt>
                <c:pt idx="775">
                  <c:v>-5.5335114512</c:v>
                </c:pt>
                <c:pt idx="776">
                  <c:v>-5.5613206345</c:v>
                </c:pt>
                <c:pt idx="777">
                  <c:v>-5.6331686193</c:v>
                </c:pt>
                <c:pt idx="778">
                  <c:v>-5.6756567428</c:v>
                </c:pt>
                <c:pt idx="779">
                  <c:v>-5.4755653449</c:v>
                </c:pt>
                <c:pt idx="780">
                  <c:v>-5.2814911509</c:v>
                </c:pt>
                <c:pt idx="781">
                  <c:v>-5.093323167</c:v>
                </c:pt>
                <c:pt idx="782">
                  <c:v>-4.9109469135</c:v>
                </c:pt>
                <c:pt idx="783">
                  <c:v>-4.7342450289</c:v>
                </c:pt>
                <c:pt idx="784">
                  <c:v>-4.623640965</c:v>
                </c:pt>
                <c:pt idx="785">
                  <c:v>-4.5125646201</c:v>
                </c:pt>
                <c:pt idx="786">
                  <c:v>-4.6243319756</c:v>
                </c:pt>
                <c:pt idx="787">
                  <c:v>-4.7144639681</c:v>
                </c:pt>
                <c:pt idx="788">
                  <c:v>-4.7848050895</c:v>
                </c:pt>
                <c:pt idx="789">
                  <c:v>-4.8370713789</c:v>
                </c:pt>
                <c:pt idx="790">
                  <c:v>-4.8728585651</c:v>
                </c:pt>
                <c:pt idx="791">
                  <c:v>-4.8936497198</c:v>
                </c:pt>
                <c:pt idx="792">
                  <c:v>-5.0182167819</c:v>
                </c:pt>
                <c:pt idx="793">
                  <c:v>-5.1189935458</c:v>
                </c:pt>
                <c:pt idx="794">
                  <c:v>-5.198004253</c:v>
                </c:pt>
                <c:pt idx="795">
                  <c:v>-5.1929143563</c:v>
                </c:pt>
                <c:pt idx="796">
                  <c:v>-5.1759571219</c:v>
                </c:pt>
                <c:pt idx="797">
                  <c:v>-5.1483022105</c:v>
                </c:pt>
                <c:pt idx="798">
                  <c:v>-5.1110334195</c:v>
                </c:pt>
                <c:pt idx="799">
                  <c:v>-5.0651542772</c:v>
                </c:pt>
                <c:pt idx="800">
                  <c:v>-5.0115932933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Total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marker"/>
        <c:ser>
          <c:idx val="0"/>
          <c:order val="0"/>
          <c:tx>
            <c:v>Neuron 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Data'!$A$2:$A$9</c:f>
              <c:numCache>
                <c:formatCode>General</c:formatCode>
                <c:ptCount val="8"/>
                <c:pt idx="0">
                  <c:v>0.496863503</c:v>
                </c:pt>
                <c:pt idx="1">
                  <c:v>0.596863503</c:v>
                </c:pt>
                <c:pt idx="2">
                  <c:v>0.696863503</c:v>
                </c:pt>
                <c:pt idx="3">
                  <c:v>0.796863503</c:v>
                </c:pt>
                <c:pt idx="4">
                  <c:v>0.896863503</c:v>
                </c:pt>
                <c:pt idx="5">
                  <c:v>0.996863503</c:v>
                </c:pt>
                <c:pt idx="6">
                  <c:v>1.096863503</c:v>
                </c:pt>
                <c:pt idx="7">
                  <c:v>1.196863503</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er>
        <c:ser>
          <c:idx val="1"/>
          <c:order val="1"/>
          <c:tx>
            <c:v>Neuron 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Data'!$C$2:$C$9</c:f>
              <c:numCache>
                <c:formatCode>General</c:formatCode>
                <c:ptCount val="8"/>
                <c:pt idx="0">
                  <c:v>0.4112678577</c:v>
                </c:pt>
                <c:pt idx="1">
                  <c:v>0.5112678577</c:v>
                </c:pt>
                <c:pt idx="2">
                  <c:v>0.6112678577</c:v>
                </c:pt>
                <c:pt idx="3">
                  <c:v>0.7112678577</c:v>
                </c:pt>
                <c:pt idx="4">
                  <c:v>0.8112678577</c:v>
                </c:pt>
                <c:pt idx="5">
                  <c:v>0.9112678577</c:v>
                </c:pt>
                <c:pt idx="6">
                  <c:v>1.0112678577</c:v>
                </c:pt>
                <c:pt idx="7">
                  <c:v>1.1112678577</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er>
        <c:ser>
          <c:idx val="2"/>
          <c:order val="2"/>
          <c:tx>
            <c:v>Neuron 2</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Data'!$E$2:$E$9</c:f>
              <c:numCache>
                <c:formatCode>General</c:formatCode>
                <c:ptCount val="8"/>
                <c:pt idx="0">
                  <c:v>0.4057998485</c:v>
                </c:pt>
                <c:pt idx="1">
                  <c:v>0.5057998485</c:v>
                </c:pt>
                <c:pt idx="2">
                  <c:v>0.6057998485</c:v>
                </c:pt>
                <c:pt idx="3">
                  <c:v>0.7057998485</c:v>
                </c:pt>
                <c:pt idx="4">
                  <c:v>0.8057998485</c:v>
                </c:pt>
                <c:pt idx="5">
                  <c:v>0.9057998485</c:v>
                </c:pt>
                <c:pt idx="6">
                  <c:v>1.0057998485</c:v>
                </c:pt>
                <c:pt idx="7">
                  <c:v>1.1057998485</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er>
        <c:ser>
          <c:idx val="3"/>
          <c:order val="3"/>
          <c:tx>
            <c:v>Neuron 3</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Data'!$G$2:$G$9</c:f>
              <c:numCache>
                <c:formatCode>General</c:formatCode>
                <c:ptCount val="8"/>
                <c:pt idx="0">
                  <c:v>0.4024664621</c:v>
                </c:pt>
                <c:pt idx="1">
                  <c:v>0.5024664621</c:v>
                </c:pt>
                <c:pt idx="2">
                  <c:v>0.6024664621</c:v>
                </c:pt>
                <c:pt idx="3">
                  <c:v>0.7024664621</c:v>
                </c:pt>
                <c:pt idx="4">
                  <c:v>0.8024664621</c:v>
                </c:pt>
                <c:pt idx="5">
                  <c:v>0.9024664621</c:v>
                </c:pt>
                <c:pt idx="6">
                  <c:v>1.0024664621</c:v>
                </c:pt>
                <c:pt idx="7">
                  <c:v>1.1024664621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er>
        <c:ser>
          <c:idx val="4"/>
          <c:order val="4"/>
          <c:tx>
            <c:v>Neuron 4</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Data'!$I$2:$I$9</c:f>
              <c:numCache>
                <c:formatCode>General</c:formatCode>
                <c:ptCount val="8"/>
                <c:pt idx="0">
                  <c:v>0.491400466</c:v>
                </c:pt>
                <c:pt idx="1">
                  <c:v>0.591400466</c:v>
                </c:pt>
                <c:pt idx="2">
                  <c:v>0.691400466</c:v>
                </c:pt>
                <c:pt idx="3">
                  <c:v>0.791400466</c:v>
                </c:pt>
                <c:pt idx="4">
                  <c:v>0.891400466</c:v>
                </c:pt>
                <c:pt idx="5">
                  <c:v>0.991400466</c:v>
                </c:pt>
                <c:pt idx="6">
                  <c:v>1.091400466</c:v>
                </c:pt>
                <c:pt idx="7">
                  <c:v>1.191400466</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er>
        <c:ser>
          <c:idx val="5"/>
          <c:order val="5"/>
          <c:tx>
            <c:v>Neuron 5</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Data'!$K$2:$K$9</c:f>
              <c:numCache>
                <c:formatCode>General</c:formatCode>
                <c:ptCount val="8"/>
                <c:pt idx="0">
                  <c:v>0.491399863</c:v>
                </c:pt>
                <c:pt idx="1">
                  <c:v>0.591399863</c:v>
                </c:pt>
                <c:pt idx="2">
                  <c:v>0.691399863</c:v>
                </c:pt>
                <c:pt idx="3">
                  <c:v>0.791399863</c:v>
                </c:pt>
                <c:pt idx="4">
                  <c:v>0.891399863</c:v>
                </c:pt>
                <c:pt idx="5">
                  <c:v>0.991399863</c:v>
                </c:pt>
                <c:pt idx="6">
                  <c:v>1.091399863</c:v>
                </c:pt>
                <c:pt idx="7">
                  <c:v>1.191399863</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er>
        <c:ser>
          <c:idx val="6"/>
          <c:order val="6"/>
          <c:tx>
            <c:v>Neuron 6</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Data'!$M$2:$M$9</c:f>
              <c:numCache>
                <c:formatCode>General</c:formatCode>
                <c:ptCount val="8"/>
                <c:pt idx="0">
                  <c:v>0.4889520903</c:v>
                </c:pt>
                <c:pt idx="1">
                  <c:v>0.5889520903</c:v>
                </c:pt>
                <c:pt idx="2">
                  <c:v>0.6889520903</c:v>
                </c:pt>
                <c:pt idx="3">
                  <c:v>0.7889520903</c:v>
                </c:pt>
                <c:pt idx="4">
                  <c:v>0.8889520903</c:v>
                </c:pt>
                <c:pt idx="5">
                  <c:v>0.9889520903</c:v>
                </c:pt>
                <c:pt idx="6">
                  <c:v>1.0889520903</c:v>
                </c:pt>
                <c:pt idx="7">
                  <c:v>1.1889520903</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er>
        <c:ser>
          <c:idx val="7"/>
          <c:order val="7"/>
          <c:tx>
            <c:v>Neuron 7</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Data'!$O$2:$O$9</c:f>
              <c:numCache>
                <c:formatCode>General</c:formatCode>
                <c:ptCount val="8"/>
                <c:pt idx="0">
                  <c:v>0.4091544036</c:v>
                </c:pt>
                <c:pt idx="1">
                  <c:v>0.5091544036</c:v>
                </c:pt>
                <c:pt idx="2">
                  <c:v>0.6091544036</c:v>
                </c:pt>
                <c:pt idx="3">
                  <c:v>0.7091544036</c:v>
                </c:pt>
                <c:pt idx="4">
                  <c:v>0.8091544036</c:v>
                </c:pt>
                <c:pt idx="5">
                  <c:v>0.9091544036</c:v>
                </c:pt>
                <c:pt idx="6">
                  <c:v>1.0091544036</c:v>
                </c:pt>
                <c:pt idx="7">
                  <c:v>1.1091544036</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er>
        <c:ser>
          <c:idx val="8"/>
          <c:order val="8"/>
          <c:tx>
            <c:v>Neuron 8</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Data'!$Q$2:$Q$9</c:f>
              <c:numCache>
                <c:formatCode>General</c:formatCode>
                <c:ptCount val="8"/>
                <c:pt idx="0">
                  <c:v>0.4025278753</c:v>
                </c:pt>
                <c:pt idx="1">
                  <c:v>0.5025278753</c:v>
                </c:pt>
                <c:pt idx="2">
                  <c:v>0.6025278753</c:v>
                </c:pt>
                <c:pt idx="3">
                  <c:v>0.7025278753</c:v>
                </c:pt>
                <c:pt idx="4">
                  <c:v>0.8025278753</c:v>
                </c:pt>
                <c:pt idx="5">
                  <c:v>0.9025278753</c:v>
                </c:pt>
                <c:pt idx="6">
                  <c:v>1.0025278753</c:v>
                </c:pt>
                <c:pt idx="7">
                  <c:v>1.1025278753</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er>
        <c:ser>
          <c:idx val="9"/>
          <c:order val="9"/>
          <c:tx>
            <c:v>Neuron 9</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Data'!$S$2:$S$9</c:f>
              <c:numCache>
                <c:formatCode>General</c:formatCode>
                <c:ptCount val="8"/>
                <c:pt idx="0">
                  <c:v>0.4052018144</c:v>
                </c:pt>
                <c:pt idx="1">
                  <c:v>0.5052018144</c:v>
                </c:pt>
                <c:pt idx="2">
                  <c:v>0.6052018144</c:v>
                </c:pt>
                <c:pt idx="3">
                  <c:v>0.7052018144</c:v>
                </c:pt>
                <c:pt idx="4">
                  <c:v>0.8052018144</c:v>
                </c:pt>
                <c:pt idx="5">
                  <c:v>0.9052018144</c:v>
                </c:pt>
                <c:pt idx="6">
                  <c:v>1.0052018144</c:v>
                </c:pt>
                <c:pt idx="7">
                  <c:v>1.1052018144</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er>
        <c:ser>
          <c:idx val="10"/>
          <c:order val="10"/>
          <c:tx>
            <c:v>Neuron 10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Data'!$U$2:$U$9</c:f>
              <c:numCache>
                <c:formatCode>General</c:formatCode>
                <c:ptCount val="8"/>
                <c:pt idx="0">
                  <c:v>0.4880146124</c:v>
                </c:pt>
                <c:pt idx="1">
                  <c:v>0.5880146124</c:v>
                </c:pt>
                <c:pt idx="2">
                  <c:v>0.6880146124</c:v>
                </c:pt>
                <c:pt idx="3">
                  <c:v>0.7880146124</c:v>
                </c:pt>
                <c:pt idx="4">
                  <c:v>0.8880146124</c:v>
                </c:pt>
                <c:pt idx="5">
                  <c:v>0.9880146124</c:v>
                </c:pt>
                <c:pt idx="6">
                  <c:v>1.0880146124</c:v>
                </c:pt>
                <c:pt idx="7">
                  <c:v>1.1880146124</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er>
        <c:ser>
          <c:idx val="11"/>
          <c:order val="11"/>
          <c:tx>
            <c:v>Neuron 11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Data'!$W$2:$W$9</c:f>
              <c:numCache>
                <c:formatCode>General</c:formatCode>
                <c:ptCount val="8"/>
                <c:pt idx="0">
                  <c:v>0.4117477463</c:v>
                </c:pt>
                <c:pt idx="1">
                  <c:v>0.5117477463</c:v>
                </c:pt>
                <c:pt idx="2">
                  <c:v>0.6117477463</c:v>
                </c:pt>
                <c:pt idx="3">
                  <c:v>0.7117477463</c:v>
                </c:pt>
                <c:pt idx="4">
                  <c:v>0.8117477463</c:v>
                </c:pt>
                <c:pt idx="5">
                  <c:v>0.9117477463</c:v>
                </c:pt>
                <c:pt idx="6">
                  <c:v>1.0117477463</c:v>
                </c:pt>
                <c:pt idx="7">
                  <c:v>1.1117477463</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er>
        <c:ser>
          <c:idx val="12"/>
          <c:order val="12"/>
          <c:tx>
            <c:v>Neuron 12</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Data'!$Y$2:$Y$11</c:f>
              <c:numCache>
                <c:formatCode>General</c:formatCode>
                <c:ptCount val="10"/>
                <c:pt idx="0">
                  <c:v>0.4050234337</c:v>
                </c:pt>
                <c:pt idx="1">
                  <c:v>0.4451592315</c:v>
                </c:pt>
                <c:pt idx="2">
                  <c:v>0.485681516</c:v>
                </c:pt>
                <c:pt idx="3">
                  <c:v>0.5582322619</c:v>
                </c:pt>
                <c:pt idx="4">
                  <c:v>0.7070178281</c:v>
                </c:pt>
                <c:pt idx="5">
                  <c:v>0.8201252415</c:v>
                </c:pt>
                <c:pt idx="6">
                  <c:v>0.88896984</c:v>
                </c:pt>
                <c:pt idx="7">
                  <c:v>1.0782440147</c:v>
                </c:pt>
                <c:pt idx="8">
                  <c:v>1.1082909205</c:v>
                </c:pt>
                <c:pt idx="9">
                  <c:v>1.1773940229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er>
        <c:ser>
          <c:idx val="13"/>
          <c:order val="13"/>
          <c:tx>
            <c:v>Neuron 13</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Data'!$AA$2:$AA$5</c:f>
              <c:numCache>
                <c:formatCode>General</c:formatCode>
                <c:ptCount val="4"/>
                <c:pt idx="0">
                  <c:v>0.5204861493</c:v>
                </c:pt>
                <c:pt idx="1">
                  <c:v>0.5578783997</c:v>
                </c:pt>
                <c:pt idx="2">
                  <c:v>0.5713311859</c:v>
                </c:pt>
                <c:pt idx="3">
                  <c:v>1.1660687446</c:v>
                </c:pt>
              </c:numCache>
            </c:numRef>
          </c:xVal>
          <c:yVal>
            <c:numRef>
              <c:f>'Chart Data'!$AB$2:$AB$5</c:f>
              <c:numCache>
                <c:formatCode>0</c:formatCode>
                <c:ptCount val="4"/>
                <c:pt idx="0">
                  <c:v>13</c:v>
                </c:pt>
                <c:pt idx="1">
                  <c:v>13</c:v>
                </c:pt>
                <c:pt idx="2">
                  <c:v>13</c:v>
                </c:pt>
                <c:pt idx="3">
                  <c:v>13</c:v>
                </c:pt>
              </c:numCache>
            </c:numRef>
          </c:yVal>
        </c:ser>
        <c:ser>
          <c:idx val="14"/>
          <c:order val="14"/>
          <c:tx>
            <c:v>Neuron 14</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Data'!$AC$2:$AC$8</c:f>
              <c:numCache>
                <c:formatCode>General</c:formatCode>
                <c:ptCount val="7"/>
                <c:pt idx="0">
                  <c:v>0.4870833218</c:v>
                </c:pt>
                <c:pt idx="1">
                  <c:v>0.5469748771</c:v>
                </c:pt>
                <c:pt idx="2">
                  <c:v>0.7642260368</c:v>
                </c:pt>
                <c:pt idx="3">
                  <c:v>0.8389353532</c:v>
                </c:pt>
                <c:pt idx="4">
                  <c:v>0.9857575324</c:v>
                </c:pt>
                <c:pt idx="5">
                  <c:v>1.144002292</c:v>
                </c:pt>
                <c:pt idx="6">
                  <c:v>1.1848800119</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er>
        <c:ser>
          <c:idx val="15"/>
          <c:order val="15"/>
          <c:tx>
            <c:v>Neuron 15</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Data'!$AE$2:$AE$6</c:f>
              <c:numCache>
                <c:formatCode>General</c:formatCode>
                <c:ptCount val="5"/>
                <c:pt idx="0">
                  <c:v>0.6462394695</c:v>
                </c:pt>
                <c:pt idx="1">
                  <c:v>0.7344848694</c:v>
                </c:pt>
                <c:pt idx="2">
                  <c:v>0.8004454374</c:v>
                </c:pt>
                <c:pt idx="3">
                  <c:v>0.956926854</c:v>
                </c:pt>
                <c:pt idx="4">
                  <c:v>0.9873064836</c:v>
                </c:pt>
              </c:numCache>
            </c:numRef>
          </c:xVal>
          <c:yVal>
            <c:numRef>
              <c:f>'Chart Data'!$AF$2:$AF$6</c:f>
              <c:numCache>
                <c:formatCode>0</c:formatCode>
                <c:ptCount val="5"/>
                <c:pt idx="0">
                  <c:v>15</c:v>
                </c:pt>
                <c:pt idx="1">
                  <c:v>15</c:v>
                </c:pt>
                <c:pt idx="2">
                  <c:v>15</c:v>
                </c:pt>
                <c:pt idx="3">
                  <c:v>15</c:v>
                </c:pt>
                <c:pt idx="4">
                  <c:v>15</c:v>
                </c:pt>
              </c:numCache>
            </c:numRef>
          </c:yVal>
        </c:ser>
        <c:ser>
          <c:idx val="16"/>
          <c:order val="16"/>
          <c:tx>
            <c:v>Neuron 16</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Data'!$AG$2:$AG$5</c:f>
              <c:numCache>
                <c:formatCode>General</c:formatCode>
                <c:ptCount val="4"/>
                <c:pt idx="0">
                  <c:v>0.584506021</c:v>
                </c:pt>
                <c:pt idx="1">
                  <c:v>0.8456386028</c:v>
                </c:pt>
                <c:pt idx="2">
                  <c:v>1.140681508</c:v>
                </c:pt>
                <c:pt idx="3">
                  <c:v>1.1560673611</c:v>
                </c:pt>
              </c:numCache>
            </c:numRef>
          </c:xVal>
          <c:yVal>
            <c:numRef>
              <c:f>'Chart Data'!$AH$2:$AH$5</c:f>
              <c:numCache>
                <c:formatCode>0</c:formatCode>
                <c:ptCount val="4"/>
                <c:pt idx="0">
                  <c:v>16</c:v>
                </c:pt>
                <c:pt idx="1">
                  <c:v>16</c:v>
                </c:pt>
                <c:pt idx="2">
                  <c:v>16</c:v>
                </c:pt>
                <c:pt idx="3">
                  <c:v>16</c:v>
                </c:pt>
              </c:numCache>
            </c:numRef>
          </c:yVal>
        </c:ser>
        <c:ser>
          <c:idx val="17"/>
          <c:order val="17"/>
          <c:tx>
            <c:v>Neuron 17</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Data'!$AI$2:$AI$5</c:f>
              <c:numCache>
                <c:formatCode>General</c:formatCode>
                <c:ptCount val="4"/>
                <c:pt idx="0">
                  <c:v>0.6394282543</c:v>
                </c:pt>
                <c:pt idx="1">
                  <c:v>0.7672414809</c:v>
                </c:pt>
                <c:pt idx="2">
                  <c:v>0.7927159597</c:v>
                </c:pt>
                <c:pt idx="3">
                  <c:v>1.0425412285</c:v>
                </c:pt>
              </c:numCache>
            </c:numRef>
          </c:xVal>
          <c:yVal>
            <c:numRef>
              <c:f>'Chart Data'!$AJ$2:$AJ$5</c:f>
              <c:numCache>
                <c:formatCode>0</c:formatCode>
                <c:ptCount val="4"/>
                <c:pt idx="0">
                  <c:v>17</c:v>
                </c:pt>
                <c:pt idx="1">
                  <c:v>17</c:v>
                </c:pt>
                <c:pt idx="2">
                  <c:v>17</c:v>
                </c:pt>
                <c:pt idx="3">
                  <c:v>17</c:v>
                </c:pt>
              </c:numCache>
            </c:numRef>
          </c:yVal>
        </c:ser>
        <c:ser>
          <c:idx val="18"/>
          <c:order val="18"/>
          <c:tx>
            <c:v>Neuron 18</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Data'!$AK$2:$AK$6</c:f>
              <c:numCache>
                <c:formatCode>General</c:formatCode>
                <c:ptCount val="5"/>
                <c:pt idx="0">
                  <c:v>0.6938198832</c:v>
                </c:pt>
                <c:pt idx="1">
                  <c:v>0.7511676478</c:v>
                </c:pt>
                <c:pt idx="2">
                  <c:v>0.8568240427</c:v>
                </c:pt>
                <c:pt idx="3">
                  <c:v>1.1385738722</c:v>
                </c:pt>
                <c:pt idx="4">
                  <c:v>1.1905349036</c:v>
                </c:pt>
              </c:numCache>
            </c:numRef>
          </c:xVal>
          <c:yVal>
            <c:numRef>
              <c:f>'Chart Data'!$AL$2:$AL$6</c:f>
              <c:numCache>
                <c:formatCode>0</c:formatCode>
                <c:ptCount val="5"/>
                <c:pt idx="0">
                  <c:v>18</c:v>
                </c:pt>
                <c:pt idx="1">
                  <c:v>18</c:v>
                </c:pt>
                <c:pt idx="2">
                  <c:v>18</c:v>
                </c:pt>
                <c:pt idx="3">
                  <c:v>18</c:v>
                </c:pt>
                <c:pt idx="4">
                  <c:v>18</c:v>
                </c:pt>
              </c:numCache>
            </c:numRef>
          </c:yVal>
        </c:ser>
        <c:ser>
          <c:idx val="19"/>
          <c:order val="19"/>
          <c:tx>
            <c:v>Neuron 19</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Data'!$AM$2:$AM$4</c:f>
              <c:numCache>
                <c:formatCode>General</c:formatCode>
                <c:ptCount val="3"/>
                <c:pt idx="0">
                  <c:v>0.4874617763</c:v>
                </c:pt>
                <c:pt idx="1">
                  <c:v>0.6424817567</c:v>
                </c:pt>
                <c:pt idx="2">
                  <c:v>0.971951415</c:v>
                </c:pt>
              </c:numCache>
            </c:numRef>
          </c:xVal>
          <c:yVal>
            <c:numRef>
              <c:f>'Chart Data'!$AN$2:$AN$4</c:f>
              <c:numCache>
                <c:formatCode>0</c:formatCode>
                <c:ptCount val="3"/>
                <c:pt idx="0">
                  <c:v>19</c:v>
                </c:pt>
                <c:pt idx="1">
                  <c:v>19</c:v>
                </c:pt>
                <c:pt idx="2">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Neuron index</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10"/>
      </c:valAx>
      <c:valAx>
        <c:axId val="48650112"/>
        <c:scaling>
          <c:orientation val="minMax"/>
          <c:max val="1.2"/>
          <c:min val="0.4"/>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
        <c:ser>
          <c:idx val="0"/>
          <c:order val="0"/>
          <c:tx>
            <c:v>Output</c:v>
          </c:tx>
          <c:spPr>
            <a:ln xmlns:a="http://schemas.openxmlformats.org/drawingml/2006/main" w="20955">
              <a:solidFill>
                <a:srgbClr val="176B87"/>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-0.2790312929</c:v>
                </c:pt>
                <c:pt idx="1">
                  <c:v>-0.1781490281</c:v>
                </c:pt>
                <c:pt idx="2">
                  <c:v>-0.2259195646</c:v>
                </c:pt>
                <c:pt idx="3">
                  <c:v>0.1026397428</c:v>
                </c:pt>
                <c:pt idx="4">
                  <c:v>0.2985043145</c:v>
                </c:pt>
                <c:pt idx="5">
                  <c:v>0.4253332256</c:v>
                </c:pt>
                <c:pt idx="6">
                  <c:v>0.6279850726</c:v>
                </c:pt>
                <c:pt idx="7">
                  <c:v>0.9494522144</c:v>
                </c:pt>
                <c:pt idx="8">
                  <c:v>1.2380693754</c:v>
                </c:pt>
                <c:pt idx="9">
                  <c:v>1.4259958617</c:v>
                </c:pt>
                <c:pt idx="10">
                  <c:v>1.7580492685</c:v>
                </c:pt>
                <c:pt idx="11">
                  <c:v>2.0669839692</c:v>
                </c:pt>
                <c:pt idx="12">
                  <c:v>2.3544542874</c:v>
                </c:pt>
                <c:pt idx="13">
                  <c:v>2.5085909744</c:v>
                </c:pt>
                <c:pt idx="14">
                  <c:v>2.6420927595</c:v>
                </c:pt>
                <c:pt idx="15">
                  <c:v>2.75660577</c:v>
                </c:pt>
                <c:pt idx="16">
                  <c:v>2.8536646496</c:v>
                </c:pt>
                <c:pt idx="17">
                  <c:v>2.9346995172</c:v>
                </c:pt>
                <c:pt idx="18">
                  <c:v>3.0010425122</c:v>
                </c:pt>
                <c:pt idx="19">
                  <c:v>3.0539339498</c:v>
                </c:pt>
                <c:pt idx="20">
                  <c:v>3.0945281088</c:v>
                </c:pt>
                <c:pt idx="21">
                  <c:v>3.1238986741</c:v>
                </c:pt>
                <c:pt idx="22">
                  <c:v>3.143043852</c:v>
                </c:pt>
                <c:pt idx="23">
                  <c:v>3.1528911785</c:v>
                </c:pt>
                <c:pt idx="24">
                  <c:v>3.3295167889</c:v>
                </c:pt>
                <c:pt idx="25">
                  <c:v>3.3164120329</c:v>
                </c:pt>
                <c:pt idx="26">
                  <c:v>3.2966660443</c:v>
                </c:pt>
                <c:pt idx="27">
                  <c:v>3.2709577872</c:v>
                </c:pt>
                <c:pt idx="28">
                  <c:v>3.2399157953</c:v>
                </c:pt>
                <c:pt idx="29">
                  <c:v>3.2041214761</c:v>
                </c:pt>
                <c:pt idx="30">
                  <c:v>3.1641122127</c:v>
                </c:pt>
                <c:pt idx="31">
                  <c:v>3.1203842747</c:v>
                </c:pt>
                <c:pt idx="32">
                  <c:v>3.0733955508</c:v>
                </c:pt>
                <c:pt idx="33">
                  <c:v>3.1987828619</c:v>
                </c:pt>
                <c:pt idx="34">
                  <c:v>3.1396267352</c:v>
                </c:pt>
                <c:pt idx="35">
                  <c:v>3.0786322392</c:v>
                </c:pt>
                <c:pt idx="36">
                  <c:v>3.0161193977</c:v>
                </c:pt>
                <c:pt idx="37">
                  <c:v>2.9523813913</c:v>
                </c:pt>
                <c:pt idx="38">
                  <c:v>2.8876864153</c:v>
                </c:pt>
                <c:pt idx="39">
                  <c:v>2.915032664</c:v>
                </c:pt>
                <c:pt idx="40">
                  <c:v>2.8454956467</c:v>
                </c:pt>
                <c:pt idx="41">
                  <c:v>2.7758077436</c:v>
                </c:pt>
                <c:pt idx="42">
                  <c:v>2.706149071</c:v>
                </c:pt>
                <c:pt idx="43">
                  <c:v>2.6366825352</c:v>
                </c:pt>
                <c:pt idx="44">
                  <c:v>2.5675550828</c:v>
                </c:pt>
                <c:pt idx="45">
                  <c:v>2.4988988703</c:v>
                </c:pt>
                <c:pt idx="46">
                  <c:v>2.4621145659</c:v>
                </c:pt>
                <c:pt idx="47">
                  <c:v>2.4229744414</c:v>
                </c:pt>
                <c:pt idx="48">
                  <c:v>2.3817957802</c:v>
                </c:pt>
                <c:pt idx="49">
                  <c:v>2.3388705211</c:v>
                </c:pt>
                <c:pt idx="50">
                  <c:v>2.2944669754</c:v>
                </c:pt>
                <c:pt idx="51">
                  <c:v>2.2488314378</c:v>
                </c:pt>
                <c:pt idx="52">
                  <c:v>2.2021896948</c:v>
                </c:pt>
                <c:pt idx="53">
                  <c:v>2.1547484404</c:v>
                </c:pt>
                <c:pt idx="54">
                  <c:v>2.1066966003</c:v>
                </c:pt>
                <c:pt idx="55">
                  <c:v>2.0582065741</c:v>
                </c:pt>
                <c:pt idx="56">
                  <c:v>2.0094353975</c:v>
                </c:pt>
                <c:pt idx="57">
                  <c:v>1.9383673633</c:v>
                </c:pt>
                <c:pt idx="58">
                  <c:v>1.8903188149</c:v>
                </c:pt>
                <c:pt idx="59">
                  <c:v>1.8423464367</c:v>
                </c:pt>
                <c:pt idx="60">
                  <c:v>1.7945570857</c:v>
                </c:pt>
                <c:pt idx="61">
                  <c:v>1.7470470148</c:v>
                </c:pt>
                <c:pt idx="62">
                  <c:v>1.6999026529</c:v>
                </c:pt>
                <c:pt idx="63">
                  <c:v>1.6532013345</c:v>
                </c:pt>
                <c:pt idx="64">
                  <c:v>1.6070119806</c:v>
                </c:pt>
                <c:pt idx="65">
                  <c:v>1.561395736</c:v>
                </c:pt>
                <c:pt idx="66">
                  <c:v>1.5164065634</c:v>
                </c:pt>
                <c:pt idx="67">
                  <c:v>1.4720917989</c:v>
                </c:pt>
                <c:pt idx="68">
                  <c:v>1.4284926699</c:v>
                </c:pt>
                <c:pt idx="69">
                  <c:v>1.3856447781</c:v>
                </c:pt>
                <c:pt idx="70">
                  <c:v>1.3435785506</c:v>
                </c:pt>
                <c:pt idx="71">
                  <c:v>1.3023196596</c:v>
                </c:pt>
                <c:pt idx="72">
                  <c:v>1.261889414</c:v>
                </c:pt>
                <c:pt idx="73">
                  <c:v>1.2223051238</c:v>
                </c:pt>
                <c:pt idx="74">
                  <c:v>1.1835804398</c:v>
                </c:pt>
                <c:pt idx="75">
                  <c:v>1.1457256689</c:v>
                </c:pt>
                <c:pt idx="76">
                  <c:v>1.1087480681</c:v>
                </c:pt>
                <c:pt idx="77">
                  <c:v>1.0726521175</c:v>
                </c:pt>
                <c:pt idx="78">
                  <c:v>1.0374397737</c:v>
                </c:pt>
                <c:pt idx="79">
                  <c:v>1.0031107052</c:v>
                </c:pt>
                <c:pt idx="80">
                  <c:v>0.9696625115</c:v>
                </c:pt>
                <c:pt idx="81">
                  <c:v>0.9370909251</c:v>
                </c:pt>
                <c:pt idx="82">
                  <c:v>0.9053899994</c:v>
                </c:pt>
                <c:pt idx="83">
                  <c:v>0.8745522831</c:v>
                </c:pt>
                <c:pt idx="84">
                  <c:v>0.8445689805</c:v>
                </c:pt>
                <c:pt idx="85">
                  <c:v>0.8154301008</c:v>
                </c:pt>
                <c:pt idx="86">
                  <c:v>0.7871245953</c:v>
                </c:pt>
                <c:pt idx="87">
                  <c:v>0.7909226938</c:v>
                </c:pt>
                <c:pt idx="88">
                  <c:v>0.4293198455</c:v>
                </c:pt>
                <c:pt idx="89">
                  <c:v>-0.1433932389</c:v>
                </c:pt>
                <c:pt idx="90">
                  <c:v>-0.3209026005</c:v>
                </c:pt>
                <c:pt idx="91">
                  <c:v>-0.4378712409</c:v>
                </c:pt>
                <c:pt idx="92">
                  <c:v>-0.6435961897</c:v>
                </c:pt>
                <c:pt idx="93">
                  <c:v>-0.8282129833</c:v>
                </c:pt>
                <c:pt idx="94">
                  <c:v>-0.9932912043</c:v>
                </c:pt>
                <c:pt idx="95">
                  <c:v>-1.1402975439</c:v>
                </c:pt>
                <c:pt idx="96">
                  <c:v>-1.2706021043</c:v>
                </c:pt>
                <c:pt idx="97">
                  <c:v>-1.4309725167</c:v>
                </c:pt>
                <c:pt idx="98">
                  <c:v>-1.4656230671</c:v>
                </c:pt>
                <c:pt idx="99">
                  <c:v>-1.4934900961</c:v>
                </c:pt>
                <c:pt idx="100">
                  <c:v>-1.5151528574</c:v>
                </c:pt>
                <c:pt idx="101">
                  <c:v>-1.5311502387</c:v>
                </c:pt>
                <c:pt idx="102">
                  <c:v>-1.6814596457</c:v>
                </c:pt>
                <c:pt idx="103">
                  <c:v>-1.4422192425</c:v>
                </c:pt>
                <c:pt idx="104">
                  <c:v>-1.3234992037</c:v>
                </c:pt>
                <c:pt idx="105">
                  <c:v>-1.2847739733</c:v>
                </c:pt>
                <c:pt idx="106">
                  <c:v>-1.1681892254</c:v>
                </c:pt>
                <c:pt idx="107">
                  <c:v>-0.9203264908</c:v>
                </c:pt>
                <c:pt idx="108">
                  <c:v>-0.693861954</c:v>
                </c:pt>
                <c:pt idx="109">
                  <c:v>-0.5575782554</c:v>
                </c:pt>
                <c:pt idx="110">
                  <c:v>-0.2675351075</c:v>
                </c:pt>
                <c:pt idx="111">
                  <c:v>0.0082051314</c:v>
                </c:pt>
                <c:pt idx="112">
                  <c:v>0.2705368061</c:v>
                </c:pt>
                <c:pt idx="113">
                  <c:v>0.4068838493</c:v>
                </c:pt>
                <c:pt idx="114">
                  <c:v>0.5292879545</c:v>
                </c:pt>
                <c:pt idx="115">
                  <c:v>0.6387848211</c:v>
                </c:pt>
                <c:pt idx="116">
                  <c:v>0.7363422894</c:v>
                </c:pt>
                <c:pt idx="117">
                  <c:v>0.8228644961</c:v>
                </c:pt>
                <c:pt idx="118">
                  <c:v>0.8991957863</c:v>
                </c:pt>
                <c:pt idx="119">
                  <c:v>0.9661243945</c:v>
                </c:pt>
                <c:pt idx="120">
                  <c:v>1.02438591</c:v>
                </c:pt>
                <c:pt idx="121">
                  <c:v>0.8273071761</c:v>
                </c:pt>
                <c:pt idx="122">
                  <c:v>0.6470151562</c:v>
                </c:pt>
                <c:pt idx="123">
                  <c:v>0.4823412202</c:v>
                </c:pt>
                <c:pt idx="124">
                  <c:v>0.3321907993</c:v>
                </c:pt>
                <c:pt idx="125">
                  <c:v>0.1955389413</c:v>
                </c:pt>
                <c:pt idx="126">
                  <c:v>0.0714261241</c:v>
                </c:pt>
                <c:pt idx="127">
                  <c:v>-0.0410456889</c:v>
                </c:pt>
                <c:pt idx="128">
                  <c:v>-0.1427167638</c:v>
                </c:pt>
                <c:pt idx="129">
                  <c:v>-0.2343730951</c:v>
                </c:pt>
                <c:pt idx="130">
                  <c:v>-0.3167497006</c:v>
                </c:pt>
                <c:pt idx="131">
                  <c:v>-0.3905337246</c:v>
                </c:pt>
                <c:pt idx="132">
                  <c:v>-0.4563673589</c:v>
                </c:pt>
                <c:pt idx="133">
                  <c:v>-0.5148505934</c:v>
                </c:pt>
                <c:pt idx="134">
                  <c:v>-0.5665438046</c:v>
                </c:pt>
                <c:pt idx="135">
                  <c:v>-0.6119701927</c:v>
                </c:pt>
                <c:pt idx="136">
                  <c:v>-0.6516180752</c:v>
                </c:pt>
                <c:pt idx="137">
                  <c:v>-0.6859430442</c:v>
                </c:pt>
                <c:pt idx="138">
                  <c:v>-0.7153699977</c:v>
                </c:pt>
                <c:pt idx="139">
                  <c:v>-0.7402950493</c:v>
                </c:pt>
                <c:pt idx="140">
                  <c:v>-0.7610873258</c:v>
                </c:pt>
                <c:pt idx="141">
                  <c:v>-0.7780906568</c:v>
                </c:pt>
                <c:pt idx="142">
                  <c:v>-0.7916251647</c:v>
                </c:pt>
                <c:pt idx="143">
                  <c:v>-0.8019887587</c:v>
                </c:pt>
                <c:pt idx="144">
                  <c:v>-0.8094585407</c:v>
                </c:pt>
                <c:pt idx="145">
                  <c:v>-0.8364505939</c:v>
                </c:pt>
                <c:pt idx="146">
                  <c:v>-0.8380174493</c:v>
                </c:pt>
                <c:pt idx="147">
                  <c:v>-0.8374419163</c:v>
                </c:pt>
                <c:pt idx="148">
                  <c:v>-1.0579360742</c:v>
                </c:pt>
                <c:pt idx="149">
                  <c:v>-1.2549310647</c:v>
                </c:pt>
                <c:pt idx="150">
                  <c:v>-1.4301945631</c:v>
                </c:pt>
                <c:pt idx="151">
                  <c:v>-1.585377718</c:v>
                </c:pt>
                <c:pt idx="152">
                  <c:v>-1.7220223128</c:v>
                </c:pt>
                <c:pt idx="153">
                  <c:v>-1.8415675063</c:v>
                </c:pt>
                <c:pt idx="154">
                  <c:v>-1.945356175</c:v>
                </c:pt>
                <c:pt idx="155">
                  <c:v>-2.034640882</c:v>
                </c:pt>
                <c:pt idx="156">
                  <c:v>-2.1105894921</c:v>
                </c:pt>
                <c:pt idx="157">
                  <c:v>-2.1742904534</c:v>
                </c:pt>
                <c:pt idx="158">
                  <c:v>-2.2267577669</c:v>
                </c:pt>
                <c:pt idx="159">
                  <c:v>-2.4850128096</c:v>
                </c:pt>
                <c:pt idx="160">
                  <c:v>-2.7127808612</c:v>
                </c:pt>
                <c:pt idx="161">
                  <c:v>-2.9124213803</c:v>
                </c:pt>
                <c:pt idx="162">
                  <c:v>-3.0861361968</c:v>
                </c:pt>
                <c:pt idx="163">
                  <c:v>-3.2359792749</c:v>
                </c:pt>
                <c:pt idx="164">
                  <c:v>-3.3638658987</c:v>
                </c:pt>
                <c:pt idx="165">
                  <c:v>-3.4715813138</c:v>
                </c:pt>
                <c:pt idx="166">
                  <c:v>-3.5607888562</c:v>
                </c:pt>
                <c:pt idx="167">
                  <c:v>-3.6330375964</c:v>
                </c:pt>
                <c:pt idx="168">
                  <c:v>-3.6897695292</c:v>
                </c:pt>
                <c:pt idx="169">
                  <c:v>-3.7323263332</c:v>
                </c:pt>
                <c:pt idx="170">
                  <c:v>-3.7619557261</c:v>
                </c:pt>
                <c:pt idx="171">
                  <c:v>-3.779817438</c:v>
                </c:pt>
                <c:pt idx="172">
                  <c:v>-4.034348187</c:v>
                </c:pt>
                <c:pt idx="173">
                  <c:v>-4.2550611572</c:v>
                </c:pt>
                <c:pt idx="174">
                  <c:v>-4.4446495545</c:v>
                </c:pt>
                <c:pt idx="175">
                  <c:v>-4.6056243246</c:v>
                </c:pt>
                <c:pt idx="176">
                  <c:v>-4.7403255245</c:v>
                </c:pt>
                <c:pt idx="177">
                  <c:v>-4.850933019</c:v>
                </c:pt>
                <c:pt idx="178">
                  <c:v>-4.9394765396</c:v>
                </c:pt>
                <c:pt idx="179">
                  <c:v>-5.0078451443</c:v>
                </c:pt>
                <c:pt idx="180">
                  <c:v>-5.0577961106</c:v>
                </c:pt>
                <c:pt idx="181">
                  <c:v>-5.0909632968</c:v>
                </c:pt>
                <c:pt idx="182">
                  <c:v>-5.1088650002</c:v>
                </c:pt>
                <c:pt idx="183">
                  <c:v>-5.1129113433</c:v>
                </c:pt>
                <c:pt idx="184">
                  <c:v>-5.1044112133</c:v>
                </c:pt>
                <c:pt idx="185">
                  <c:v>-5.0845787831</c:v>
                </c:pt>
                <c:pt idx="186">
                  <c:v>-5.2076424651</c:v>
                </c:pt>
                <c:pt idx="187">
                  <c:v>-4.9984402597</c:v>
                </c:pt>
                <c:pt idx="188">
                  <c:v>-5.0253745376</c:v>
                </c:pt>
                <c:pt idx="189">
                  <c:v>-5.2822926098</c:v>
                </c:pt>
                <c:pt idx="190">
                  <c:v>-5.161835601</c:v>
                </c:pt>
                <c:pt idx="191">
                  <c:v>-4.9976786268</c:v>
                </c:pt>
                <c:pt idx="192">
                  <c:v>-4.9381847837</c:v>
                </c:pt>
                <c:pt idx="193">
                  <c:v>-4.8726067149</c:v>
                </c:pt>
                <c:pt idx="194">
                  <c:v>-4.801679393</c:v>
                </c:pt>
                <c:pt idx="195">
                  <c:v>-4.7260805722</c:v>
                </c:pt>
                <c:pt idx="196">
                  <c:v>-4.6464346216</c:v>
                </c:pt>
                <c:pt idx="197">
                  <c:v>-4.608804305</c:v>
                </c:pt>
                <c:pt idx="198">
                  <c:v>-4.4567376948</c:v>
                </c:pt>
                <c:pt idx="199">
                  <c:v>-4.3085414776</c:v>
                </c:pt>
                <c:pt idx="200">
                  <c:v>-4.1641998317</c:v>
                </c:pt>
                <c:pt idx="201">
                  <c:v>-4.0236892728</c:v>
                </c:pt>
                <c:pt idx="202">
                  <c:v>-4.0264557631</c:v>
                </c:pt>
                <c:pt idx="203">
                  <c:v>-3.6481352729</c:v>
                </c:pt>
                <c:pt idx="204">
                  <c:v>-3.3983234438</c:v>
                </c:pt>
                <c:pt idx="205">
                  <c:v>-3.2138878756</c:v>
                </c:pt>
                <c:pt idx="206">
                  <c:v>-2.9817374402</c:v>
                </c:pt>
                <c:pt idx="207">
                  <c:v>-2.6249928977</c:v>
                </c:pt>
                <c:pt idx="208">
                  <c:v>-2.2959533601</c:v>
                </c:pt>
                <c:pt idx="209">
                  <c:v>-2.0630452777</c:v>
                </c:pt>
                <c:pt idx="210">
                  <c:v>-1.6819919146</c:v>
                </c:pt>
                <c:pt idx="211">
                  <c:v>-1.3205378444</c:v>
                </c:pt>
                <c:pt idx="212">
                  <c:v>-0.9774885811</c:v>
                </c:pt>
                <c:pt idx="213">
                  <c:v>-0.7651367288</c:v>
                </c:pt>
                <c:pt idx="214">
                  <c:v>-0.5711728964</c:v>
                </c:pt>
                <c:pt idx="215">
                  <c:v>-0.3943085891</c:v>
                </c:pt>
                <c:pt idx="216">
                  <c:v>-0.2333372556</c:v>
                </c:pt>
                <c:pt idx="217">
                  <c:v>-0.0871293611</c:v>
                </c:pt>
                <c:pt idx="218">
                  <c:v>0.0453722558</c:v>
                </c:pt>
                <c:pt idx="219">
                  <c:v>0.1651567557</c:v>
                </c:pt>
                <c:pt idx="220">
                  <c:v>0.4483641669</c:v>
                </c:pt>
                <c:pt idx="221">
                  <c:v>0.5385516327</c:v>
                </c:pt>
                <c:pt idx="222">
                  <c:v>0.6188756441</c:v>
                </c:pt>
                <c:pt idx="223">
                  <c:v>0.6900837767</c:v>
                </c:pt>
                <c:pt idx="224">
                  <c:v>0.7528741477</c:v>
                </c:pt>
                <c:pt idx="225">
                  <c:v>0.8078984617</c:v>
                </c:pt>
                <c:pt idx="226">
                  <c:v>0.8557648777</c:v>
                </c:pt>
                <c:pt idx="227">
                  <c:v>0.8970407061</c:v>
                </c:pt>
                <c:pt idx="228">
                  <c:v>0.9322549469</c:v>
                </c:pt>
                <c:pt idx="229">
                  <c:v>0.9619006768</c:v>
                </c:pt>
                <c:pt idx="230">
                  <c:v>0.9864372953</c:v>
                </c:pt>
                <c:pt idx="231">
                  <c:v>1.0062926367</c:v>
                </c:pt>
                <c:pt idx="232">
                  <c:v>1.0218649561</c:v>
                </c:pt>
                <c:pt idx="233">
                  <c:v>1.0335247969</c:v>
                </c:pt>
                <c:pt idx="234">
                  <c:v>1.0416167471</c:v>
                </c:pt>
                <c:pt idx="235">
                  <c:v>1.0464610892</c:v>
                </c:pt>
                <c:pt idx="236">
                  <c:v>1.0483553511</c:v>
                </c:pt>
                <c:pt idx="237">
                  <c:v>1.0475757647</c:v>
                </c:pt>
                <c:pt idx="238">
                  <c:v>1.0443786344</c:v>
                </c:pt>
                <c:pt idx="239">
                  <c:v>1.0390016246</c:v>
                </c:pt>
                <c:pt idx="240">
                  <c:v>1.072292586</c:v>
                </c:pt>
                <c:pt idx="241">
                  <c:v>1.0998649717</c:v>
                </c:pt>
                <c:pt idx="242">
                  <c:v>1.1221973931</c:v>
                </c:pt>
                <c:pt idx="243">
                  <c:v>0.9571450136</c:v>
                </c:pt>
                <c:pt idx="244">
                  <c:v>0.8055228092</c:v>
                </c:pt>
                <c:pt idx="245">
                  <c:v>0.6664133736</c:v>
                </c:pt>
                <c:pt idx="246">
                  <c:v>0.5389568409</c:v>
                </c:pt>
                <c:pt idx="247">
                  <c:v>0.5076167008</c:v>
                </c:pt>
                <c:pt idx="248">
                  <c:v>0.3292933527</c:v>
                </c:pt>
                <c:pt idx="249">
                  <c:v>0.1671564678</c:v>
                </c:pt>
                <c:pt idx="250">
                  <c:v>0.0200513543</c:v>
                </c:pt>
                <c:pt idx="251">
                  <c:v>-0.1131025503</c:v>
                </c:pt>
                <c:pt idx="252">
                  <c:v>-0.2333161633</c:v>
                </c:pt>
                <c:pt idx="253">
                  <c:v>-0.3415349799</c:v>
                </c:pt>
                <c:pt idx="254">
                  <c:v>-0.4386430499</c:v>
                </c:pt>
                <c:pt idx="255">
                  <c:v>-0.5254667225</c:v>
                </c:pt>
                <c:pt idx="256">
                  <c:v>-0.6027781714</c:v>
                </c:pt>
                <c:pt idx="257">
                  <c:v>-0.6712987137</c:v>
                </c:pt>
                <c:pt idx="258">
                  <c:v>-0.5786456516</c:v>
                </c:pt>
                <c:pt idx="259">
                  <c:v>-0.6375690685</c:v>
                </c:pt>
                <c:pt idx="260">
                  <c:v>-0.6893686788</c:v>
                </c:pt>
                <c:pt idx="261">
                  <c:v>-0.7345991935</c:v>
                </c:pt>
                <c:pt idx="262">
                  <c:v>-0.7737781607</c:v>
                </c:pt>
                <c:pt idx="263">
                  <c:v>-0.8073882715</c:v>
                </c:pt>
                <c:pt idx="264">
                  <c:v>-0.8358795286</c:v>
                </c:pt>
                <c:pt idx="265">
                  <c:v>-0.8596712869</c:v>
                </c:pt>
                <c:pt idx="266">
                  <c:v>-0.8791541726</c:v>
                </c:pt>
                <c:pt idx="267">
                  <c:v>-0.8946918877</c:v>
                </c:pt>
                <c:pt idx="268">
                  <c:v>-0.9066229073</c:v>
                </c:pt>
                <c:pt idx="269">
                  <c:v>-0.9152620751</c:v>
                </c:pt>
                <c:pt idx="270">
                  <c:v>-0.9209021033</c:v>
                </c:pt>
                <c:pt idx="271">
                  <c:v>-0.7486002324</c:v>
                </c:pt>
                <c:pt idx="272">
                  <c:v>-0.7559171869</c:v>
                </c:pt>
                <c:pt idx="273">
                  <c:v>-0.7607398399</c:v>
                </c:pt>
                <c:pt idx="274">
                  <c:v>-0.7632940845</c:v>
                </c:pt>
                <c:pt idx="275">
                  <c:v>-0.763789713</c:v>
                </c:pt>
                <c:pt idx="276">
                  <c:v>-0.7624214496</c:v>
                </c:pt>
                <c:pt idx="277">
                  <c:v>-0.7593699216</c:v>
                </c:pt>
                <c:pt idx="278">
                  <c:v>-0.7548025712</c:v>
                </c:pt>
                <c:pt idx="279">
                  <c:v>-0.7488745116</c:v>
                </c:pt>
                <c:pt idx="280">
                  <c:v>-0.7417293317</c:v>
                </c:pt>
                <c:pt idx="281">
                  <c:v>-0.7334998511</c:v>
                </c:pt>
                <c:pt idx="282">
                  <c:v>-0.7243088292</c:v>
                </c:pt>
                <c:pt idx="283">
                  <c:v>-0.7142696301</c:v>
                </c:pt>
                <c:pt idx="284">
                  <c:v>-0.7034868474</c:v>
                </c:pt>
                <c:pt idx="285">
                  <c:v>-0.5993036449</c:v>
                </c:pt>
                <c:pt idx="286">
                  <c:v>-0.5909566198</c:v>
                </c:pt>
                <c:pt idx="287">
                  <c:v>-0.5819982881</c:v>
                </c:pt>
                <c:pt idx="288">
                  <c:v>-0.5300691756</c:v>
                </c:pt>
                <c:pt idx="289">
                  <c:v>-0.7263210954</c:v>
                </c:pt>
                <c:pt idx="290">
                  <c:v>-0.5618077747</c:v>
                </c:pt>
                <c:pt idx="291">
                  <c:v>-0.3687284848</c:v>
                </c:pt>
                <c:pt idx="292">
                  <c:v>-0.2940749256</c:v>
                </c:pt>
                <c:pt idx="293">
                  <c:v>-0.2258261144</c:v>
                </c:pt>
                <c:pt idx="294">
                  <c:v>-0.1635348933</c:v>
                </c:pt>
                <c:pt idx="295">
                  <c:v>-0.2241768177</c:v>
                </c:pt>
                <c:pt idx="296">
                  <c:v>-0.27851468</c:v>
                </c:pt>
                <c:pt idx="297">
                  <c:v>-0.3725073299</c:v>
                </c:pt>
                <c:pt idx="298">
                  <c:v>-0.3496144297</c:v>
                </c:pt>
                <c:pt idx="299">
                  <c:v>-0.3280684949</c:v>
                </c:pt>
                <c:pt idx="300">
                  <c:v>-0.3077925933</c:v>
                </c:pt>
                <c:pt idx="301">
                  <c:v>-0.288714093</c:v>
                </c:pt>
                <c:pt idx="302">
                  <c:v>-0.4102407499</c:v>
                </c:pt>
                <c:pt idx="303">
                  <c:v>-0.1479803194</c:v>
                </c:pt>
                <c:pt idx="304">
                  <c:v>-0.0115093352</c:v>
                </c:pt>
                <c:pt idx="305">
                  <c:v>0.0623154244</c:v>
                </c:pt>
                <c:pt idx="306">
                  <c:v>0.1865883856</c:v>
                </c:pt>
                <c:pt idx="307">
                  <c:v>0.4381852712</c:v>
                </c:pt>
                <c:pt idx="308">
                  <c:v>0.6960795028</c:v>
                </c:pt>
                <c:pt idx="309">
                  <c:v>0.8574958935</c:v>
                </c:pt>
                <c:pt idx="310">
                  <c:v>1.1669141901</c:v>
                </c:pt>
                <c:pt idx="311">
                  <c:v>1.4567738518</c:v>
                </c:pt>
                <c:pt idx="312">
                  <c:v>1.7284357879</c:v>
                </c:pt>
                <c:pt idx="313">
                  <c:v>1.8697574874</c:v>
                </c:pt>
                <c:pt idx="314">
                  <c:v>1.9931833018</c:v>
                </c:pt>
                <c:pt idx="315">
                  <c:v>2.1001226729</c:v>
                </c:pt>
                <c:pt idx="316">
                  <c:v>2.1918901307</c:v>
                </c:pt>
                <c:pt idx="317">
                  <c:v>2.2697111982</c:v>
                </c:pt>
                <c:pt idx="318">
                  <c:v>2.3347279472</c:v>
                </c:pt>
                <c:pt idx="319">
                  <c:v>2.3880042229</c:v>
                </c:pt>
                <c:pt idx="320">
                  <c:v>2.4305305578</c:v>
                </c:pt>
                <c:pt idx="321">
                  <c:v>2.4632287921</c:v>
                </c:pt>
                <c:pt idx="322">
                  <c:v>2.4869564183</c:v>
                </c:pt>
                <c:pt idx="323">
                  <c:v>2.5025106648</c:v>
                </c:pt>
                <c:pt idx="324">
                  <c:v>2.5106323346</c:v>
                </c:pt>
                <c:pt idx="325">
                  <c:v>2.5120094131</c:v>
                </c:pt>
                <c:pt idx="326">
                  <c:v>2.5072804574</c:v>
                </c:pt>
                <c:pt idx="327">
                  <c:v>2.4970377817</c:v>
                </c:pt>
                <c:pt idx="328">
                  <c:v>2.4818304487</c:v>
                </c:pt>
                <c:pt idx="329">
                  <c:v>2.4621670797</c:v>
                </c:pt>
                <c:pt idx="330">
                  <c:v>2.4385184933</c:v>
                </c:pt>
                <c:pt idx="331">
                  <c:v>2.4113201829</c:v>
                </c:pt>
                <c:pt idx="332">
                  <c:v>2.3809746424</c:v>
                </c:pt>
                <c:pt idx="333">
                  <c:v>2.3478535493</c:v>
                </c:pt>
                <c:pt idx="334">
                  <c:v>2.3122998132</c:v>
                </c:pt>
                <c:pt idx="335">
                  <c:v>2.201933883</c:v>
                </c:pt>
                <c:pt idx="336">
                  <c:v>2.0968332078</c:v>
                </c:pt>
                <c:pt idx="337">
                  <c:v>1.9967467217</c:v>
                </c:pt>
                <c:pt idx="338">
                  <c:v>1.9014353242</c:v>
                </c:pt>
                <c:pt idx="339">
                  <c:v>1.7818931068</c:v>
                </c:pt>
                <c:pt idx="340">
                  <c:v>1.6965894068</c:v>
                </c:pt>
                <c:pt idx="341">
                  <c:v>1.615367972</c:v>
                </c:pt>
                <c:pt idx="342">
                  <c:v>1.6673697375</c:v>
                </c:pt>
                <c:pt idx="343">
                  <c:v>1.5886587899</c:v>
                </c:pt>
                <c:pt idx="344">
                  <c:v>1.5136594447</c:v>
                </c:pt>
                <c:pt idx="345">
                  <c:v>1.4421968874</c:v>
                </c:pt>
                <c:pt idx="346">
                  <c:v>1.4255978034</c:v>
                </c:pt>
                <c:pt idx="347">
                  <c:v>1.3586953475</c:v>
                </c:pt>
                <c:pt idx="348">
                  <c:v>1.2949277514</c:v>
                </c:pt>
                <c:pt idx="349">
                  <c:v>1.2341483693</c:v>
                </c:pt>
                <c:pt idx="350">
                  <c:v>1.176217403</c:v>
                </c:pt>
                <c:pt idx="351">
                  <c:v>1.1210015828</c:v>
                </c:pt>
                <c:pt idx="352">
                  <c:v>0.9509795318</c:v>
                </c:pt>
                <c:pt idx="353">
                  <c:v>0.7948752477</c:v>
                </c:pt>
                <c:pt idx="354">
                  <c:v>0.6517355847</c:v>
                </c:pt>
                <c:pt idx="355">
                  <c:v>0.5206672635</c:v>
                </c:pt>
                <c:pt idx="356">
                  <c:v>0.4008332992</c:v>
                </c:pt>
                <c:pt idx="357">
                  <c:v>0.2914496346</c:v>
                </c:pt>
                <c:pt idx="358">
                  <c:v>0.1917819689</c:v>
                </c:pt>
                <c:pt idx="359">
                  <c:v>0.1011427689</c:v>
                </c:pt>
                <c:pt idx="360">
                  <c:v>0.0188884542</c:v>
                </c:pt>
                <c:pt idx="361">
                  <c:v>-0.055583255</c:v>
                </c:pt>
                <c:pt idx="362">
                  <c:v>-0.1228358355</c:v>
                </c:pt>
                <c:pt idx="363">
                  <c:v>-0.1833963133</c:v>
                </c:pt>
                <c:pt idx="364">
                  <c:v>-0.2377574789</c:v>
                </c:pt>
                <c:pt idx="365">
                  <c:v>-0.509386808</c:v>
                </c:pt>
                <c:pt idx="366">
                  <c:v>-0.7539555772</c:v>
                </c:pt>
                <c:pt idx="367">
                  <c:v>-0.9734572154</c:v>
                </c:pt>
                <c:pt idx="368">
                  <c:v>-1.1291274577</c:v>
                </c:pt>
                <c:pt idx="369">
                  <c:v>-1.2672980101</c:v>
                </c:pt>
                <c:pt idx="370">
                  <c:v>-1.3893055403</c:v>
                </c:pt>
                <c:pt idx="371">
                  <c:v>-1.4963979597</c:v>
                </c:pt>
                <c:pt idx="372">
                  <c:v>-1.5897399021</c:v>
                </c:pt>
                <c:pt idx="373">
                  <c:v>-1.6704178781</c:v>
                </c:pt>
                <c:pt idx="374">
                  <c:v>-1.7394451254</c:v>
                </c:pt>
                <c:pt idx="375">
                  <c:v>-1.7977661714</c:v>
                </c:pt>
                <c:pt idx="376">
                  <c:v>-1.846261125</c:v>
                </c:pt>
                <c:pt idx="377">
                  <c:v>-1.8857497141</c:v>
                </c:pt>
                <c:pt idx="378">
                  <c:v>-1.9169950813</c:v>
                </c:pt>
                <c:pt idx="379">
                  <c:v>-1.9407073535</c:v>
                </c:pt>
                <c:pt idx="380">
                  <c:v>-1.9575469982</c:v>
                </c:pt>
                <c:pt idx="381">
                  <c:v>-1.9681279782</c:v>
                </c:pt>
                <c:pt idx="382">
                  <c:v>-1.9730207165</c:v>
                </c:pt>
                <c:pt idx="383">
                  <c:v>-1.9727548833</c:v>
                </c:pt>
                <c:pt idx="384">
                  <c:v>-1.9678220137</c:v>
                </c:pt>
                <c:pt idx="385">
                  <c:v>-1.9586779683</c:v>
                </c:pt>
                <c:pt idx="386">
                  <c:v>-1.945745243</c:v>
                </c:pt>
                <c:pt idx="387">
                  <c:v>-1.9294151399</c:v>
                </c:pt>
                <c:pt idx="388">
                  <c:v>-1.8676108489</c:v>
                </c:pt>
                <c:pt idx="389">
                  <c:v>-2.0517459025</c:v>
                </c:pt>
                <c:pt idx="390">
                  <c:v>-1.8731161734</c:v>
                </c:pt>
                <c:pt idx="391">
                  <c:v>-1.6641447913</c:v>
                </c:pt>
                <c:pt idx="392">
                  <c:v>-1.5720302355</c:v>
                </c:pt>
                <c:pt idx="393">
                  <c:v>-1.4849423562</c:v>
                </c:pt>
                <c:pt idx="394">
                  <c:v>-1.278827123</c:v>
                </c:pt>
                <c:pt idx="395">
                  <c:v>-1.1675932502</c:v>
                </c:pt>
                <c:pt idx="396">
                  <c:v>-1.0641674789</c:v>
                </c:pt>
                <c:pt idx="397">
                  <c:v>-1.0135409605</c:v>
                </c:pt>
                <c:pt idx="398">
                  <c:v>-0.8582664826</c:v>
                </c:pt>
                <c:pt idx="399">
                  <c:v>-0.7157268789</c:v>
                </c:pt>
                <c:pt idx="400">
                  <c:v>-0.5850493062</c:v>
                </c:pt>
                <c:pt idx="401">
                  <c:v>-0.5381113832</c:v>
                </c:pt>
                <c:pt idx="402">
                  <c:v>-0.6338365835</c:v>
                </c:pt>
                <c:pt idx="403">
                  <c:v>-0.3476981915</c:v>
                </c:pt>
                <c:pt idx="404">
                  <c:v>-0.1891464914</c:v>
                </c:pt>
                <c:pt idx="405">
                  <c:v>-0.0949197517</c:v>
                </c:pt>
                <c:pt idx="406">
                  <c:v>0.0481876793</c:v>
                </c:pt>
                <c:pt idx="407">
                  <c:v>0.2949974255</c:v>
                </c:pt>
                <c:pt idx="408">
                  <c:v>0.5384854562</c:v>
                </c:pt>
                <c:pt idx="409">
                  <c:v>0.6872414256</c:v>
                </c:pt>
                <c:pt idx="410">
                  <c:v>0.9856090613</c:v>
                </c:pt>
                <c:pt idx="411">
                  <c:v>1.2659009182</c:v>
                </c:pt>
                <c:pt idx="412">
                  <c:v>1.529359551</c:v>
                </c:pt>
                <c:pt idx="413">
                  <c:v>1.6637321113</c:v>
                </c:pt>
                <c:pt idx="414">
                  <c:v>1.7813601301</c:v>
                </c:pt>
                <c:pt idx="415">
                  <c:v>1.8835572749</c:v>
                </c:pt>
                <c:pt idx="416">
                  <c:v>1.9715489045</c:v>
                </c:pt>
                <c:pt idx="417">
                  <c:v>2.0464775583</c:v>
                </c:pt>
                <c:pt idx="418">
                  <c:v>2.1094081198</c:v>
                </c:pt>
                <c:pt idx="419">
                  <c:v>2.1613326737</c:v>
                </c:pt>
                <c:pt idx="420">
                  <c:v>2.2031750741</c:v>
                </c:pt>
                <c:pt idx="421">
                  <c:v>2.2670774487</c:v>
                </c:pt>
                <c:pt idx="422">
                  <c:v>2.3195063081</c:v>
                </c:pt>
                <c:pt idx="423">
                  <c:v>2.3614287961</c:v>
                </c:pt>
                <c:pt idx="424">
                  <c:v>2.3937450104</c:v>
                </c:pt>
                <c:pt idx="425">
                  <c:v>2.4172922426</c:v>
                </c:pt>
                <c:pt idx="426">
                  <c:v>2.4328489628</c:v>
                </c:pt>
                <c:pt idx="427">
                  <c:v>2.4411385662</c:v>
                </c:pt>
                <c:pt idx="428">
                  <c:v>2.442832893</c:v>
                </c:pt>
                <c:pt idx="429">
                  <c:v>2.4385555365</c:v>
                </c:pt>
                <c:pt idx="430">
                  <c:v>2.4288849517</c:v>
                </c:pt>
                <c:pt idx="431">
                  <c:v>2.4143573741</c:v>
                </c:pt>
                <c:pt idx="432">
                  <c:v>2.3954695627</c:v>
                </c:pt>
                <c:pt idx="433">
                  <c:v>2.3726813744</c:v>
                </c:pt>
                <c:pt idx="434">
                  <c:v>2.3979114592</c:v>
                </c:pt>
                <c:pt idx="435">
                  <c:v>2.3665448853</c:v>
                </c:pt>
                <c:pt idx="436">
                  <c:v>2.3325342451</c:v>
                </c:pt>
                <c:pt idx="437">
                  <c:v>2.2962120516</c:v>
                </c:pt>
                <c:pt idx="438">
                  <c:v>2.2578846729</c:v>
                </c:pt>
                <c:pt idx="439">
                  <c:v>2.217834092</c:v>
                </c:pt>
                <c:pt idx="440">
                  <c:v>1.9533127212</c:v>
                </c:pt>
                <c:pt idx="441">
                  <c:v>1.7093177979</c:v>
                </c:pt>
                <c:pt idx="442">
                  <c:v>1.484476331</c:v>
                </c:pt>
                <c:pt idx="443">
                  <c:v>1.2775004293</c:v>
                </c:pt>
                <c:pt idx="444">
                  <c:v>1.0871822658</c:v>
                </c:pt>
                <c:pt idx="445">
                  <c:v>0.9123893321</c:v>
                </c:pt>
                <c:pt idx="446">
                  <c:v>0.7520599642</c:v>
                </c:pt>
                <c:pt idx="447">
                  <c:v>0.4742547659</c:v>
                </c:pt>
                <c:pt idx="448">
                  <c:v>0.2217581798</c:v>
                </c:pt>
                <c:pt idx="449">
                  <c:v>-0.0072376464</c:v>
                </c:pt>
                <c:pt idx="450">
                  <c:v>-0.2144244232</c:v>
                </c:pt>
                <c:pt idx="451">
                  <c:v>-0.3182295428</c:v>
                </c:pt>
                <c:pt idx="452">
                  <c:v>-0.4897080495</c:v>
                </c:pt>
                <c:pt idx="453">
                  <c:v>-0.6437034145</c:v>
                </c:pt>
                <c:pt idx="454">
                  <c:v>-0.7815130898</c:v>
                </c:pt>
                <c:pt idx="455">
                  <c:v>-0.9043495578</c:v>
                </c:pt>
                <c:pt idx="456">
                  <c:v>-1.0133455325</c:v>
                </c:pt>
                <c:pt idx="457">
                  <c:v>-1.1095588566</c:v>
                </c:pt>
                <c:pt idx="458">
                  <c:v>-1.3113714411</c:v>
                </c:pt>
                <c:pt idx="459">
                  <c:v>-1.4908598314</c:v>
                </c:pt>
                <c:pt idx="460">
                  <c:v>-1.6497215301</c:v>
                </c:pt>
                <c:pt idx="461">
                  <c:v>-1.7895415628</c:v>
                </c:pt>
                <c:pt idx="462">
                  <c:v>-1.9117994121</c:v>
                </c:pt>
                <c:pt idx="463">
                  <c:v>-2.0178755419</c:v>
                </c:pt>
                <c:pt idx="464">
                  <c:v>-1.9510926763</c:v>
                </c:pt>
                <c:pt idx="465">
                  <c:v>-2.0347824473</c:v>
                </c:pt>
                <c:pt idx="466">
                  <c:v>-2.1056682131</c:v>
                </c:pt>
                <c:pt idx="467">
                  <c:v>-2.1935780325</c:v>
                </c:pt>
                <c:pt idx="468">
                  <c:v>-2.2408036226</c:v>
                </c:pt>
                <c:pt idx="469">
                  <c:v>-2.2782051976</c:v>
                </c:pt>
                <c:pt idx="470">
                  <c:v>-2.3066286738</c:v>
                </c:pt>
                <c:pt idx="471">
                  <c:v>-2.326860823</c:v>
                </c:pt>
                <c:pt idx="472">
                  <c:v>-2.3396330297</c:v>
                </c:pt>
                <c:pt idx="473">
                  <c:v>-2.3456248214</c:v>
                </c:pt>
                <c:pt idx="474">
                  <c:v>-2.3454671882</c:v>
                </c:pt>
                <c:pt idx="475">
                  <c:v>-2.3397457002</c:v>
                </c:pt>
                <c:pt idx="476">
                  <c:v>-2.3290034371</c:v>
                </c:pt>
                <c:pt idx="477">
                  <c:v>-2.31374374</c:v>
                </c:pt>
                <c:pt idx="478">
                  <c:v>-2.2944327959</c:v>
                </c:pt>
                <c:pt idx="479">
                  <c:v>-2.2715020643</c:v>
                </c:pt>
                <c:pt idx="480">
                  <c:v>-2.2453505558</c:v>
                </c:pt>
                <c:pt idx="481">
                  <c:v>-2.2163469711</c:v>
                </c:pt>
                <c:pt idx="482">
                  <c:v>-2.1848317082</c:v>
                </c:pt>
                <c:pt idx="483">
                  <c:v>-2.1511187459</c:v>
                </c:pt>
                <c:pt idx="484">
                  <c:v>-2.1154974118</c:v>
                </c:pt>
                <c:pt idx="485">
                  <c:v>-2.0782340392</c:v>
                </c:pt>
                <c:pt idx="486">
                  <c:v>-2.0395735222</c:v>
                </c:pt>
                <c:pt idx="487">
                  <c:v>-1.9997407733</c:v>
                </c:pt>
                <c:pt idx="488">
                  <c:v>-1.9165031347</c:v>
                </c:pt>
                <c:pt idx="489">
                  <c:v>-2.0811281996</c:v>
                </c:pt>
                <c:pt idx="490">
                  <c:v>-1.8534930058</c:v>
                </c:pt>
                <c:pt idx="491">
                  <c:v>-1.6002263207</c:v>
                </c:pt>
                <c:pt idx="492">
                  <c:v>-1.4681837517</c:v>
                </c:pt>
                <c:pt idx="493">
                  <c:v>-1.3739927215</c:v>
                </c:pt>
                <c:pt idx="494">
                  <c:v>-1.2583960892</c:v>
                </c:pt>
                <c:pt idx="495">
                  <c:v>-1.150806749</c:v>
                </c:pt>
                <c:pt idx="496">
                  <c:v>-1.0507186149</c:v>
                </c:pt>
                <c:pt idx="497">
                  <c:v>-1.0031441046</c:v>
                </c:pt>
                <c:pt idx="498">
                  <c:v>-0.8506559275</c:v>
                </c:pt>
                <c:pt idx="499">
                  <c:v>-0.7106555753</c:v>
                </c:pt>
                <c:pt idx="500">
                  <c:v>-0.530794398</c:v>
                </c:pt>
                <c:pt idx="501">
                  <c:v>-0.4152788444</c:v>
                </c:pt>
                <c:pt idx="502">
                  <c:v>-0.449244604</c:v>
                </c:pt>
                <c:pt idx="503">
                  <c:v>-0.1076630239</c:v>
                </c:pt>
                <c:pt idx="504">
                  <c:v>0.1004848071</c:v>
                </c:pt>
                <c:pt idx="505">
                  <c:v>0.2388990738</c:v>
                </c:pt>
                <c:pt idx="506">
                  <c:v>0.4211950214</c:v>
                </c:pt>
                <c:pt idx="507">
                  <c:v>0.7247352482</c:v>
                </c:pt>
                <c:pt idx="508">
                  <c:v>0.9976659705</c:v>
                </c:pt>
                <c:pt idx="509">
                  <c:v>1.1719705963</c:v>
                </c:pt>
                <c:pt idx="510">
                  <c:v>1.4923026506</c:v>
                </c:pt>
                <c:pt idx="511">
                  <c:v>1.7912635296</c:v>
                </c:pt>
                <c:pt idx="512">
                  <c:v>2.0703649809</c:v>
                </c:pt>
                <c:pt idx="513">
                  <c:v>2.21760493</c:v>
                </c:pt>
                <c:pt idx="514">
                  <c:v>2.3455584189</c:v>
                </c:pt>
                <c:pt idx="515">
                  <c:v>2.4557564508</c:v>
                </c:pt>
                <c:pt idx="516">
                  <c:v>2.5496265672</c:v>
                </c:pt>
                <c:pt idx="517">
                  <c:v>2.6284992982</c:v>
                </c:pt>
                <c:pt idx="518">
                  <c:v>2.6936142294</c:v>
                </c:pt>
                <c:pt idx="519">
                  <c:v>2.7461257083</c:v>
                </c:pt>
                <c:pt idx="520">
                  <c:v>2.7649497417</c:v>
                </c:pt>
                <c:pt idx="521">
                  <c:v>2.7962728164</c:v>
                </c:pt>
                <c:pt idx="522">
                  <c:v>2.8179639786</c:v>
                </c:pt>
                <c:pt idx="523">
                  <c:v>2.830888232</c:v>
                </c:pt>
                <c:pt idx="524">
                  <c:v>2.8358491169</c:v>
                </c:pt>
                <c:pt idx="525">
                  <c:v>2.8335926483</c:v>
                </c:pt>
                <c:pt idx="526">
                  <c:v>2.8248110153</c:v>
                </c:pt>
                <c:pt idx="527">
                  <c:v>2.8101460572</c:v>
                </c:pt>
                <c:pt idx="528">
                  <c:v>2.790192528</c:v>
                </c:pt>
                <c:pt idx="529">
                  <c:v>2.7655011626</c:v>
                </c:pt>
                <c:pt idx="530">
                  <c:v>2.7365815559</c:v>
                </c:pt>
                <c:pt idx="531">
                  <c:v>2.7039048655</c:v>
                </c:pt>
                <c:pt idx="532">
                  <c:v>2.6679063489</c:v>
                </c:pt>
                <c:pt idx="533">
                  <c:v>2.6289877446</c:v>
                </c:pt>
                <c:pt idx="534">
                  <c:v>2.5875195064</c:v>
                </c:pt>
                <c:pt idx="535">
                  <c:v>2.543842899</c:v>
                </c:pt>
                <c:pt idx="536">
                  <c:v>2.4982719644</c:v>
                </c:pt>
                <c:pt idx="537">
                  <c:v>2.4510953653</c:v>
                </c:pt>
                <c:pt idx="538">
                  <c:v>2.4025781136</c:v>
                </c:pt>
                <c:pt idx="539">
                  <c:v>2.5109280516</c:v>
                </c:pt>
                <c:pt idx="540">
                  <c:v>2.4542364988</c:v>
                </c:pt>
                <c:pt idx="541">
                  <c:v>2.3971022896</c:v>
                </c:pt>
                <c:pt idx="542">
                  <c:v>2.339703446</c:v>
                </c:pt>
                <c:pt idx="543">
                  <c:v>2.2822016784</c:v>
                </c:pt>
                <c:pt idx="544">
                  <c:v>2.2247435532</c:v>
                </c:pt>
                <c:pt idx="545">
                  <c:v>2.1674615854</c:v>
                </c:pt>
                <c:pt idx="546">
                  <c:v>2.2032285058</c:v>
                </c:pt>
                <c:pt idx="547">
                  <c:v>2.1430039027</c:v>
                </c:pt>
                <c:pt idx="548">
                  <c:v>2.0834131456</c:v>
                </c:pt>
                <c:pt idx="549">
                  <c:v>2.0245376568</c:v>
                </c:pt>
                <c:pt idx="550">
                  <c:v>1.9664494089</c:v>
                </c:pt>
                <c:pt idx="551">
                  <c:v>1.9092116531</c:v>
                </c:pt>
                <c:pt idx="552">
                  <c:v>1.8528795981</c:v>
                </c:pt>
                <c:pt idx="553">
                  <c:v>1.7975010449</c:v>
                </c:pt>
                <c:pt idx="554">
                  <c:v>1.7431169775</c:v>
                </c:pt>
                <c:pt idx="555">
                  <c:v>1.6897621143</c:v>
                </c:pt>
                <c:pt idx="556">
                  <c:v>1.6374654218</c:v>
                </c:pt>
                <c:pt idx="557">
                  <c:v>1.6694057984</c:v>
                </c:pt>
                <c:pt idx="558">
                  <c:v>1.5433315532</c:v>
                </c:pt>
                <c:pt idx="559">
                  <c:v>1.425583938</c:v>
                </c:pt>
                <c:pt idx="560">
                  <c:v>1.3156506402</c:v>
                </c:pt>
                <c:pt idx="561">
                  <c:v>1.2130495129</c:v>
                </c:pt>
                <c:pt idx="562">
                  <c:v>1.1173268518</c:v>
                </c:pt>
                <c:pt idx="563">
                  <c:v>1.0280557672</c:v>
                </c:pt>
                <c:pt idx="564">
                  <c:v>0.9448346479</c:v>
                </c:pt>
                <c:pt idx="565">
                  <c:v>0.8672857108</c:v>
                </c:pt>
                <c:pt idx="566">
                  <c:v>0.7950536318</c:v>
                </c:pt>
                <c:pt idx="567">
                  <c:v>0.727804254</c:v>
                </c:pt>
                <c:pt idx="568">
                  <c:v>0.665223368</c:v>
                </c:pt>
                <c:pt idx="569">
                  <c:v>0.6070155609</c:v>
                </c:pt>
                <c:pt idx="570">
                  <c:v>0.5529031307</c:v>
                </c:pt>
                <c:pt idx="571">
                  <c:v>0.5026250608</c:v>
                </c:pt>
                <c:pt idx="572">
                  <c:v>0.4559360534</c:v>
                </c:pt>
                <c:pt idx="573">
                  <c:v>0.230015251</c:v>
                </c:pt>
                <c:pt idx="574">
                  <c:v>0.0250465483</c:v>
                </c:pt>
                <c:pt idx="575">
                  <c:v>-0.1604763784</c:v>
                </c:pt>
                <c:pt idx="576">
                  <c:v>-0.3279627601</c:v>
                </c:pt>
                <c:pt idx="577">
                  <c:v>-0.4787306233</c:v>
                </c:pt>
                <c:pt idx="578">
                  <c:v>-0.6140123336</c:v>
                </c:pt>
                <c:pt idx="579">
                  <c:v>-0.7349598162</c:v>
                </c:pt>
                <c:pt idx="580">
                  <c:v>-0.8426494715</c:v>
                </c:pt>
                <c:pt idx="581">
                  <c:v>-0.9380868012</c:v>
                </c:pt>
                <c:pt idx="582">
                  <c:v>-1.0222107639</c:v>
                </c:pt>
                <c:pt idx="583">
                  <c:v>-1.0958978743</c:v>
                </c:pt>
                <c:pt idx="584">
                  <c:v>-1.1599660602</c:v>
                </c:pt>
                <c:pt idx="585">
                  <c:v>-1.2151782928</c:v>
                </c:pt>
                <c:pt idx="586">
                  <c:v>-1.2622460014</c:v>
                </c:pt>
                <c:pt idx="587">
                  <c:v>-1.524839121</c:v>
                </c:pt>
                <c:pt idx="588">
                  <c:v>-1.7890729255</c:v>
                </c:pt>
                <c:pt idx="589">
                  <c:v>-2.2905647234</c:v>
                </c:pt>
                <c:pt idx="590">
                  <c:v>-2.3776561955</c:v>
                </c:pt>
                <c:pt idx="591">
                  <c:v>-2.4079192159</c:v>
                </c:pt>
                <c:pt idx="592">
                  <c:v>-2.5305037802</c:v>
                </c:pt>
                <c:pt idx="593">
                  <c:v>-2.6354039029</c:v>
                </c:pt>
                <c:pt idx="594">
                  <c:v>-2.724052969</c:v>
                </c:pt>
                <c:pt idx="595">
                  <c:v>-2.797786613</c:v>
                </c:pt>
                <c:pt idx="596">
                  <c:v>-2.8578488445</c:v>
                </c:pt>
                <c:pt idx="597">
                  <c:v>-2.9508859935</c:v>
                </c:pt>
                <c:pt idx="598">
                  <c:v>-2.9209956686</c:v>
                </c:pt>
                <c:pt idx="599">
                  <c:v>-2.8870019944</c:v>
                </c:pt>
                <c:pt idx="600">
                  <c:v>-2.8493763124</c:v>
                </c:pt>
                <c:pt idx="601">
                  <c:v>-2.8085537493</c:v>
                </c:pt>
                <c:pt idx="602">
                  <c:v>-2.9044119519</c:v>
                </c:pt>
                <c:pt idx="603">
                  <c:v>-2.6129931852</c:v>
                </c:pt>
                <c:pt idx="604">
                  <c:v>-2.444275444</c:v>
                </c:pt>
                <c:pt idx="605">
                  <c:v>-2.33548611</c:v>
                </c:pt>
                <c:pt idx="606">
                  <c:v>-2.173872557</c:v>
                </c:pt>
                <c:pt idx="607">
                  <c:v>-1.8828739874</c:v>
                </c:pt>
                <c:pt idx="608">
                  <c:v>-1.6150890473</c:v>
                </c:pt>
                <c:pt idx="609">
                  <c:v>-1.4392258996</c:v>
                </c:pt>
                <c:pt idx="610">
                  <c:v>-1.1112727253</c:v>
                </c:pt>
                <c:pt idx="611">
                  <c:v>-0.7992231878</c:v>
                </c:pt>
                <c:pt idx="612">
                  <c:v>-0.5021169772</c:v>
                </c:pt>
                <c:pt idx="613">
                  <c:v>-0.3324668223</c:v>
                </c:pt>
                <c:pt idx="614">
                  <c:v>-0.1781702188</c:v>
                </c:pt>
                <c:pt idx="615">
                  <c:v>-0.0381330883</c:v>
                </c:pt>
                <c:pt idx="616">
                  <c:v>0.0886684494</c:v>
                </c:pt>
                <c:pt idx="617">
                  <c:v>0.2031923214</c:v>
                </c:pt>
                <c:pt idx="618">
                  <c:v>0.306334499</c:v>
                </c:pt>
                <c:pt idx="619">
                  <c:v>0.398932763</c:v>
                </c:pt>
                <c:pt idx="620">
                  <c:v>0.4817702479</c:v>
                </c:pt>
                <c:pt idx="621">
                  <c:v>0.5555787802</c:v>
                </c:pt>
                <c:pt idx="622">
                  <c:v>0.6210420194</c:v>
                </c:pt>
                <c:pt idx="623">
                  <c:v>0.6787984165</c:v>
                </c:pt>
                <c:pt idx="624">
                  <c:v>0.7294439968</c:v>
                </c:pt>
                <c:pt idx="625">
                  <c:v>0.77353498</c:v>
                </c:pt>
                <c:pt idx="626">
                  <c:v>0.811590245</c:v>
                </c:pt>
                <c:pt idx="627">
                  <c:v>0.8440936493</c:v>
                </c:pt>
                <c:pt idx="628">
                  <c:v>0.8714962108</c:v>
                </c:pt>
                <c:pt idx="629">
                  <c:v>0.8942181598</c:v>
                </c:pt>
                <c:pt idx="630">
                  <c:v>0.9126508699</c:v>
                </c:pt>
                <c:pt idx="631">
                  <c:v>0.9271586726</c:v>
                </c:pt>
                <c:pt idx="632">
                  <c:v>0.9380805645</c:v>
                </c:pt>
                <c:pt idx="633">
                  <c:v>0.9457318115</c:v>
                </c:pt>
                <c:pt idx="634">
                  <c:v>0.9504054577</c:v>
                </c:pt>
                <c:pt idx="635">
                  <c:v>0.9523737426</c:v>
                </c:pt>
                <c:pt idx="636">
                  <c:v>0.9518894338</c:v>
                </c:pt>
                <c:pt idx="637">
                  <c:v>0.9491870784</c:v>
                </c:pt>
                <c:pt idx="638">
                  <c:v>0.944484179</c:v>
                </c:pt>
                <c:pt idx="639">
                  <c:v>0.9379822989</c:v>
                </c:pt>
                <c:pt idx="640">
                  <c:v>0.9298680989</c:v>
                </c:pt>
                <c:pt idx="641">
                  <c:v>0.9203143116</c:v>
                </c:pt>
                <c:pt idx="642">
                  <c:v>0.9094806562</c:v>
                </c:pt>
                <c:pt idx="643">
                  <c:v>0.8975146969</c:v>
                </c:pt>
                <c:pt idx="644">
                  <c:v>0.9251802667</c:v>
                </c:pt>
                <c:pt idx="645">
                  <c:v>0.9480125044</c:v>
                </c:pt>
                <c:pt idx="646">
                  <c:v>0.9664170541</c:v>
                </c:pt>
                <c:pt idx="647">
                  <c:v>0.9807714897</c:v>
                </c:pt>
                <c:pt idx="648">
                  <c:v>0.9914270875</c:v>
                </c:pt>
                <c:pt idx="649">
                  <c:v>0.9987104933</c:v>
                </c:pt>
                <c:pt idx="650">
                  <c:v>1.0029252895</c:v>
                </c:pt>
                <c:pt idx="651">
                  <c:v>1.0043534678</c:v>
                </c:pt>
                <c:pt idx="652">
                  <c:v>1.0032568129</c:v>
                </c:pt>
                <c:pt idx="653">
                  <c:v>0.9998782029</c:v>
                </c:pt>
                <c:pt idx="654">
                  <c:v>0.9944428309</c:v>
                </c:pt>
                <c:pt idx="655">
                  <c:v>0.9871593519</c:v>
                </c:pt>
                <c:pt idx="656">
                  <c:v>0.978220961</c:v>
                </c:pt>
                <c:pt idx="657">
                  <c:v>1.019299681</c:v>
                </c:pt>
                <c:pt idx="658">
                  <c:v>1.0055526686</c:v>
                </c:pt>
                <c:pt idx="659">
                  <c:v>0.9907220809</c:v>
                </c:pt>
                <c:pt idx="660">
                  <c:v>0.9749463093</c:v>
                </c:pt>
                <c:pt idx="661">
                  <c:v>0.9583528238</c:v>
                </c:pt>
                <c:pt idx="662">
                  <c:v>0.9410589089</c:v>
                </c:pt>
                <c:pt idx="663">
                  <c:v>0.923172354</c:v>
                </c:pt>
                <c:pt idx="664">
                  <c:v>0.9047921007</c:v>
                </c:pt>
                <c:pt idx="665">
                  <c:v>0.8860088492</c:v>
                </c:pt>
                <c:pt idx="666">
                  <c:v>0.8669056273</c:v>
                </c:pt>
                <c:pt idx="667">
                  <c:v>0.8475583224</c:v>
                </c:pt>
                <c:pt idx="668">
                  <c:v>0.828036181</c:v>
                </c:pt>
                <c:pt idx="669">
                  <c:v>0.8084022758</c:v>
                </c:pt>
                <c:pt idx="670">
                  <c:v>0.788713943</c:v>
                </c:pt>
                <c:pt idx="671">
                  <c:v>0.7690231923</c:v>
                </c:pt>
                <c:pt idx="672">
                  <c:v>0.8787133125</c:v>
                </c:pt>
                <c:pt idx="673">
                  <c:v>0.8540768206</c:v>
                </c:pt>
                <c:pt idx="674">
                  <c:v>0.8297533202</c:v>
                </c:pt>
                <c:pt idx="675">
                  <c:v>0.8057708814</c:v>
                </c:pt>
                <c:pt idx="676">
                  <c:v>0.7821540917</c:v>
                </c:pt>
                <c:pt idx="677">
                  <c:v>0.7589243291</c:v>
                </c:pt>
                <c:pt idx="678">
                  <c:v>0.7361000169</c:v>
                </c:pt>
                <c:pt idx="679">
                  <c:v>0.7449790696</c:v>
                </c:pt>
                <c:pt idx="680">
                  <c:v>0.7512411845</c:v>
                </c:pt>
                <c:pt idx="681">
                  <c:v>0.7551205014</c:v>
                </c:pt>
                <c:pt idx="682">
                  <c:v>0.7568345462</c:v>
                </c:pt>
                <c:pt idx="683">
                  <c:v>0.7565852949</c:v>
                </c:pt>
                <c:pt idx="684">
                  <c:v>0.7545601727</c:v>
                </c:pt>
                <c:pt idx="685">
                  <c:v>0.7509329928</c:v>
                </c:pt>
                <c:pt idx="686">
                  <c:v>0.9038296995</c:v>
                </c:pt>
                <c:pt idx="687">
                  <c:v>0.9427616008</c:v>
                </c:pt>
                <c:pt idx="688">
                  <c:v>0.9696930732</c:v>
                </c:pt>
                <c:pt idx="689">
                  <c:v>0.7472550652</c:v>
                </c:pt>
                <c:pt idx="690">
                  <c:v>0.8845692309</c:v>
                </c:pt>
                <c:pt idx="691">
                  <c:v>1.0495974001</c:v>
                </c:pt>
                <c:pt idx="692">
                  <c:v>1.0954956695</c:v>
                </c:pt>
                <c:pt idx="693">
                  <c:v>1.134420429</c:v>
                </c:pt>
                <c:pt idx="694">
                  <c:v>1.1669427106</c:v>
                </c:pt>
                <c:pt idx="695">
                  <c:v>1.1935944342</c:v>
                </c:pt>
                <c:pt idx="696">
                  <c:v>1.2148708641</c:v>
                </c:pt>
                <c:pt idx="697">
                  <c:v>1.1857447345</c:v>
                </c:pt>
                <c:pt idx="698">
                  <c:v>1.2636248794</c:v>
                </c:pt>
                <c:pt idx="699">
                  <c:v>1.3310881296</c:v>
                </c:pt>
                <c:pt idx="700">
                  <c:v>1.3889653177</c:v>
                </c:pt>
                <c:pt idx="701">
                  <c:v>1.4380310133</c:v>
                </c:pt>
                <c:pt idx="702">
                  <c:v>1.3395307102</c:v>
                </c:pt>
                <c:pt idx="703">
                  <c:v>1.6184642951</c:v>
                </c:pt>
                <c:pt idx="704">
                  <c:v>1.7658201628</c:v>
                </c:pt>
                <c:pt idx="705">
                  <c:v>1.8452664713</c:v>
                </c:pt>
                <c:pt idx="706">
                  <c:v>1.9703851482</c:v>
                </c:pt>
                <c:pt idx="707">
                  <c:v>2.2185043853</c:v>
                </c:pt>
                <c:pt idx="708">
                  <c:v>2.4377350893</c:v>
                </c:pt>
                <c:pt idx="709">
                  <c:v>2.5913068346</c:v>
                </c:pt>
                <c:pt idx="710">
                  <c:v>2.8895030135</c:v>
                </c:pt>
                <c:pt idx="711">
                  <c:v>3.1651111868</c:v>
                </c:pt>
                <c:pt idx="712">
                  <c:v>3.4198144446</c:v>
                </c:pt>
                <c:pt idx="713">
                  <c:v>3.5417682365</c:v>
                </c:pt>
                <c:pt idx="714">
                  <c:v>3.6436922504</c:v>
                </c:pt>
                <c:pt idx="715">
                  <c:v>3.7272501385</c:v>
                </c:pt>
                <c:pt idx="716">
                  <c:v>3.7939909204</c:v>
                </c:pt>
                <c:pt idx="717">
                  <c:v>3.8453562079</c:v>
                </c:pt>
                <c:pt idx="718">
                  <c:v>3.8826869968</c:v>
                </c:pt>
                <c:pt idx="719">
                  <c:v>3.9072300524</c:v>
                </c:pt>
                <c:pt idx="720">
                  <c:v>3.920143911</c:v>
                </c:pt>
                <c:pt idx="721">
                  <c:v>3.9225045206</c:v>
                </c:pt>
                <c:pt idx="722">
                  <c:v>3.9153105407</c:v>
                </c:pt>
                <c:pt idx="723">
                  <c:v>3.8994883221</c:v>
                </c:pt>
                <c:pt idx="724">
                  <c:v>3.8758965844</c:v>
                </c:pt>
                <c:pt idx="725">
                  <c:v>3.8453308099</c:v>
                </c:pt>
                <c:pt idx="726">
                  <c:v>3.8085273686</c:v>
                </c:pt>
                <c:pt idx="727">
                  <c:v>3.7661673925</c:v>
                </c:pt>
                <c:pt idx="728">
                  <c:v>3.718880412</c:v>
                </c:pt>
                <c:pt idx="729">
                  <c:v>3.6672477688</c:v>
                </c:pt>
                <c:pt idx="730">
                  <c:v>3.6118058193</c:v>
                </c:pt>
                <c:pt idx="731">
                  <c:v>3.5530489394</c:v>
                </c:pt>
                <c:pt idx="732">
                  <c:v>3.4914323437</c:v>
                </c:pt>
                <c:pt idx="733">
                  <c:v>3.4273747294</c:v>
                </c:pt>
                <c:pt idx="734">
                  <c:v>3.3612607558</c:v>
                </c:pt>
                <c:pt idx="735">
                  <c:v>3.2934433678</c:v>
                </c:pt>
                <c:pt idx="736">
                  <c:v>3.2242459752</c:v>
                </c:pt>
                <c:pt idx="737">
                  <c:v>3.1539644934</c:v>
                </c:pt>
                <c:pt idx="738">
                  <c:v>3.0828692567</c:v>
                </c:pt>
                <c:pt idx="739">
                  <c:v>3.0112068089</c:v>
                </c:pt>
                <c:pt idx="740">
                  <c:v>2.8218072502</c:v>
                </c:pt>
                <c:pt idx="741">
                  <c:v>2.6437195792</c:v>
                </c:pt>
                <c:pt idx="742">
                  <c:v>2.3453465608</c:v>
                </c:pt>
                <c:pt idx="743">
                  <c:v>2.0410107171</c:v>
                </c:pt>
                <c:pt idx="744">
                  <c:v>1.7878825002</c:v>
                </c:pt>
                <c:pt idx="745">
                  <c:v>1.331583181</c:v>
                </c:pt>
                <c:pt idx="746">
                  <c:v>0.9155392207</c:v>
                </c:pt>
                <c:pt idx="747">
                  <c:v>0.5369094046</c:v>
                </c:pt>
                <c:pt idx="748">
                  <c:v>0.1930339033</c:v>
                </c:pt>
                <c:pt idx="749">
                  <c:v>-0.1185766618</c:v>
                </c:pt>
                <c:pt idx="750">
                  <c:v>-0.4002515183</c:v>
                </c:pt>
                <c:pt idx="751">
                  <c:v>-0.6541694422</c:v>
                </c:pt>
                <c:pt idx="752">
                  <c:v>-0.8823678938</c:v>
                </c:pt>
                <c:pt idx="753">
                  <c:v>-1.0867516185</c:v>
                </c:pt>
                <c:pt idx="754">
                  <c:v>-1.2691007465</c:v>
                </c:pt>
                <c:pt idx="755">
                  <c:v>-1.431078417</c:v>
                </c:pt>
                <c:pt idx="756">
                  <c:v>-1.5742379553</c:v>
                </c:pt>
                <c:pt idx="757">
                  <c:v>-1.8309739892</c:v>
                </c:pt>
                <c:pt idx="758">
                  <c:v>-2.0589232612</c:v>
                </c:pt>
                <c:pt idx="759">
                  <c:v>-2.2602830008</c:v>
                </c:pt>
                <c:pt idx="760">
                  <c:v>-2.4371045885</c:v>
                </c:pt>
                <c:pt idx="761">
                  <c:v>-2.5913025559</c:v>
                </c:pt>
                <c:pt idx="762">
                  <c:v>-2.7246630546</c:v>
                </c:pt>
                <c:pt idx="763">
                  <c:v>-2.8388518247</c:v>
                </c:pt>
                <c:pt idx="764">
                  <c:v>-2.9354216915</c:v>
                </c:pt>
                <c:pt idx="765">
                  <c:v>-3.0158196174</c:v>
                </c:pt>
                <c:pt idx="766">
                  <c:v>-3.0813933339</c:v>
                </c:pt>
                <c:pt idx="767">
                  <c:v>-3.3807569399</c:v>
                </c:pt>
                <c:pt idx="768">
                  <c:v>-3.6435909685</c:v>
                </c:pt>
                <c:pt idx="769">
                  <c:v>-3.8727464996</c:v>
                </c:pt>
                <c:pt idx="770">
                  <c:v>-4.0708834038</c:v>
                </c:pt>
                <c:pt idx="771">
                  <c:v>-4.2404822114</c:v>
                </c:pt>
                <c:pt idx="772">
                  <c:v>-4.3838552789</c:v>
                </c:pt>
                <c:pt idx="773">
                  <c:v>-4.5031572927</c:v>
                </c:pt>
                <c:pt idx="774">
                  <c:v>-4.6003951484</c:v>
                </c:pt>
                <c:pt idx="775">
                  <c:v>-4.6774372411</c:v>
                </c:pt>
                <c:pt idx="776">
                  <c:v>-4.7360222021</c:v>
                </c:pt>
                <c:pt idx="777">
                  <c:v>-4.7777671111</c:v>
                </c:pt>
                <c:pt idx="778">
                  <c:v>-4.7950514767</c:v>
                </c:pt>
                <c:pt idx="779">
                  <c:v>-4.7784186477</c:v>
                </c:pt>
                <c:pt idx="780">
                  <c:v>-4.7520028429</c:v>
                </c:pt>
                <c:pt idx="781">
                  <c:v>-4.7167978676</c:v>
                </c:pt>
                <c:pt idx="782">
                  <c:v>-4.6737238592</c:v>
                </c:pt>
                <c:pt idx="783">
                  <c:v>-4.6236321098</c:v>
                </c:pt>
                <c:pt idx="784">
                  <c:v>-4.5673095925</c:v>
                </c:pt>
                <c:pt idx="785">
                  <c:v>-4.5054832102</c:v>
                </c:pt>
                <c:pt idx="786">
                  <c:v>-4.6618306183</c:v>
                </c:pt>
                <c:pt idx="787">
                  <c:v>-4.7922111174</c:v>
                </c:pt>
                <c:pt idx="788">
                  <c:v>-4.856346711</c:v>
                </c:pt>
                <c:pt idx="789">
                  <c:v>-5.1473279699</c:v>
                </c:pt>
                <c:pt idx="790">
                  <c:v>-5.0580136299</c:v>
                </c:pt>
                <c:pt idx="791">
                  <c:v>-4.9222826554</c:v>
                </c:pt>
                <c:pt idx="792">
                  <c:v>-5.0060833861</c:v>
                </c:pt>
                <c:pt idx="793">
                  <c:v>-5.070002108</c:v>
                </c:pt>
                <c:pt idx="794">
                  <c:v>-5.1157788092</c:v>
                </c:pt>
                <c:pt idx="795">
                  <c:v>-5.1450310484</c:v>
                </c:pt>
                <c:pt idx="796">
                  <c:v>-5.1592617573</c:v>
                </c:pt>
                <c:pt idx="797">
                  <c:v>-5.2053547603</c:v>
                </c:pt>
                <c:pt idx="798">
                  <c:v>-5.127625206</c:v>
                </c:pt>
                <c:pt idx="799">
                  <c:v>-5.0450961863</c:v>
                </c:pt>
                <c:pt idx="800">
                  <c:v>-4.9584207316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Total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scatterChart>
        <c:scatterStyle val="marker"/>
        <c:ser>
          <c:idx val="0"/>
          <c:order val="0"/>
          <c:tx>
            <c:v>Neuron 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Data'!$A$2:$A$9</c:f>
              <c:numCache>
                <c:formatCode>General</c:formatCode>
                <c:ptCount val="8"/>
                <c:pt idx="0">
                  <c:v>0.4</c:v>
                </c:pt>
                <c:pt idx="1">
                  <c:v>0.5</c:v>
                </c:pt>
                <c:pt idx="2">
                  <c:v>0.6</c:v>
                </c:pt>
                <c:pt idx="3">
                  <c:v>0.7</c:v>
                </c:pt>
                <c:pt idx="4">
                  <c:v>0.8</c:v>
                </c:pt>
                <c:pt idx="5">
                  <c:v>0.9</c:v>
                </c:pt>
                <c:pt idx="6">
                  <c:v>1</c:v>
                </c:pt>
                <c:pt idx="7">
                  <c:v>1.1</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er>
        <c:ser>
          <c:idx val="1"/>
          <c:order val="1"/>
          <c:tx>
            <c:v>Neuron 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Data'!$C$2:$C$9</c:f>
              <c:numCache>
                <c:formatCode>General</c:formatCode>
                <c:ptCount val="8"/>
                <c:pt idx="0">
                  <c:v>0.4</c:v>
                </c:pt>
                <c:pt idx="1">
                  <c:v>0.5</c:v>
                </c:pt>
                <c:pt idx="2">
                  <c:v>0.6</c:v>
                </c:pt>
                <c:pt idx="3">
                  <c:v>0.7</c:v>
                </c:pt>
                <c:pt idx="4">
                  <c:v>0.8</c:v>
                </c:pt>
                <c:pt idx="5">
                  <c:v>0.9</c:v>
                </c:pt>
                <c:pt idx="6">
                  <c:v>1</c:v>
                </c:pt>
                <c:pt idx="7">
                  <c:v>1.1</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er>
        <c:ser>
          <c:idx val="2"/>
          <c:order val="2"/>
          <c:tx>
            <c:v>Neuron 2</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Data'!$E$2:$E$9</c:f>
              <c:numCache>
                <c:formatCode>General</c:formatCode>
                <c:ptCount val="8"/>
                <c:pt idx="0">
                  <c:v>0.4</c:v>
                </c:pt>
                <c:pt idx="1">
                  <c:v>0.5</c:v>
                </c:pt>
                <c:pt idx="2">
                  <c:v>0.6</c:v>
                </c:pt>
                <c:pt idx="3">
                  <c:v>0.7</c:v>
                </c:pt>
                <c:pt idx="4">
                  <c:v>0.8</c:v>
                </c:pt>
                <c:pt idx="5">
                  <c:v>0.9</c:v>
                </c:pt>
                <c:pt idx="6">
                  <c:v>1</c:v>
                </c:pt>
                <c:pt idx="7">
                  <c:v>1.1</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er>
        <c:ser>
          <c:idx val="3"/>
          <c:order val="3"/>
          <c:tx>
            <c:v>Neuron 3</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Data'!$G$2:$G$9</c:f>
              <c:numCache>
                <c:formatCode>General</c:formatCode>
                <c:ptCount val="8"/>
                <c:pt idx="0">
                  <c:v>0.4</c:v>
                </c:pt>
                <c:pt idx="1">
                  <c:v>0.5</c:v>
                </c:pt>
                <c:pt idx="2">
                  <c:v>0.6</c:v>
                </c:pt>
                <c:pt idx="3">
                  <c:v>0.7</c:v>
                </c:pt>
                <c:pt idx="4">
                  <c:v>0.8</c:v>
                </c:pt>
                <c:pt idx="5">
                  <c:v>0.9</c:v>
                </c:pt>
                <c:pt idx="6">
                  <c:v>1</c:v>
                </c:pt>
                <c:pt idx="7">
                  <c:v>1.1</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er>
        <c:ser>
          <c:idx val="4"/>
          <c:order val="4"/>
          <c:tx>
            <c:v>Neuron 4</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Data'!$I$2:$I$9</c:f>
              <c:numCache>
                <c:formatCode>General</c:formatCode>
                <c:ptCount val="8"/>
                <c:pt idx="0">
                  <c:v>0.4</c:v>
                </c:pt>
                <c:pt idx="1">
                  <c:v>0.5</c:v>
                </c:pt>
                <c:pt idx="2">
                  <c:v>0.6</c:v>
                </c:pt>
                <c:pt idx="3">
                  <c:v>0.7</c:v>
                </c:pt>
                <c:pt idx="4">
                  <c:v>0.8</c:v>
                </c:pt>
                <c:pt idx="5">
                  <c:v>0.9</c:v>
                </c:pt>
                <c:pt idx="6">
                  <c:v>1</c:v>
                </c:pt>
                <c:pt idx="7">
                  <c:v>1.1</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er>
        <c:ser>
          <c:idx val="5"/>
          <c:order val="5"/>
          <c:tx>
            <c:v>Neuron 5</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Data'!$K$2:$K$9</c:f>
              <c:numCache>
                <c:formatCode>General</c:formatCode>
                <c:ptCount val="8"/>
                <c:pt idx="0">
                  <c:v>0.4</c:v>
                </c:pt>
                <c:pt idx="1">
                  <c:v>0.5</c:v>
                </c:pt>
                <c:pt idx="2">
                  <c:v>0.6</c:v>
                </c:pt>
                <c:pt idx="3">
                  <c:v>0.7</c:v>
                </c:pt>
                <c:pt idx="4">
                  <c:v>0.8</c:v>
                </c:pt>
                <c:pt idx="5">
                  <c:v>0.9</c:v>
                </c:pt>
                <c:pt idx="6">
                  <c:v>1</c:v>
                </c:pt>
                <c:pt idx="7">
                  <c:v>1.1</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er>
        <c:ser>
          <c:idx val="6"/>
          <c:order val="6"/>
          <c:tx>
            <c:v>Neuron 6</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Data'!$M$2:$M$9</c:f>
              <c:numCache>
                <c:formatCode>General</c:formatCode>
                <c:ptCount val="8"/>
                <c:pt idx="0">
                  <c:v>0.4</c:v>
                </c:pt>
                <c:pt idx="1">
                  <c:v>0.5</c:v>
                </c:pt>
                <c:pt idx="2">
                  <c:v>0.6</c:v>
                </c:pt>
                <c:pt idx="3">
                  <c:v>0.7</c:v>
                </c:pt>
                <c:pt idx="4">
                  <c:v>0.8</c:v>
                </c:pt>
                <c:pt idx="5">
                  <c:v>0.9</c:v>
                </c:pt>
                <c:pt idx="6">
                  <c:v>1</c:v>
                </c:pt>
                <c:pt idx="7">
                  <c:v>1.1</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er>
        <c:ser>
          <c:idx val="7"/>
          <c:order val="7"/>
          <c:tx>
            <c:v>Neuron 7</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Data'!$O$2:$O$9</c:f>
              <c:numCache>
                <c:formatCode>General</c:formatCode>
                <c:ptCount val="8"/>
                <c:pt idx="0">
                  <c:v>0.4</c:v>
                </c:pt>
                <c:pt idx="1">
                  <c:v>0.5</c:v>
                </c:pt>
                <c:pt idx="2">
                  <c:v>0.6</c:v>
                </c:pt>
                <c:pt idx="3">
                  <c:v>0.7</c:v>
                </c:pt>
                <c:pt idx="4">
                  <c:v>0.8</c:v>
                </c:pt>
                <c:pt idx="5">
                  <c:v>0.9</c:v>
                </c:pt>
                <c:pt idx="6">
                  <c:v>1</c:v>
                </c:pt>
                <c:pt idx="7">
                  <c:v>1.1</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er>
        <c:ser>
          <c:idx val="8"/>
          <c:order val="8"/>
          <c:tx>
            <c:v>Neuron 8</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Data'!$Q$2:$Q$9</c:f>
              <c:numCache>
                <c:formatCode>General</c:formatCode>
                <c:ptCount val="8"/>
                <c:pt idx="0">
                  <c:v>0.4</c:v>
                </c:pt>
                <c:pt idx="1">
                  <c:v>0.5</c:v>
                </c:pt>
                <c:pt idx="2">
                  <c:v>0.6</c:v>
                </c:pt>
                <c:pt idx="3">
                  <c:v>0.7</c:v>
                </c:pt>
                <c:pt idx="4">
                  <c:v>0.8</c:v>
                </c:pt>
                <c:pt idx="5">
                  <c:v>0.9</c:v>
                </c:pt>
                <c:pt idx="6">
                  <c:v>1</c:v>
                </c:pt>
                <c:pt idx="7">
                  <c:v>1.1</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er>
        <c:ser>
          <c:idx val="9"/>
          <c:order val="9"/>
          <c:tx>
            <c:v>Neuron 9</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Data'!$S$2:$S$9</c:f>
              <c:numCache>
                <c:formatCode>General</c:formatCode>
                <c:ptCount val="8"/>
                <c:pt idx="0">
                  <c:v>0.4</c:v>
                </c:pt>
                <c:pt idx="1">
                  <c:v>0.5</c:v>
                </c:pt>
                <c:pt idx="2">
                  <c:v>0.6</c:v>
                </c:pt>
                <c:pt idx="3">
                  <c:v>0.7</c:v>
                </c:pt>
                <c:pt idx="4">
                  <c:v>0.8</c:v>
                </c:pt>
                <c:pt idx="5">
                  <c:v>0.9</c:v>
                </c:pt>
                <c:pt idx="6">
                  <c:v>1</c:v>
                </c:pt>
                <c:pt idx="7">
                  <c:v>1.1</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er>
        <c:ser>
          <c:idx val="10"/>
          <c:order val="10"/>
          <c:tx>
            <c:v>Neuron 10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Data'!$U$2:$U$9</c:f>
              <c:numCache>
                <c:formatCode>General</c:formatCode>
                <c:ptCount val="8"/>
                <c:pt idx="0">
                  <c:v>0.4</c:v>
                </c:pt>
                <c:pt idx="1">
                  <c:v>0.5</c:v>
                </c:pt>
                <c:pt idx="2">
                  <c:v>0.6</c:v>
                </c:pt>
                <c:pt idx="3">
                  <c:v>0.7</c:v>
                </c:pt>
                <c:pt idx="4">
                  <c:v>0.8</c:v>
                </c:pt>
                <c:pt idx="5">
                  <c:v>0.9</c:v>
                </c:pt>
                <c:pt idx="6">
                  <c:v>1</c:v>
                </c:pt>
                <c:pt idx="7">
                  <c:v>1.1</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er>
        <c:ser>
          <c:idx val="11"/>
          <c:order val="11"/>
          <c:tx>
            <c:v>Neuron 11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Data'!$W$2:$W$9</c:f>
              <c:numCache>
                <c:formatCode>General</c:formatCode>
                <c:ptCount val="8"/>
                <c:pt idx="0">
                  <c:v>0.4</c:v>
                </c:pt>
                <c:pt idx="1">
                  <c:v>0.5</c:v>
                </c:pt>
                <c:pt idx="2">
                  <c:v>0.6</c:v>
                </c:pt>
                <c:pt idx="3">
                  <c:v>0.7</c:v>
                </c:pt>
                <c:pt idx="4">
                  <c:v>0.8</c:v>
                </c:pt>
                <c:pt idx="5">
                  <c:v>0.9</c:v>
                </c:pt>
                <c:pt idx="6">
                  <c:v>1</c:v>
                </c:pt>
                <c:pt idx="7">
                  <c:v>1.1</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er>
        <c:ser>
          <c:idx val="12"/>
          <c:order val="12"/>
          <c:tx>
            <c:v>Neuron 12</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Data'!$Y$2:$Y$11</c:f>
              <c:numCache>
                <c:formatCode>General</c:formatCode>
                <c:ptCount val="10"/>
                <c:pt idx="0">
                  <c:v>0.4050234337</c:v>
                </c:pt>
                <c:pt idx="1">
                  <c:v>0.4451592315</c:v>
                </c:pt>
                <c:pt idx="2">
                  <c:v>0.485681516</c:v>
                </c:pt>
                <c:pt idx="3">
                  <c:v>0.5582322619</c:v>
                </c:pt>
                <c:pt idx="4">
                  <c:v>0.7070178281</c:v>
                </c:pt>
                <c:pt idx="5">
                  <c:v>0.8201252415</c:v>
                </c:pt>
                <c:pt idx="6">
                  <c:v>0.88896984</c:v>
                </c:pt>
                <c:pt idx="7">
                  <c:v>1.0782440147</c:v>
                </c:pt>
                <c:pt idx="8">
                  <c:v>1.1082909205</c:v>
                </c:pt>
                <c:pt idx="9">
                  <c:v>1.1773940229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er>
        <c:ser>
          <c:idx val="13"/>
          <c:order val="13"/>
          <c:tx>
            <c:v>Neuron 13</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Data'!$AA$2:$AA$5</c:f>
              <c:numCache>
                <c:formatCode>General</c:formatCode>
                <c:ptCount val="4"/>
                <c:pt idx="0">
                  <c:v>0.5204861493</c:v>
                </c:pt>
                <c:pt idx="1">
                  <c:v>0.5578783997</c:v>
                </c:pt>
                <c:pt idx="2">
                  <c:v>0.5713311859</c:v>
                </c:pt>
                <c:pt idx="3">
                  <c:v>1.1660687446</c:v>
                </c:pt>
              </c:numCache>
            </c:numRef>
          </c:xVal>
          <c:yVal>
            <c:numRef>
              <c:f>'Chart Data'!$AB$2:$AB$5</c:f>
              <c:numCache>
                <c:formatCode>0</c:formatCode>
                <c:ptCount val="4"/>
                <c:pt idx="0">
                  <c:v>13</c:v>
                </c:pt>
                <c:pt idx="1">
                  <c:v>13</c:v>
                </c:pt>
                <c:pt idx="2">
                  <c:v>13</c:v>
                </c:pt>
                <c:pt idx="3">
                  <c:v>13</c:v>
                </c:pt>
              </c:numCache>
            </c:numRef>
          </c:yVal>
        </c:ser>
        <c:ser>
          <c:idx val="14"/>
          <c:order val="14"/>
          <c:tx>
            <c:v>Neuron 14</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Data'!$AC$2:$AC$8</c:f>
              <c:numCache>
                <c:formatCode>General</c:formatCode>
                <c:ptCount val="7"/>
                <c:pt idx="0">
                  <c:v>0.4870833218</c:v>
                </c:pt>
                <c:pt idx="1">
                  <c:v>0.5469748771</c:v>
                </c:pt>
                <c:pt idx="2">
                  <c:v>0.7642260368</c:v>
                </c:pt>
                <c:pt idx="3">
                  <c:v>0.8389353532</c:v>
                </c:pt>
                <c:pt idx="4">
                  <c:v>0.9857575324</c:v>
                </c:pt>
                <c:pt idx="5">
                  <c:v>1.144002292</c:v>
                </c:pt>
                <c:pt idx="6">
                  <c:v>1.1848800119</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er>
        <c:ser>
          <c:idx val="15"/>
          <c:order val="15"/>
          <c:tx>
            <c:v>Neuron 15</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Data'!$AE$2:$AE$6</c:f>
              <c:numCache>
                <c:formatCode>General</c:formatCode>
                <c:ptCount val="5"/>
                <c:pt idx="0">
                  <c:v>0.6462394695</c:v>
                </c:pt>
                <c:pt idx="1">
                  <c:v>0.7344848694</c:v>
                </c:pt>
                <c:pt idx="2">
                  <c:v>0.8004454374</c:v>
                </c:pt>
                <c:pt idx="3">
                  <c:v>0.956926854</c:v>
                </c:pt>
                <c:pt idx="4">
                  <c:v>0.9873064836</c:v>
                </c:pt>
              </c:numCache>
            </c:numRef>
          </c:xVal>
          <c:yVal>
            <c:numRef>
              <c:f>'Chart Data'!$AF$2:$AF$6</c:f>
              <c:numCache>
                <c:formatCode>0</c:formatCode>
                <c:ptCount val="5"/>
                <c:pt idx="0">
                  <c:v>15</c:v>
                </c:pt>
                <c:pt idx="1">
                  <c:v>15</c:v>
                </c:pt>
                <c:pt idx="2">
                  <c:v>15</c:v>
                </c:pt>
                <c:pt idx="3">
                  <c:v>15</c:v>
                </c:pt>
                <c:pt idx="4">
                  <c:v>15</c:v>
                </c:pt>
              </c:numCache>
            </c:numRef>
          </c:yVal>
        </c:ser>
        <c:ser>
          <c:idx val="16"/>
          <c:order val="16"/>
          <c:tx>
            <c:v>Neuron 16</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Data'!$AG$2:$AG$5</c:f>
              <c:numCache>
                <c:formatCode>General</c:formatCode>
                <c:ptCount val="4"/>
                <c:pt idx="0">
                  <c:v>0.584506021</c:v>
                </c:pt>
                <c:pt idx="1">
                  <c:v>0.8456386028</c:v>
                </c:pt>
                <c:pt idx="2">
                  <c:v>1.140681508</c:v>
                </c:pt>
                <c:pt idx="3">
                  <c:v>1.1560673611</c:v>
                </c:pt>
              </c:numCache>
            </c:numRef>
          </c:xVal>
          <c:yVal>
            <c:numRef>
              <c:f>'Chart Data'!$AH$2:$AH$5</c:f>
              <c:numCache>
                <c:formatCode>0</c:formatCode>
                <c:ptCount val="4"/>
                <c:pt idx="0">
                  <c:v>16</c:v>
                </c:pt>
                <c:pt idx="1">
                  <c:v>16</c:v>
                </c:pt>
                <c:pt idx="2">
                  <c:v>16</c:v>
                </c:pt>
                <c:pt idx="3">
                  <c:v>16</c:v>
                </c:pt>
              </c:numCache>
            </c:numRef>
          </c:yVal>
        </c:ser>
        <c:ser>
          <c:idx val="17"/>
          <c:order val="17"/>
          <c:tx>
            <c:v>Neuron 17</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Data'!$AI$2:$AI$5</c:f>
              <c:numCache>
                <c:formatCode>General</c:formatCode>
                <c:ptCount val="4"/>
                <c:pt idx="0">
                  <c:v>0.6394282543</c:v>
                </c:pt>
                <c:pt idx="1">
                  <c:v>0.7672414809</c:v>
                </c:pt>
                <c:pt idx="2">
                  <c:v>0.7927159597</c:v>
                </c:pt>
                <c:pt idx="3">
                  <c:v>1.0425412285</c:v>
                </c:pt>
              </c:numCache>
            </c:numRef>
          </c:xVal>
          <c:yVal>
            <c:numRef>
              <c:f>'Chart Data'!$AJ$2:$AJ$5</c:f>
              <c:numCache>
                <c:formatCode>0</c:formatCode>
                <c:ptCount val="4"/>
                <c:pt idx="0">
                  <c:v>17</c:v>
                </c:pt>
                <c:pt idx="1">
                  <c:v>17</c:v>
                </c:pt>
                <c:pt idx="2">
                  <c:v>17</c:v>
                </c:pt>
                <c:pt idx="3">
                  <c:v>17</c:v>
                </c:pt>
              </c:numCache>
            </c:numRef>
          </c:yVal>
        </c:ser>
        <c:ser>
          <c:idx val="18"/>
          <c:order val="18"/>
          <c:tx>
            <c:v>Neuron 18</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Data'!$AK$2:$AK$6</c:f>
              <c:numCache>
                <c:formatCode>General</c:formatCode>
                <c:ptCount val="5"/>
                <c:pt idx="0">
                  <c:v>0.6938198832</c:v>
                </c:pt>
                <c:pt idx="1">
                  <c:v>0.7511676478</c:v>
                </c:pt>
                <c:pt idx="2">
                  <c:v>0.8568240427</c:v>
                </c:pt>
                <c:pt idx="3">
                  <c:v>1.1385738722</c:v>
                </c:pt>
                <c:pt idx="4">
                  <c:v>1.1905349036</c:v>
                </c:pt>
              </c:numCache>
            </c:numRef>
          </c:xVal>
          <c:yVal>
            <c:numRef>
              <c:f>'Chart Data'!$AL$2:$AL$6</c:f>
              <c:numCache>
                <c:formatCode>0</c:formatCode>
                <c:ptCount val="5"/>
                <c:pt idx="0">
                  <c:v>18</c:v>
                </c:pt>
                <c:pt idx="1">
                  <c:v>18</c:v>
                </c:pt>
                <c:pt idx="2">
                  <c:v>18</c:v>
                </c:pt>
                <c:pt idx="3">
                  <c:v>18</c:v>
                </c:pt>
                <c:pt idx="4">
                  <c:v>18</c:v>
                </c:pt>
              </c:numCache>
            </c:numRef>
          </c:yVal>
        </c:ser>
        <c:ser>
          <c:idx val="19"/>
          <c:order val="19"/>
          <c:tx>
            <c:v>Neuron 19</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Data'!$AM$2:$AM$4</c:f>
              <c:numCache>
                <c:formatCode>General</c:formatCode>
                <c:ptCount val="3"/>
                <c:pt idx="0">
                  <c:v>0.4874617763</c:v>
                </c:pt>
                <c:pt idx="1">
                  <c:v>0.6424817567</c:v>
                </c:pt>
                <c:pt idx="2">
                  <c:v>0.971951415</c:v>
                </c:pt>
              </c:numCache>
            </c:numRef>
          </c:xVal>
          <c:yVal>
            <c:numRef>
              <c:f>'Chart Data'!$AN$2:$AN$4</c:f>
              <c:numCache>
                <c:formatCode>0</c:formatCode>
                <c:ptCount val="3"/>
                <c:pt idx="0">
                  <c:v>19</c:v>
                </c:pt>
                <c:pt idx="1">
                  <c:v>19</c:v>
                </c:pt>
                <c:pt idx="2">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Neuron index</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10"/>
      </c:valAx>
      <c:valAx>
        <c:axId val="48650112"/>
        <c:scaling>
          <c:orientation val="minMax"/>
          <c:max val="1.2"/>
          <c:min val="0.4"/>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
        <c:ser>
          <c:idx val="0"/>
          <c:order val="0"/>
          <c:tx>
            <c:v>Output</c:v>
          </c:tx>
          <c:spPr>
            <a:ln xmlns:a="http://schemas.openxmlformats.org/drawingml/2006/main" w="20955">
              <a:solidFill>
                <a:srgbClr val="176B87"/>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-1.2863440656</c:v>
                </c:pt>
                <c:pt idx="1">
                  <c:v>-0.7812251948</c:v>
                </c:pt>
                <c:pt idx="2">
                  <c:v>-0.322316542</c:v>
                </c:pt>
                <c:pt idx="3">
                  <c:v>0.0936878308</c:v>
                </c:pt>
                <c:pt idx="4">
                  <c:v>0.4698813103</c:v>
                </c:pt>
                <c:pt idx="5">
                  <c:v>0.8091576019</c:v>
                </c:pt>
                <c:pt idx="6">
                  <c:v>1.1455050575</c:v>
                </c:pt>
                <c:pt idx="7">
                  <c:v>1.4471201579</c:v>
                </c:pt>
                <c:pt idx="8">
                  <c:v>1.7165907114</c:v>
                </c:pt>
                <c:pt idx="9">
                  <c:v>1.9563347218</c:v>
                </c:pt>
                <c:pt idx="10">
                  <c:v>2.1686107959</c:v>
                </c:pt>
                <c:pt idx="11">
                  <c:v>2.3555279402</c:v>
                </c:pt>
                <c:pt idx="12">
                  <c:v>2.5190547807</c:v>
                </c:pt>
                <c:pt idx="13">
                  <c:v>2.6610282391</c:v>
                </c:pt>
                <c:pt idx="14">
                  <c:v>2.7831616973</c:v>
                </c:pt>
                <c:pt idx="15">
                  <c:v>2.887052678</c:v>
                </c:pt>
                <c:pt idx="16">
                  <c:v>2.9741900706</c:v>
                </c:pt>
                <c:pt idx="17">
                  <c:v>3.0459609276</c:v>
                </c:pt>
                <c:pt idx="18">
                  <c:v>3.1036568561</c:v>
                </c:pt>
                <c:pt idx="19">
                  <c:v>3.1484800291</c:v>
                </c:pt>
                <c:pt idx="20">
                  <c:v>3.181548836</c:v>
                </c:pt>
                <c:pt idx="21">
                  <c:v>3.2039031964</c:v>
                </c:pt>
                <c:pt idx="22">
                  <c:v>3.2165095532</c:v>
                </c:pt>
                <c:pt idx="23">
                  <c:v>3.2202655665</c:v>
                </c:pt>
                <c:pt idx="24">
                  <c:v>3.3912192742</c:v>
                </c:pt>
                <c:pt idx="25">
                  <c:v>3.3728356047</c:v>
                </c:pt>
                <c:pt idx="26">
                  <c:v>3.3481788504</c:v>
                </c:pt>
                <c:pt idx="27">
                  <c:v>3.3179046219</c:v>
                </c:pt>
                <c:pt idx="28">
                  <c:v>3.2826195019</c:v>
                </c:pt>
                <c:pt idx="29">
                  <c:v>3.242884268</c:v>
                </c:pt>
                <c:pt idx="30">
                  <c:v>3.1992169175</c:v>
                </c:pt>
                <c:pt idx="31">
                  <c:v>3.1520955064</c:v>
                </c:pt>
                <c:pt idx="32">
                  <c:v>3.1019608138</c:v>
                </c:pt>
                <c:pt idx="33">
                  <c:v>3.2244335903</c:v>
                </c:pt>
                <c:pt idx="34">
                  <c:v>3.1625792714</c:v>
                </c:pt>
                <c:pt idx="35">
                  <c:v>3.0990887561</c:v>
                </c:pt>
                <c:pt idx="36">
                  <c:v>3.0342687656</c:v>
                </c:pt>
                <c:pt idx="37">
                  <c:v>2.9683999951</c:v>
                </c:pt>
                <c:pt idx="38">
                  <c:v>2.9017389225</c:v>
                </c:pt>
                <c:pt idx="39">
                  <c:v>2.9272727487</c:v>
                </c:pt>
                <c:pt idx="40">
                  <c:v>2.8560666697</c:v>
                </c:pt>
                <c:pt idx="41">
                  <c:v>2.7848433933</c:v>
                </c:pt>
                <c:pt idx="42">
                  <c:v>2.7137739655</c:v>
                </c:pt>
                <c:pt idx="43">
                  <c:v>2.6430127893</c:v>
                </c:pt>
                <c:pt idx="44">
                  <c:v>2.5726988409</c:v>
                </c:pt>
                <c:pt idx="45">
                  <c:v>2.5029568076</c:v>
                </c:pt>
                <c:pt idx="46">
                  <c:v>2.4651803598</c:v>
                </c:pt>
                <c:pt idx="47">
                  <c:v>2.4251352147</c:v>
                </c:pt>
                <c:pt idx="48">
                  <c:v>2.3831325175</c:v>
                </c:pt>
                <c:pt idx="49">
                  <c:v>2.3394584601</c:v>
                </c:pt>
                <c:pt idx="50">
                  <c:v>2.2943759754</c:v>
                </c:pt>
                <c:pt idx="51">
                  <c:v>2.2481263247</c:v>
                </c:pt>
                <c:pt idx="52">
                  <c:v>2.2009305864</c:v>
                </c:pt>
                <c:pt idx="53">
                  <c:v>2.1529910512</c:v>
                </c:pt>
                <c:pt idx="54">
                  <c:v>2.1044925281</c:v>
                </c:pt>
                <c:pt idx="55">
                  <c:v>2.0556035688</c:v>
                </c:pt>
                <c:pt idx="56">
                  <c:v>2.0064776142</c:v>
                </c:pt>
                <c:pt idx="57">
                  <c:v>1.9350955988</c:v>
                </c:pt>
                <c:pt idx="58">
                  <c:v>1.8867707306</c:v>
                </c:pt>
                <c:pt idx="59">
                  <c:v>1.8385567673</c:v>
                </c:pt>
                <c:pt idx="60">
                  <c:v>1.790557835</c:v>
                </c:pt>
                <c:pt idx="61">
                  <c:v>1.7428676396</c:v>
                </c:pt>
                <c:pt idx="62">
                  <c:v>1.6955702353</c:v>
                </c:pt>
                <c:pt idx="63">
                  <c:v>1.6487407433</c:v>
                </c:pt>
                <c:pt idx="64">
                  <c:v>1.602446023</c:v>
                </c:pt>
                <c:pt idx="65">
                  <c:v>1.5567452993</c:v>
                </c:pt>
                <c:pt idx="66">
                  <c:v>1.5116907483</c:v>
                </c:pt>
                <c:pt idx="67">
                  <c:v>1.4673280439</c:v>
                </c:pt>
                <c:pt idx="68">
                  <c:v>1.423696868</c:v>
                </c:pt>
                <c:pt idx="69">
                  <c:v>1.3808313861</c:v>
                </c:pt>
                <c:pt idx="70">
                  <c:v>1.3387606914</c:v>
                </c:pt>
                <c:pt idx="71">
                  <c:v>1.2975092178</c:v>
                </c:pt>
                <c:pt idx="72">
                  <c:v>1.2570971258</c:v>
                </c:pt>
                <c:pt idx="73">
                  <c:v>1.2175406605</c:v>
                </c:pt>
                <c:pt idx="74">
                  <c:v>1.1788524861</c:v>
                </c:pt>
                <c:pt idx="75">
                  <c:v>1.1410419962</c:v>
                </c:pt>
                <c:pt idx="76">
                  <c:v>1.1041156029</c:v>
                </c:pt>
                <c:pt idx="77">
                  <c:v>1.0680770055</c:v>
                </c:pt>
                <c:pt idx="78">
                  <c:v>1.0329274391</c:v>
                </c:pt>
                <c:pt idx="79">
                  <c:v>0.998665907</c:v>
                </c:pt>
                <c:pt idx="80">
                  <c:v>0.9652893949</c:v>
                </c:pt>
                <c:pt idx="81">
                  <c:v>0.9327930705</c:v>
                </c:pt>
                <c:pt idx="82">
                  <c:v>0.9011704674</c:v>
                </c:pt>
                <c:pt idx="83">
                  <c:v>0.8704136568</c:v>
                </c:pt>
                <c:pt idx="84">
                  <c:v>0.8405134047</c:v>
                </c:pt>
                <c:pt idx="85">
                  <c:v>0.8114593186</c:v>
                </c:pt>
                <c:pt idx="86">
                  <c:v>0.7832399824</c:v>
                </c:pt>
                <c:pt idx="87">
                  <c:v>0.7871252898</c:v>
                </c:pt>
                <c:pt idx="88">
                  <c:v>0.3831714284</c:v>
                </c:pt>
                <c:pt idx="89">
                  <c:v>0.0167474597</c:v>
                </c:pt>
                <c:pt idx="90">
                  <c:v>-0.3148464931</c:v>
                </c:pt>
                <c:pt idx="91">
                  <c:v>-0.614136225</c:v>
                </c:pt>
                <c:pt idx="92">
                  <c:v>-0.8834840079</c:v>
                </c:pt>
                <c:pt idx="93">
                  <c:v>-1.1250985326</c:v>
                </c:pt>
                <c:pt idx="94">
                  <c:v>-1.3410442707</c:v>
                </c:pt>
                <c:pt idx="95">
                  <c:v>-1.5332502885</c:v>
                </c:pt>
                <c:pt idx="96">
                  <c:v>-1.7035185437</c:v>
                </c:pt>
                <c:pt idx="97">
                  <c:v>-1.8535316956</c:v>
                </c:pt>
                <c:pt idx="98">
                  <c:v>-1.9848604556</c:v>
                </c:pt>
                <c:pt idx="99">
                  <c:v>-2.0989705041</c:v>
                </c:pt>
                <c:pt idx="100">
                  <c:v>-2.5224656301</c:v>
                </c:pt>
                <c:pt idx="101">
                  <c:v>-2.1342264055</c:v>
                </c:pt>
                <c:pt idx="102">
                  <c:v>-1.7778566231</c:v>
                </c:pt>
                <c:pt idx="103">
                  <c:v>-1.4511711546</c:v>
                </c:pt>
                <c:pt idx="104">
                  <c:v>-1.152122208</c:v>
                </c:pt>
                <c:pt idx="105">
                  <c:v>-0.900949597</c:v>
                </c:pt>
                <c:pt idx="106">
                  <c:v>-0.6506692406</c:v>
                </c:pt>
                <c:pt idx="107">
                  <c:v>-0.4226585474</c:v>
                </c:pt>
                <c:pt idx="108">
                  <c:v>-0.2153406179</c:v>
                </c:pt>
                <c:pt idx="109">
                  <c:v>-0.0272393954</c:v>
                </c:pt>
                <c:pt idx="110">
                  <c:v>0.1430264199</c:v>
                </c:pt>
                <c:pt idx="111">
                  <c:v>0.2967491024</c:v>
                </c:pt>
                <c:pt idx="112">
                  <c:v>0.4351372993</c:v>
                </c:pt>
                <c:pt idx="113">
                  <c:v>0.559321114</c:v>
                </c:pt>
                <c:pt idx="114">
                  <c:v>0.6703568923</c:v>
                </c:pt>
                <c:pt idx="115">
                  <c:v>0.7692317292</c:v>
                </c:pt>
                <c:pt idx="116">
                  <c:v>0.8568677105</c:v>
                </c:pt>
                <c:pt idx="117">
                  <c:v>0.9341259065</c:v>
                </c:pt>
                <c:pt idx="118">
                  <c:v>1.0018101302</c:v>
                </c:pt>
                <c:pt idx="119">
                  <c:v>1.0606704738</c:v>
                </c:pt>
                <c:pt idx="120">
                  <c:v>1.1114066372</c:v>
                </c:pt>
                <c:pt idx="121">
                  <c:v>0.9073116984</c:v>
                </c:pt>
                <c:pt idx="122">
                  <c:v>0.7204808575</c:v>
                </c:pt>
                <c:pt idx="123">
                  <c:v>0.5497156083</c:v>
                </c:pt>
                <c:pt idx="124">
                  <c:v>0.3938932846</c:v>
                </c:pt>
                <c:pt idx="125">
                  <c:v>0.2519625132</c:v>
                </c:pt>
                <c:pt idx="126">
                  <c:v>0.1229389302</c:v>
                </c:pt>
                <c:pt idx="127">
                  <c:v>0.0059011458</c:v>
                </c:pt>
                <c:pt idx="128">
                  <c:v>-0.1000130572</c:v>
                </c:pt>
                <c:pt idx="129">
                  <c:v>-0.1956103032</c:v>
                </c:pt>
                <c:pt idx="130">
                  <c:v>-0.2816449958</c:v>
                </c:pt>
                <c:pt idx="131">
                  <c:v>-0.3588224928</c:v>
                </c:pt>
                <c:pt idx="132">
                  <c:v>-0.4278020959</c:v>
                </c:pt>
                <c:pt idx="133">
                  <c:v>-0.4891998651</c:v>
                </c:pt>
                <c:pt idx="134">
                  <c:v>-0.5435912683</c:v>
                </c:pt>
                <c:pt idx="135">
                  <c:v>-0.5915136758</c:v>
                </c:pt>
                <c:pt idx="136">
                  <c:v>-0.6334687072</c:v>
                </c:pt>
                <c:pt idx="137">
                  <c:v>-0.6699244404</c:v>
                </c:pt>
                <c:pt idx="138">
                  <c:v>-0.7013174904</c:v>
                </c:pt>
                <c:pt idx="139">
                  <c:v>-0.7280549646</c:v>
                </c:pt>
                <c:pt idx="140">
                  <c:v>-0.7505163028</c:v>
                </c:pt>
                <c:pt idx="141">
                  <c:v>-0.7690550072</c:v>
                </c:pt>
                <c:pt idx="142">
                  <c:v>-0.7840002702</c:v>
                </c:pt>
                <c:pt idx="143">
                  <c:v>-0.7956585046</c:v>
                </c:pt>
                <c:pt idx="144">
                  <c:v>-0.8043147826</c:v>
                </c:pt>
                <c:pt idx="145">
                  <c:v>-0.8323926566</c:v>
                </c:pt>
                <c:pt idx="146">
                  <c:v>-0.8349516553</c:v>
                </c:pt>
                <c:pt idx="147">
                  <c:v>-0.835281143</c:v>
                </c:pt>
                <c:pt idx="148">
                  <c:v>-1.0565993369</c:v>
                </c:pt>
                <c:pt idx="149">
                  <c:v>-1.2543431257</c:v>
                </c:pt>
                <c:pt idx="150">
                  <c:v>-1.4302855632</c:v>
                </c:pt>
                <c:pt idx="151">
                  <c:v>-1.5860828311</c:v>
                </c:pt>
                <c:pt idx="152">
                  <c:v>-1.7232814212</c:v>
                </c:pt>
                <c:pt idx="153">
                  <c:v>-1.8433248955</c:v>
                </c:pt>
                <c:pt idx="154">
                  <c:v>-1.9475602472</c:v>
                </c:pt>
                <c:pt idx="155">
                  <c:v>-2.0372438873</c:v>
                </c:pt>
                <c:pt idx="156">
                  <c:v>-2.1135472754</c:v>
                </c:pt>
                <c:pt idx="157">
                  <c:v>-2.1775622179</c:v>
                </c:pt>
                <c:pt idx="158">
                  <c:v>-2.2303058512</c:v>
                </c:pt>
                <c:pt idx="159">
                  <c:v>-2.488802479</c:v>
                </c:pt>
                <c:pt idx="160">
                  <c:v>-2.7167801119</c:v>
                </c:pt>
                <c:pt idx="161">
                  <c:v>-2.9166007555</c:v>
                </c:pt>
                <c:pt idx="162">
                  <c:v>-3.0904686144</c:v>
                </c:pt>
                <c:pt idx="163">
                  <c:v>-3.2404398661</c:v>
                </c:pt>
                <c:pt idx="164">
                  <c:v>-3.3684318563</c:v>
                </c:pt>
                <c:pt idx="165">
                  <c:v>-3.4762317505</c:v>
                </c:pt>
                <c:pt idx="166">
                  <c:v>-3.5655046713</c:v>
                </c:pt>
                <c:pt idx="167">
                  <c:v>-3.6378013514</c:v>
                </c:pt>
                <c:pt idx="168">
                  <c:v>-3.6945653311</c:v>
                </c:pt>
                <c:pt idx="169">
                  <c:v>-3.7371397253</c:v>
                </c:pt>
                <c:pt idx="170">
                  <c:v>-3.7667735853</c:v>
                </c:pt>
                <c:pt idx="171">
                  <c:v>-3.7846278797</c:v>
                </c:pt>
                <c:pt idx="172">
                  <c:v>-4.0391404752</c:v>
                </c:pt>
                <c:pt idx="173">
                  <c:v>-4.2598256205</c:v>
                </c:pt>
                <c:pt idx="174">
                  <c:v>-4.4493775082</c:v>
                </c:pt>
                <c:pt idx="175">
                  <c:v>-4.6103079973</c:v>
                </c:pt>
                <c:pt idx="176">
                  <c:v>-4.7449579897</c:v>
                </c:pt>
                <c:pt idx="177">
                  <c:v>-4.855508131</c:v>
                </c:pt>
                <c:pt idx="178">
                  <c:v>-4.9439888742</c:v>
                </c:pt>
                <c:pt idx="179">
                  <c:v>-5.0122899425</c:v>
                </c:pt>
                <c:pt idx="180">
                  <c:v>-5.0621692272</c:v>
                </c:pt>
                <c:pt idx="181">
                  <c:v>-5.0952611514</c:v>
                </c:pt>
                <c:pt idx="182">
                  <c:v>-5.1130845322</c:v>
                </c:pt>
                <c:pt idx="183">
                  <c:v>-5.1170499696</c:v>
                </c:pt>
                <c:pt idx="184">
                  <c:v>-5.1084667891</c:v>
                </c:pt>
                <c:pt idx="185">
                  <c:v>-5.0885495653</c:v>
                </c:pt>
                <c:pt idx="186">
                  <c:v>-5.211527078</c:v>
                </c:pt>
                <c:pt idx="187">
                  <c:v>-5.0022376637</c:v>
                </c:pt>
                <c:pt idx="188">
                  <c:v>-5.0715229548</c:v>
                </c:pt>
                <c:pt idx="189">
                  <c:v>-5.1221519112</c:v>
                </c:pt>
                <c:pt idx="190">
                  <c:v>-5.1557794935</c:v>
                </c:pt>
                <c:pt idx="191">
                  <c:v>-5.1739436108</c:v>
                </c:pt>
                <c:pt idx="192">
                  <c:v>-5.1780726018</c:v>
                </c:pt>
                <c:pt idx="193">
                  <c:v>-5.1694922641</c:v>
                </c:pt>
                <c:pt idx="194">
                  <c:v>-5.1494324593</c:v>
                </c:pt>
                <c:pt idx="195">
                  <c:v>-5.1190333168</c:v>
                </c:pt>
                <c:pt idx="196">
                  <c:v>-5.079351061</c:v>
                </c:pt>
                <c:pt idx="197">
                  <c:v>-5.0313634839</c:v>
                </c:pt>
                <c:pt idx="198">
                  <c:v>-4.9759750833</c:v>
                </c:pt>
                <c:pt idx="199">
                  <c:v>-4.9140218856</c:v>
                </c:pt>
                <c:pt idx="200">
                  <c:v>-5.1715126044</c:v>
                </c:pt>
                <c:pt idx="201">
                  <c:v>-4.6267654396</c:v>
                </c:pt>
                <c:pt idx="202">
                  <c:v>-4.1228527404</c:v>
                </c:pt>
                <c:pt idx="203">
                  <c:v>-3.657087185</c:v>
                </c:pt>
                <c:pt idx="204">
                  <c:v>-3.226946448</c:v>
                </c:pt>
                <c:pt idx="205">
                  <c:v>-2.8300634993</c:v>
                </c:pt>
                <c:pt idx="206">
                  <c:v>-2.4642174554</c:v>
                </c:pt>
                <c:pt idx="207">
                  <c:v>-2.1273249542</c:v>
                </c:pt>
                <c:pt idx="208">
                  <c:v>-1.817432024</c:v>
                </c:pt>
                <c:pt idx="209">
                  <c:v>-1.5327064177</c:v>
                </c:pt>
                <c:pt idx="210">
                  <c:v>-1.2714303872</c:v>
                </c:pt>
                <c:pt idx="211">
                  <c:v>-1.0319938734</c:v>
                </c:pt>
                <c:pt idx="212">
                  <c:v>-0.8128880878</c:v>
                </c:pt>
                <c:pt idx="213">
                  <c:v>-0.6126994641</c:v>
                </c:pt>
                <c:pt idx="214">
                  <c:v>-0.4301039587</c:v>
                </c:pt>
                <c:pt idx="215">
                  <c:v>-0.2638616811</c:v>
                </c:pt>
                <c:pt idx="216">
                  <c:v>-0.1128118346</c:v>
                </c:pt>
                <c:pt idx="217">
                  <c:v>0.0241320492</c:v>
                </c:pt>
                <c:pt idx="218">
                  <c:v>0.1479865997</c:v>
                </c:pt>
                <c:pt idx="219">
                  <c:v>0.2597028351</c:v>
                </c:pt>
                <c:pt idx="220">
                  <c:v>0.5353848941</c:v>
                </c:pt>
                <c:pt idx="221">
                  <c:v>0.6185561549</c:v>
                </c:pt>
                <c:pt idx="222">
                  <c:v>0.6923413453</c:v>
                </c:pt>
                <c:pt idx="223">
                  <c:v>0.7574581648</c:v>
                </c:pt>
                <c:pt idx="224">
                  <c:v>0.814576633</c:v>
                </c:pt>
                <c:pt idx="225">
                  <c:v>0.8643220336</c:v>
                </c:pt>
                <c:pt idx="226">
                  <c:v>0.9072776838</c:v>
                </c:pt>
                <c:pt idx="227">
                  <c:v>0.9439875408</c:v>
                </c:pt>
                <c:pt idx="228">
                  <c:v>0.9749586535</c:v>
                </c:pt>
                <c:pt idx="229">
                  <c:v>1.0006634687</c:v>
                </c:pt>
                <c:pt idx="230">
                  <c:v>1.0215420001</c:v>
                </c:pt>
                <c:pt idx="231">
                  <c:v>1.0380038685</c:v>
                </c:pt>
                <c:pt idx="232">
                  <c:v>1.0504302191</c:v>
                </c:pt>
                <c:pt idx="233">
                  <c:v>1.0591755252</c:v>
                </c:pt>
                <c:pt idx="234">
                  <c:v>1.0645692834</c:v>
                </c:pt>
                <c:pt idx="235">
                  <c:v>1.0669176061</c:v>
                </c:pt>
                <c:pt idx="236">
                  <c:v>1.0665047191</c:v>
                </c:pt>
                <c:pt idx="237">
                  <c:v>1.0635943684</c:v>
                </c:pt>
                <c:pt idx="238">
                  <c:v>1.0584311416</c:v>
                </c:pt>
                <c:pt idx="239">
                  <c:v>1.0512417093</c:v>
                </c:pt>
                <c:pt idx="240">
                  <c:v>1.082863609</c:v>
                </c:pt>
                <c:pt idx="241">
                  <c:v>1.1089006213</c:v>
                </c:pt>
                <c:pt idx="242">
                  <c:v>1.1298222876</c:v>
                </c:pt>
                <c:pt idx="243">
                  <c:v>0.9634752677</c:v>
                </c:pt>
                <c:pt idx="244">
                  <c:v>0.8106665673</c:v>
                </c:pt>
                <c:pt idx="245">
                  <c:v>0.6704713109</c:v>
                </c:pt>
                <c:pt idx="246">
                  <c:v>0.5420226349</c:v>
                </c:pt>
                <c:pt idx="247">
                  <c:v>0.5097774741</c:v>
                </c:pt>
                <c:pt idx="248">
                  <c:v>0.3306300899</c:v>
                </c:pt>
                <c:pt idx="249">
                  <c:v>0.1677444068</c:v>
                </c:pt>
                <c:pt idx="250">
                  <c:v>0.0199603543</c:v>
                </c:pt>
                <c:pt idx="251">
                  <c:v>-0.1138076634</c:v>
                </c:pt>
                <c:pt idx="252">
                  <c:v>-0.2345752717</c:v>
                </c:pt>
                <c:pt idx="253">
                  <c:v>-0.343292369</c:v>
                </c:pt>
                <c:pt idx="254">
                  <c:v>-0.4408471222</c:v>
                </c:pt>
                <c:pt idx="255">
                  <c:v>-0.5280697278</c:v>
                </c:pt>
                <c:pt idx="256">
                  <c:v>-0.6057359547</c:v>
                </c:pt>
                <c:pt idx="257">
                  <c:v>-0.6745704782</c:v>
                </c:pt>
                <c:pt idx="258">
                  <c:v>-0.5821937359</c:v>
                </c:pt>
                <c:pt idx="259">
                  <c:v>-0.6413587379</c:v>
                </c:pt>
                <c:pt idx="260">
                  <c:v>-0.6933679295</c:v>
                </c:pt>
                <c:pt idx="261">
                  <c:v>-0.7387785687</c:v>
                </c:pt>
                <c:pt idx="262">
                  <c:v>-0.7781105783</c:v>
                </c:pt>
                <c:pt idx="263">
                  <c:v>-0.8118488627</c:v>
                </c:pt>
                <c:pt idx="264">
                  <c:v>-0.8404454862</c:v>
                </c:pt>
                <c:pt idx="265">
                  <c:v>-0.8643217236</c:v>
                </c:pt>
                <c:pt idx="266">
                  <c:v>-0.8838699877</c:v>
                </c:pt>
                <c:pt idx="267">
                  <c:v>-0.8994556427</c:v>
                </c:pt>
                <c:pt idx="268">
                  <c:v>-0.9114187092</c:v>
                </c:pt>
                <c:pt idx="269">
                  <c:v>-0.9200754671</c:v>
                </c:pt>
                <c:pt idx="270">
                  <c:v>-0.9257199626</c:v>
                </c:pt>
                <c:pt idx="271">
                  <c:v>-0.7534106742</c:v>
                </c:pt>
                <c:pt idx="272">
                  <c:v>-0.760709475</c:v>
                </c:pt>
                <c:pt idx="273">
                  <c:v>-0.7655043032</c:v>
                </c:pt>
                <c:pt idx="274">
                  <c:v>-0.7680220382</c:v>
                </c:pt>
                <c:pt idx="275">
                  <c:v>-0.7684733857</c:v>
                </c:pt>
                <c:pt idx="276">
                  <c:v>-0.7670539148</c:v>
                </c:pt>
                <c:pt idx="277">
                  <c:v>-0.7639450337</c:v>
                </c:pt>
                <c:pt idx="278">
                  <c:v>-0.7593149058</c:v>
                </c:pt>
                <c:pt idx="279">
                  <c:v>-0.7533193098</c:v>
                </c:pt>
                <c:pt idx="280">
                  <c:v>-0.7461024483</c:v>
                </c:pt>
                <c:pt idx="281">
                  <c:v>-0.7377977058</c:v>
                </c:pt>
                <c:pt idx="282">
                  <c:v>-0.7285283612</c:v>
                </c:pt>
                <c:pt idx="283">
                  <c:v>-0.7184082564</c:v>
                </c:pt>
                <c:pt idx="284">
                  <c:v>-0.7075424232</c:v>
                </c:pt>
                <c:pt idx="285">
                  <c:v>-0.6032744271</c:v>
                </c:pt>
                <c:pt idx="286">
                  <c:v>-0.5948412327</c:v>
                </c:pt>
                <c:pt idx="287">
                  <c:v>-0.585795692</c:v>
                </c:pt>
                <c:pt idx="288">
                  <c:v>-0.5762175928</c:v>
                </c:pt>
                <c:pt idx="289">
                  <c:v>-0.5661803969</c:v>
                </c:pt>
                <c:pt idx="290">
                  <c:v>-0.5557516673</c:v>
                </c:pt>
                <c:pt idx="291">
                  <c:v>-0.5449934689</c:v>
                </c:pt>
                <c:pt idx="292">
                  <c:v>-0.5339627438</c:v>
                </c:pt>
                <c:pt idx="293">
                  <c:v>-0.5227116637</c:v>
                </c:pt>
                <c:pt idx="294">
                  <c:v>-0.5112879597</c:v>
                </c:pt>
                <c:pt idx="295">
                  <c:v>-0.6171295623</c:v>
                </c:pt>
                <c:pt idx="296">
                  <c:v>-0.7114311194</c:v>
                </c:pt>
                <c:pt idx="297">
                  <c:v>-0.7950665089</c:v>
                </c:pt>
                <c:pt idx="298">
                  <c:v>-0.8688518182</c:v>
                </c:pt>
                <c:pt idx="299">
                  <c:v>-0.9335489029</c:v>
                </c:pt>
                <c:pt idx="300">
                  <c:v>-1.315105366</c:v>
                </c:pt>
                <c:pt idx="301">
                  <c:v>-0.8917902598</c:v>
                </c:pt>
                <c:pt idx="302">
                  <c:v>-0.5066377273</c:v>
                </c:pt>
                <c:pt idx="303">
                  <c:v>-0.1569322315</c:v>
                </c:pt>
                <c:pt idx="304">
                  <c:v>0.1598676606</c:v>
                </c:pt>
                <c:pt idx="305">
                  <c:v>0.4461398007</c:v>
                </c:pt>
                <c:pt idx="306">
                  <c:v>0.7041083705</c:v>
                </c:pt>
                <c:pt idx="307">
                  <c:v>0.9358532147</c:v>
                </c:pt>
                <c:pt idx="308">
                  <c:v>1.1746008389</c:v>
                </c:pt>
                <c:pt idx="309">
                  <c:v>1.3878347535</c:v>
                </c:pt>
                <c:pt idx="310">
                  <c:v>1.5774757175</c:v>
                </c:pt>
                <c:pt idx="311">
                  <c:v>1.7453178228</c:v>
                </c:pt>
                <c:pt idx="312">
                  <c:v>1.8930362811</c:v>
                </c:pt>
                <c:pt idx="313">
                  <c:v>2.022194752</c:v>
                </c:pt>
                <c:pt idx="314">
                  <c:v>2.1342522396</c:v>
                </c:pt>
                <c:pt idx="315">
                  <c:v>2.2305695809</c:v>
                </c:pt>
                <c:pt idx="316">
                  <c:v>2.3124155517</c:v>
                </c:pt>
                <c:pt idx="317">
                  <c:v>2.3809726085</c:v>
                </c:pt>
                <c:pt idx="318">
                  <c:v>2.4373422911</c:v>
                </c:pt>
                <c:pt idx="319">
                  <c:v>2.4825503022</c:v>
                </c:pt>
                <c:pt idx="320">
                  <c:v>2.517551285</c:v>
                </c:pt>
                <c:pt idx="321">
                  <c:v>2.5432333144</c:v>
                </c:pt>
                <c:pt idx="322">
                  <c:v>2.5604221195</c:v>
                </c:pt>
                <c:pt idx="323">
                  <c:v>2.5698850528</c:v>
                </c:pt>
                <c:pt idx="324">
                  <c:v>2.57233482</c:v>
                </c:pt>
                <c:pt idx="325">
                  <c:v>2.568432985</c:v>
                </c:pt>
                <c:pt idx="326">
                  <c:v>2.5587932635</c:v>
                </c:pt>
                <c:pt idx="327">
                  <c:v>2.5439846164</c:v>
                </c:pt>
                <c:pt idx="328">
                  <c:v>2.5245341553</c:v>
                </c:pt>
                <c:pt idx="329">
                  <c:v>2.5009298716</c:v>
                </c:pt>
                <c:pt idx="330">
                  <c:v>2.4736231981</c:v>
                </c:pt>
                <c:pt idx="331">
                  <c:v>2.4430314146</c:v>
                </c:pt>
                <c:pt idx="332">
                  <c:v>2.4095399054</c:v>
                </c:pt>
                <c:pt idx="333">
                  <c:v>2.3735042776</c:v>
                </c:pt>
                <c:pt idx="334">
                  <c:v>2.3352523495</c:v>
                </c:pt>
                <c:pt idx="335">
                  <c:v>2.2223903999</c:v>
                </c:pt>
                <c:pt idx="336">
                  <c:v>2.1149825758</c:v>
                </c:pt>
                <c:pt idx="337">
                  <c:v>2.0127653255</c:v>
                </c:pt>
                <c:pt idx="338">
                  <c:v>1.9154878314</c:v>
                </c:pt>
                <c:pt idx="339">
                  <c:v>1.7941331915</c:v>
                </c:pt>
                <c:pt idx="340">
                  <c:v>1.7071604298</c:v>
                </c:pt>
                <c:pt idx="341">
                  <c:v>1.6244036217</c:v>
                </c:pt>
                <c:pt idx="342">
                  <c:v>1.674994632</c:v>
                </c:pt>
                <c:pt idx="343">
                  <c:v>1.594989044</c:v>
                </c:pt>
                <c:pt idx="344">
                  <c:v>1.5188032028</c:v>
                </c:pt>
                <c:pt idx="345">
                  <c:v>1.4462548247</c:v>
                </c:pt>
                <c:pt idx="346">
                  <c:v>1.4286635973</c:v>
                </c:pt>
                <c:pt idx="347">
                  <c:v>1.3608561208</c:v>
                </c:pt>
                <c:pt idx="348">
                  <c:v>1.2962644886</c:v>
                </c:pt>
                <c:pt idx="349">
                  <c:v>1.2347363083</c:v>
                </c:pt>
                <c:pt idx="350">
                  <c:v>1.176126403</c:v>
                </c:pt>
                <c:pt idx="351">
                  <c:v>1.1202964697</c:v>
                </c:pt>
                <c:pt idx="352">
                  <c:v>0.9497204234</c:v>
                </c:pt>
                <c:pt idx="353">
                  <c:v>0.7931178585</c:v>
                </c:pt>
                <c:pt idx="354">
                  <c:v>0.6495315125</c:v>
                </c:pt>
                <c:pt idx="355">
                  <c:v>0.5180642583</c:v>
                </c:pt>
                <c:pt idx="356">
                  <c:v>0.3978755159</c:v>
                </c:pt>
                <c:pt idx="357">
                  <c:v>0.2881778701</c:v>
                </c:pt>
                <c:pt idx="358">
                  <c:v>0.1882338846</c:v>
                </c:pt>
                <c:pt idx="359">
                  <c:v>0.0973530995</c:v>
                </c:pt>
                <c:pt idx="360">
                  <c:v>0.0148892035</c:v>
                </c:pt>
                <c:pt idx="361">
                  <c:v>-0.0597626302</c:v>
                </c:pt>
                <c:pt idx="362">
                  <c:v>-0.1271682532</c:v>
                </c:pt>
                <c:pt idx="363">
                  <c:v>-0.1878569045</c:v>
                </c:pt>
                <c:pt idx="364">
                  <c:v>-0.2423234365</c:v>
                </c:pt>
                <c:pt idx="365">
                  <c:v>-0.5140372447</c:v>
                </c:pt>
                <c:pt idx="366">
                  <c:v>-0.7586713923</c:v>
                </c:pt>
                <c:pt idx="367">
                  <c:v>-0.9782209704</c:v>
                </c:pt>
                <c:pt idx="368">
                  <c:v>-1.1339232596</c:v>
                </c:pt>
                <c:pt idx="369">
                  <c:v>-1.2721114022</c:v>
                </c:pt>
                <c:pt idx="370">
                  <c:v>-1.3941233995</c:v>
                </c:pt>
                <c:pt idx="371">
                  <c:v>-1.5012084014</c:v>
                </c:pt>
                <c:pt idx="372">
                  <c:v>-1.5945321902</c:v>
                </c:pt>
                <c:pt idx="373">
                  <c:v>-1.6751823414</c:v>
                </c:pt>
                <c:pt idx="374">
                  <c:v>-1.7441730792</c:v>
                </c:pt>
                <c:pt idx="375">
                  <c:v>-1.8024498441</c:v>
                </c:pt>
                <c:pt idx="376">
                  <c:v>-1.8508935902</c:v>
                </c:pt>
                <c:pt idx="377">
                  <c:v>-1.8903248262</c:v>
                </c:pt>
                <c:pt idx="378">
                  <c:v>-1.9215074159</c:v>
                </c:pt>
                <c:pt idx="379">
                  <c:v>-1.9451521517</c:v>
                </c:pt>
                <c:pt idx="380">
                  <c:v>-1.9619201148</c:v>
                </c:pt>
                <c:pt idx="381">
                  <c:v>-1.9724258328</c:v>
                </c:pt>
                <c:pt idx="382">
                  <c:v>-1.9772402485</c:v>
                </c:pt>
                <c:pt idx="383">
                  <c:v>-1.9768935096</c:v>
                </c:pt>
                <c:pt idx="384">
                  <c:v>-1.9718775896</c:v>
                </c:pt>
                <c:pt idx="385">
                  <c:v>-1.9626487505</c:v>
                </c:pt>
                <c:pt idx="386">
                  <c:v>-1.949629856</c:v>
                </c:pt>
                <c:pt idx="387">
                  <c:v>-1.9332125439</c:v>
                </c:pt>
                <c:pt idx="388">
                  <c:v>-1.9137592661</c:v>
                </c:pt>
                <c:pt idx="389">
                  <c:v>-1.8916052039</c:v>
                </c:pt>
                <c:pt idx="390">
                  <c:v>-1.8670600659</c:v>
                </c:pt>
                <c:pt idx="391">
                  <c:v>-1.8404097754</c:v>
                </c:pt>
                <c:pt idx="392">
                  <c:v>-1.8119180536</c:v>
                </c:pt>
                <c:pt idx="393">
                  <c:v>-1.7818279055</c:v>
                </c:pt>
                <c:pt idx="394">
                  <c:v>-1.6265801894</c:v>
                </c:pt>
                <c:pt idx="395">
                  <c:v>-1.5605459948</c:v>
                </c:pt>
                <c:pt idx="396">
                  <c:v>-1.4970839183</c:v>
                </c:pt>
                <c:pt idx="397">
                  <c:v>-1.4361001394</c:v>
                </c:pt>
                <c:pt idx="398">
                  <c:v>-1.3775038711</c:v>
                </c:pt>
                <c:pt idx="399">
                  <c:v>-1.3212072869</c:v>
                </c:pt>
                <c:pt idx="400">
                  <c:v>-1.5923620788</c:v>
                </c:pt>
                <c:pt idx="401">
                  <c:v>-1.14118755</c:v>
                </c:pt>
                <c:pt idx="402">
                  <c:v>-0.7302335609</c:v>
                </c:pt>
                <c:pt idx="403">
                  <c:v>-0.3566501035</c:v>
                </c:pt>
                <c:pt idx="404">
                  <c:v>-0.0177694957</c:v>
                </c:pt>
                <c:pt idx="405">
                  <c:v>0.2889046246</c:v>
                </c:pt>
                <c:pt idx="406">
                  <c:v>0.5657076641</c:v>
                </c:pt>
                <c:pt idx="407">
                  <c:v>0.792665369</c:v>
                </c:pt>
                <c:pt idx="408">
                  <c:v>1.0170067923</c:v>
                </c:pt>
                <c:pt idx="409">
                  <c:v>1.2175802856</c:v>
                </c:pt>
                <c:pt idx="410">
                  <c:v>1.3961705887</c:v>
                </c:pt>
                <c:pt idx="411">
                  <c:v>1.5544448892</c:v>
                </c:pt>
                <c:pt idx="412">
                  <c:v>1.6939600442</c:v>
                </c:pt>
                <c:pt idx="413">
                  <c:v>1.816169376</c:v>
                </c:pt>
                <c:pt idx="414">
                  <c:v>1.9224290679</c:v>
                </c:pt>
                <c:pt idx="415">
                  <c:v>2.0140041829</c:v>
                </c:pt>
                <c:pt idx="416">
                  <c:v>2.0920743256</c:v>
                </c:pt>
                <c:pt idx="417">
                  <c:v>2.1577389687</c:v>
                </c:pt>
                <c:pt idx="418">
                  <c:v>2.2120224637</c:v>
                </c:pt>
                <c:pt idx="419">
                  <c:v>2.2558787531</c:v>
                </c:pt>
                <c:pt idx="420">
                  <c:v>2.2901958013</c:v>
                </c:pt>
                <c:pt idx="421">
                  <c:v>2.347081971</c:v>
                </c:pt>
                <c:pt idx="422">
                  <c:v>2.3929720094</c:v>
                </c:pt>
                <c:pt idx="423">
                  <c:v>2.4288031841</c:v>
                </c:pt>
                <c:pt idx="424">
                  <c:v>2.4554474957</c:v>
                </c:pt>
                <c:pt idx="425">
                  <c:v>2.4737158144</c:v>
                </c:pt>
                <c:pt idx="426">
                  <c:v>2.4843617689</c:v>
                </c:pt>
                <c:pt idx="427">
                  <c:v>2.4880854009</c:v>
                </c:pt>
                <c:pt idx="428">
                  <c:v>2.4855365996</c:v>
                </c:pt>
                <c:pt idx="429">
                  <c:v>2.4773183284</c:v>
                </c:pt>
                <c:pt idx="430">
                  <c:v>2.4639896565</c:v>
                </c:pt>
                <c:pt idx="431">
                  <c:v>2.4460686059</c:v>
                </c:pt>
                <c:pt idx="432">
                  <c:v>2.4240348257</c:v>
                </c:pt>
                <c:pt idx="433">
                  <c:v>2.3983321027</c:v>
                </c:pt>
                <c:pt idx="434">
                  <c:v>2.4208639954</c:v>
                </c:pt>
                <c:pt idx="435">
                  <c:v>2.3870014022</c:v>
                </c:pt>
                <c:pt idx="436">
                  <c:v>2.3506836131</c:v>
                </c:pt>
                <c:pt idx="437">
                  <c:v>2.3122306554</c:v>
                </c:pt>
                <c:pt idx="438">
                  <c:v>2.2719371802</c:v>
                </c:pt>
                <c:pt idx="439">
                  <c:v>2.2300741766</c:v>
                </c:pt>
                <c:pt idx="440">
                  <c:v>1.9638837442</c:v>
                </c:pt>
                <c:pt idx="441">
                  <c:v>1.7183534475</c:v>
                </c:pt>
                <c:pt idx="442">
                  <c:v>1.4921012255</c:v>
                </c:pt>
                <c:pt idx="443">
                  <c:v>1.2838306834</c:v>
                </c:pt>
                <c:pt idx="444">
                  <c:v>1.0923260239</c:v>
                </c:pt>
                <c:pt idx="445">
                  <c:v>0.9164472694</c:v>
                </c:pt>
                <c:pt idx="446">
                  <c:v>0.7551257582</c:v>
                </c:pt>
                <c:pt idx="447">
                  <c:v>0.4764155392</c:v>
                </c:pt>
                <c:pt idx="448">
                  <c:v>0.223094917</c:v>
                </c:pt>
                <c:pt idx="449">
                  <c:v>-0.0066497073</c:v>
                </c:pt>
                <c:pt idx="450">
                  <c:v>-0.2145154233</c:v>
                </c:pt>
                <c:pt idx="451">
                  <c:v>-0.3189346559</c:v>
                </c:pt>
                <c:pt idx="452">
                  <c:v>-0.4909671579</c:v>
                </c:pt>
                <c:pt idx="453">
                  <c:v>-0.6454608037</c:v>
                </c:pt>
                <c:pt idx="454">
                  <c:v>-0.7837171621</c:v>
                </c:pt>
                <c:pt idx="455">
                  <c:v>-0.9069525631</c:v>
                </c:pt>
                <c:pt idx="456">
                  <c:v>-1.0163033158</c:v>
                </c:pt>
                <c:pt idx="457">
                  <c:v>-1.112830621</c:v>
                </c:pt>
                <c:pt idx="458">
                  <c:v>-1.3149195253</c:v>
                </c:pt>
                <c:pt idx="459">
                  <c:v>-1.4946495008</c:v>
                </c:pt>
                <c:pt idx="460">
                  <c:v>-1.6537207808</c:v>
                </c:pt>
                <c:pt idx="461">
                  <c:v>-1.793720938</c:v>
                </c:pt>
                <c:pt idx="462">
                  <c:v>-1.9161318297</c:v>
                </c:pt>
                <c:pt idx="463">
                  <c:v>-2.0223361331</c:v>
                </c:pt>
                <c:pt idx="464">
                  <c:v>-1.9556586339</c:v>
                </c:pt>
                <c:pt idx="465">
                  <c:v>-2.0394328839</c:v>
                </c:pt>
                <c:pt idx="466">
                  <c:v>-2.1103840281</c:v>
                </c:pt>
                <c:pt idx="467">
                  <c:v>-2.1983417875</c:v>
                </c:pt>
                <c:pt idx="468">
                  <c:v>-2.2455994246</c:v>
                </c:pt>
                <c:pt idx="469">
                  <c:v>-2.2830185897</c:v>
                </c:pt>
                <c:pt idx="470">
                  <c:v>-2.3114465331</c:v>
                </c:pt>
                <c:pt idx="471">
                  <c:v>-2.3316712648</c:v>
                </c:pt>
                <c:pt idx="472">
                  <c:v>-2.3444253178</c:v>
                </c:pt>
                <c:pt idx="473">
                  <c:v>-2.3503892847</c:v>
                </c:pt>
                <c:pt idx="474">
                  <c:v>-2.350195142</c:v>
                </c:pt>
                <c:pt idx="475">
                  <c:v>-2.344429373</c:v>
                </c:pt>
                <c:pt idx="476">
                  <c:v>-2.3336359023</c:v>
                </c:pt>
                <c:pt idx="477">
                  <c:v>-2.3183188521</c:v>
                </c:pt>
                <c:pt idx="478">
                  <c:v>-2.2989451305</c:v>
                </c:pt>
                <c:pt idx="479">
                  <c:v>-2.2759468625</c:v>
                </c:pt>
                <c:pt idx="480">
                  <c:v>-2.2497236724</c:v>
                </c:pt>
                <c:pt idx="481">
                  <c:v>-2.2206448257</c:v>
                </c:pt>
                <c:pt idx="482">
                  <c:v>-2.1890512402</c:v>
                </c:pt>
                <c:pt idx="483">
                  <c:v>-2.1552573723</c:v>
                </c:pt>
                <c:pt idx="484">
                  <c:v>-2.1195529877</c:v>
                </c:pt>
                <c:pt idx="485">
                  <c:v>-2.0822048214</c:v>
                </c:pt>
                <c:pt idx="486">
                  <c:v>-2.0434581351</c:v>
                </c:pt>
                <c:pt idx="487">
                  <c:v>-2.0035381773</c:v>
                </c:pt>
                <c:pt idx="488">
                  <c:v>-1.9626515519</c:v>
                </c:pt>
                <c:pt idx="489">
                  <c:v>-1.9209875011</c:v>
                </c:pt>
                <c:pt idx="490">
                  <c:v>-1.8474368984</c:v>
                </c:pt>
                <c:pt idx="491">
                  <c:v>-1.7764913048</c:v>
                </c:pt>
                <c:pt idx="492">
                  <c:v>-1.7080715699</c:v>
                </c:pt>
                <c:pt idx="493">
                  <c:v>-1.6708782707</c:v>
                </c:pt>
                <c:pt idx="494">
                  <c:v>-1.6061491556</c:v>
                </c:pt>
                <c:pt idx="495">
                  <c:v>-1.5437594936</c:v>
                </c:pt>
                <c:pt idx="496">
                  <c:v>-1.4836350543</c:v>
                </c:pt>
                <c:pt idx="497">
                  <c:v>-1.4257032836</c:v>
                </c:pt>
                <c:pt idx="498">
                  <c:v>-1.369893316</c:v>
                </c:pt>
                <c:pt idx="499">
                  <c:v>-1.3161359832</c:v>
                </c:pt>
                <c:pt idx="500">
                  <c:v>-1.5381071707</c:v>
                </c:pt>
                <c:pt idx="501">
                  <c:v>-1.0183550111</c:v>
                </c:pt>
                <c:pt idx="502">
                  <c:v>-0.5456415814</c:v>
                </c:pt>
                <c:pt idx="503">
                  <c:v>-0.116614936</c:v>
                </c:pt>
                <c:pt idx="504">
                  <c:v>0.2718618028</c:v>
                </c:pt>
                <c:pt idx="505">
                  <c:v>0.62272345</c:v>
                </c:pt>
                <c:pt idx="506">
                  <c:v>0.9387150063</c:v>
                </c:pt>
                <c:pt idx="507">
                  <c:v>1.2224031917</c:v>
                </c:pt>
                <c:pt idx="508">
                  <c:v>1.4761873066</c:v>
                </c:pt>
                <c:pt idx="509">
                  <c:v>1.7023094564</c:v>
                </c:pt>
                <c:pt idx="510">
                  <c:v>1.902864178</c:v>
                </c:pt>
                <c:pt idx="511">
                  <c:v>2.0798075007</c:v>
                </c:pt>
                <c:pt idx="512">
                  <c:v>2.2349654742</c:v>
                </c:pt>
                <c:pt idx="513">
                  <c:v>2.3700421947</c:v>
                </c:pt>
                <c:pt idx="514">
                  <c:v>2.4866273567</c:v>
                </c:pt>
                <c:pt idx="515">
                  <c:v>2.5862033588</c:v>
                </c:pt>
                <c:pt idx="516">
                  <c:v>2.6701519883</c:v>
                </c:pt>
                <c:pt idx="517">
                  <c:v>2.7397607086</c:v>
                </c:pt>
                <c:pt idx="518">
                  <c:v>2.7962285733</c:v>
                </c:pt>
                <c:pt idx="519">
                  <c:v>2.8406717876</c:v>
                </c:pt>
                <c:pt idx="520">
                  <c:v>2.8519704689</c:v>
                </c:pt>
                <c:pt idx="521">
                  <c:v>2.8762773387</c:v>
                </c:pt>
                <c:pt idx="522">
                  <c:v>2.8914296799</c:v>
                </c:pt>
                <c:pt idx="523">
                  <c:v>2.89826262</c:v>
                </c:pt>
                <c:pt idx="524">
                  <c:v>2.8975516022</c:v>
                </c:pt>
                <c:pt idx="525">
                  <c:v>2.8900162201</c:v>
                </c:pt>
                <c:pt idx="526">
                  <c:v>2.8763238214</c:v>
                </c:pt>
                <c:pt idx="527">
                  <c:v>2.8570928919</c:v>
                </c:pt>
                <c:pt idx="528">
                  <c:v>2.8328962347</c:v>
                </c:pt>
                <c:pt idx="529">
                  <c:v>2.8042639545</c:v>
                </c:pt>
                <c:pt idx="530">
                  <c:v>2.7716862607</c:v>
                </c:pt>
                <c:pt idx="531">
                  <c:v>2.7356160972</c:v>
                </c:pt>
                <c:pt idx="532">
                  <c:v>2.6964716119</c:v>
                </c:pt>
                <c:pt idx="533">
                  <c:v>2.6546384729</c:v>
                </c:pt>
                <c:pt idx="534">
                  <c:v>2.6104720426</c:v>
                </c:pt>
                <c:pt idx="535">
                  <c:v>2.5642994159</c:v>
                </c:pt>
                <c:pt idx="536">
                  <c:v>2.5164213324</c:v>
                </c:pt>
                <c:pt idx="537">
                  <c:v>2.4671139691</c:v>
                </c:pt>
                <c:pt idx="538">
                  <c:v>2.4166306209</c:v>
                </c:pt>
                <c:pt idx="539">
                  <c:v>2.5231681363</c:v>
                </c:pt>
                <c:pt idx="540">
                  <c:v>2.4648075218</c:v>
                </c:pt>
                <c:pt idx="541">
                  <c:v>2.4061379393</c:v>
                </c:pt>
                <c:pt idx="542">
                  <c:v>2.3473283405</c:v>
                </c:pt>
                <c:pt idx="543">
                  <c:v>2.2885319325</c:v>
                </c:pt>
                <c:pt idx="544">
                  <c:v>2.2298873112</c:v>
                </c:pt>
                <c:pt idx="545">
                  <c:v>2.1715195227</c:v>
                </c:pt>
                <c:pt idx="546">
                  <c:v>2.2062942998</c:v>
                </c:pt>
                <c:pt idx="547">
                  <c:v>2.145164676</c:v>
                </c:pt>
                <c:pt idx="548">
                  <c:v>2.0847498828</c:v>
                </c:pt>
                <c:pt idx="549">
                  <c:v>2.0251255958</c:v>
                </c:pt>
                <c:pt idx="550">
                  <c:v>1.9663584089</c:v>
                </c:pt>
                <c:pt idx="551">
                  <c:v>1.90850654</c:v>
                </c:pt>
                <c:pt idx="552">
                  <c:v>1.8516204897</c:v>
                </c:pt>
                <c:pt idx="553">
                  <c:v>1.7957436557</c:v>
                </c:pt>
                <c:pt idx="554">
                  <c:v>1.7409129053</c:v>
                </c:pt>
                <c:pt idx="555">
                  <c:v>1.6871591091</c:v>
                </c:pt>
                <c:pt idx="556">
                  <c:v>1.6345076385</c:v>
                </c:pt>
                <c:pt idx="557">
                  <c:v>1.6661340339</c:v>
                </c:pt>
                <c:pt idx="558">
                  <c:v>1.5397834689</c:v>
                </c:pt>
                <c:pt idx="559">
                  <c:v>1.4217942686</c:v>
                </c:pt>
                <c:pt idx="560">
                  <c:v>1.3116513895</c:v>
                </c:pt>
                <c:pt idx="561">
                  <c:v>1.2088701377</c:v>
                </c:pt>
                <c:pt idx="562">
                  <c:v>1.1129944342</c:v>
                </c:pt>
                <c:pt idx="563">
                  <c:v>1.023595176</c:v>
                </c:pt>
                <c:pt idx="564">
                  <c:v>0.9402686903</c:v>
                </c:pt>
                <c:pt idx="565">
                  <c:v>0.8626352741</c:v>
                </c:pt>
                <c:pt idx="566">
                  <c:v>0.7903378167</c:v>
                </c:pt>
                <c:pt idx="567">
                  <c:v>0.723040499</c:v>
                </c:pt>
                <c:pt idx="568">
                  <c:v>0.660427566</c:v>
                </c:pt>
                <c:pt idx="569">
                  <c:v>0.6022021689</c:v>
                </c:pt>
                <c:pt idx="570">
                  <c:v>0.5480852714</c:v>
                </c:pt>
                <c:pt idx="571">
                  <c:v>0.497814619</c:v>
                </c:pt>
                <c:pt idx="572">
                  <c:v>0.4511437652</c:v>
                </c:pt>
                <c:pt idx="573">
                  <c:v>0.2252507877</c:v>
                </c:pt>
                <c:pt idx="574">
                  <c:v>0.0203185946</c:v>
                </c:pt>
                <c:pt idx="575">
                  <c:v>-0.1651600511</c:v>
                </c:pt>
                <c:pt idx="576">
                  <c:v>-0.3325952253</c:v>
                </c:pt>
                <c:pt idx="577">
                  <c:v>-0.4833057354</c:v>
                </c:pt>
                <c:pt idx="578">
                  <c:v>-0.6185246681</c:v>
                </c:pt>
                <c:pt idx="579">
                  <c:v>-0.7394046145</c:v>
                </c:pt>
                <c:pt idx="580">
                  <c:v>-0.8470225881</c:v>
                </c:pt>
                <c:pt idx="581">
                  <c:v>-0.9423846558</c:v>
                </c:pt>
                <c:pt idx="582">
                  <c:v>-1.0264302959</c:v>
                </c:pt>
                <c:pt idx="583">
                  <c:v>-1.1000365006</c:v>
                </c:pt>
                <c:pt idx="584">
                  <c:v>-1.1640216361</c:v>
                </c:pt>
                <c:pt idx="585">
                  <c:v>-1.219149075</c:v>
                </c:pt>
                <c:pt idx="586">
                  <c:v>-1.2661306143</c:v>
                </c:pt>
                <c:pt idx="587">
                  <c:v>-1.528636525</c:v>
                </c:pt>
                <c:pt idx="588">
                  <c:v>-1.8352213427</c:v>
                </c:pt>
                <c:pt idx="589">
                  <c:v>-2.1304240249</c:v>
                </c:pt>
                <c:pt idx="590">
                  <c:v>-2.3716000881</c:v>
                </c:pt>
                <c:pt idx="591">
                  <c:v>-2.5841842</c:v>
                </c:pt>
                <c:pt idx="592">
                  <c:v>-2.7703915983</c:v>
                </c:pt>
                <c:pt idx="593">
                  <c:v>-2.9322894522</c:v>
                </c:pt>
                <c:pt idx="594">
                  <c:v>-3.0718060354</c:v>
                </c:pt>
                <c:pt idx="595">
                  <c:v>-3.1907393576</c:v>
                </c:pt>
                <c:pt idx="596">
                  <c:v>-3.2907652839</c:v>
                </c:pt>
                <c:pt idx="597">
                  <c:v>-3.3734451725</c:v>
                </c:pt>
                <c:pt idx="598">
                  <c:v>-3.4402330571</c:v>
                </c:pt>
                <c:pt idx="599">
                  <c:v>-3.4924824023</c:v>
                </c:pt>
                <c:pt idx="600">
                  <c:v>-3.8566890851</c:v>
                </c:pt>
                <c:pt idx="601">
                  <c:v>-3.411629916</c:v>
                </c:pt>
                <c:pt idx="602">
                  <c:v>-3.0008089293</c:v>
                </c:pt>
                <c:pt idx="603">
                  <c:v>-2.6219450972</c:v>
                </c:pt>
                <c:pt idx="604">
                  <c:v>-2.2728984482</c:v>
                </c:pt>
                <c:pt idx="605">
                  <c:v>-1.9516617337</c:v>
                </c:pt>
                <c:pt idx="606">
                  <c:v>-1.6563525721</c:v>
                </c:pt>
                <c:pt idx="607">
                  <c:v>-1.385206044</c:v>
                </c:pt>
                <c:pt idx="608">
                  <c:v>-1.1365677113</c:v>
                </c:pt>
                <c:pt idx="609">
                  <c:v>-0.9088870396</c:v>
                </c:pt>
                <c:pt idx="610">
                  <c:v>-0.7007111979</c:v>
                </c:pt>
                <c:pt idx="611">
                  <c:v>-0.5106792168</c:v>
                </c:pt>
                <c:pt idx="612">
                  <c:v>-0.3375164839</c:v>
                </c:pt>
                <c:pt idx="613">
                  <c:v>-0.1800295576</c:v>
                </c:pt>
                <c:pt idx="614">
                  <c:v>-0.037101281</c:v>
                </c:pt>
                <c:pt idx="615">
                  <c:v>0.0923138197</c:v>
                </c:pt>
                <c:pt idx="616">
                  <c:v>0.2091938704</c:v>
                </c:pt>
                <c:pt idx="617">
                  <c:v>0.3144537317</c:v>
                </c:pt>
                <c:pt idx="618">
                  <c:v>0.4089488429</c:v>
                </c:pt>
                <c:pt idx="619">
                  <c:v>0.4934788423</c:v>
                </c:pt>
                <c:pt idx="620">
                  <c:v>0.5687909752</c:v>
                </c:pt>
                <c:pt idx="621">
                  <c:v>0.6355833025</c:v>
                </c:pt>
                <c:pt idx="622">
                  <c:v>0.6945077207</c:v>
                </c:pt>
                <c:pt idx="623">
                  <c:v>0.7461728045</c:v>
                </c:pt>
                <c:pt idx="624">
                  <c:v>0.7911464821</c:v>
                </c:pt>
                <c:pt idx="625">
                  <c:v>0.8299585518</c:v>
                </c:pt>
                <c:pt idx="626">
                  <c:v>0.8631030511</c:v>
                </c:pt>
                <c:pt idx="627">
                  <c:v>0.891040484</c:v>
                </c:pt>
                <c:pt idx="628">
                  <c:v>0.9141999174</c:v>
                </c:pt>
                <c:pt idx="629">
                  <c:v>0.9329809517</c:v>
                </c:pt>
                <c:pt idx="630">
                  <c:v>0.9477555747</c:v>
                </c:pt>
                <c:pt idx="631">
                  <c:v>0.9588699044</c:v>
                </c:pt>
                <c:pt idx="632">
                  <c:v>0.9666458275</c:v>
                </c:pt>
                <c:pt idx="633">
                  <c:v>0.9713825398</c:v>
                </c:pt>
                <c:pt idx="634">
                  <c:v>0.9733579939</c:v>
                </c:pt>
                <c:pt idx="635">
                  <c:v>0.9728302595</c:v>
                </c:pt>
                <c:pt idx="636">
                  <c:v>0.9700388018</c:v>
                </c:pt>
                <c:pt idx="637">
                  <c:v>0.9652056821</c:v>
                </c:pt>
                <c:pt idx="638">
                  <c:v>0.9585366863</c:v>
                </c:pt>
                <c:pt idx="639">
                  <c:v>0.9502223836</c:v>
                </c:pt>
                <c:pt idx="640">
                  <c:v>0.9404391219</c:v>
                </c:pt>
                <c:pt idx="641">
                  <c:v>0.9293499612</c:v>
                </c:pt>
                <c:pt idx="642">
                  <c:v>0.9171055507</c:v>
                </c:pt>
                <c:pt idx="643">
                  <c:v>0.903844951</c:v>
                </c:pt>
                <c:pt idx="644">
                  <c:v>0.9303240248</c:v>
                </c:pt>
                <c:pt idx="645">
                  <c:v>0.9520704417</c:v>
                </c:pt>
                <c:pt idx="646">
                  <c:v>0.9694828481</c:v>
                </c:pt>
                <c:pt idx="647">
                  <c:v>0.982932263</c:v>
                </c:pt>
                <c:pt idx="648">
                  <c:v>0.9927638247</c:v>
                </c:pt>
                <c:pt idx="649">
                  <c:v>0.9992984323</c:v>
                </c:pt>
                <c:pt idx="650">
                  <c:v>1.0028342894</c:v>
                </c:pt>
                <c:pt idx="651">
                  <c:v>1.0036483547</c:v>
                </c:pt>
                <c:pt idx="652">
                  <c:v>1.0019977045</c:v>
                </c:pt>
                <c:pt idx="653">
                  <c:v>0.9981208137</c:v>
                </c:pt>
                <c:pt idx="654">
                  <c:v>0.9922387586</c:v>
                </c:pt>
                <c:pt idx="655">
                  <c:v>0.9845563467</c:v>
                </c:pt>
                <c:pt idx="656">
                  <c:v>0.9752631777</c:v>
                </c:pt>
                <c:pt idx="657">
                  <c:v>1.0160279165</c:v>
                </c:pt>
                <c:pt idx="658">
                  <c:v>1.0020045843</c:v>
                </c:pt>
                <c:pt idx="659">
                  <c:v>0.9869324114</c:v>
                </c:pt>
                <c:pt idx="660">
                  <c:v>0.9709470586</c:v>
                </c:pt>
                <c:pt idx="661">
                  <c:v>0.9541734487</c:v>
                </c:pt>
                <c:pt idx="662">
                  <c:v>0.9367264913</c:v>
                </c:pt>
                <c:pt idx="663">
                  <c:v>0.9187117628</c:v>
                </c:pt>
                <c:pt idx="664">
                  <c:v>0.9002261431</c:v>
                </c:pt>
                <c:pt idx="665">
                  <c:v>0.8813584126</c:v>
                </c:pt>
                <c:pt idx="666">
                  <c:v>0.8621898122</c:v>
                </c:pt>
                <c:pt idx="667">
                  <c:v>0.8427945674</c:v>
                </c:pt>
                <c:pt idx="668">
                  <c:v>0.8232403791</c:v>
                </c:pt>
                <c:pt idx="669">
                  <c:v>0.8035888837</c:v>
                </c:pt>
                <c:pt idx="670">
                  <c:v>0.7838960838</c:v>
                </c:pt>
                <c:pt idx="671">
                  <c:v>0.7642127506</c:v>
                </c:pt>
                <c:pt idx="672">
                  <c:v>0.8739210243</c:v>
                </c:pt>
                <c:pt idx="673">
                  <c:v>0.8493123573</c:v>
                </c:pt>
                <c:pt idx="674">
                  <c:v>0.8250253665</c:v>
                </c:pt>
                <c:pt idx="675">
                  <c:v>0.8010872086</c:v>
                </c:pt>
                <c:pt idx="676">
                  <c:v>0.7775216265</c:v>
                </c:pt>
                <c:pt idx="677">
                  <c:v>0.7543492171</c:v>
                </c:pt>
                <c:pt idx="678">
                  <c:v>0.7315876823</c:v>
                </c:pt>
                <c:pt idx="679">
                  <c:v>0.7405342713</c:v>
                </c:pt>
                <c:pt idx="680">
                  <c:v>0.7468680679</c:v>
                </c:pt>
                <c:pt idx="681">
                  <c:v>0.7508226468</c:v>
                </c:pt>
                <c:pt idx="682">
                  <c:v>0.7526150142</c:v>
                </c:pt>
                <c:pt idx="683">
                  <c:v>0.7524466686</c:v>
                </c:pt>
                <c:pt idx="684">
                  <c:v>0.7505045968</c:v>
                </c:pt>
                <c:pt idx="685">
                  <c:v>0.7469622106</c:v>
                </c:pt>
                <c:pt idx="686">
                  <c:v>0.8999450865</c:v>
                </c:pt>
                <c:pt idx="687">
                  <c:v>0.9389641969</c:v>
                </c:pt>
                <c:pt idx="688">
                  <c:v>0.923544656</c:v>
                </c:pt>
                <c:pt idx="689">
                  <c:v>0.9073957637</c:v>
                </c:pt>
                <c:pt idx="690">
                  <c:v>0.8906253383</c:v>
                </c:pt>
                <c:pt idx="691">
                  <c:v>0.873332416</c:v>
                </c:pt>
                <c:pt idx="692">
                  <c:v>0.8556078514</c:v>
                </c:pt>
                <c:pt idx="693">
                  <c:v>0.8375348798</c:v>
                </c:pt>
                <c:pt idx="694">
                  <c:v>0.8191896443</c:v>
                </c:pt>
                <c:pt idx="695">
                  <c:v>0.8006416896</c:v>
                </c:pt>
                <c:pt idx="696">
                  <c:v>0.7819544247</c:v>
                </c:pt>
                <c:pt idx="697">
                  <c:v>0.7631855555</c:v>
                </c:pt>
                <c:pt idx="698">
                  <c:v>0.7443874909</c:v>
                </c:pt>
                <c:pt idx="699">
                  <c:v>0.7256077216</c:v>
                </c:pt>
                <c:pt idx="700">
                  <c:v>0.3816525451</c:v>
                </c:pt>
                <c:pt idx="701">
                  <c:v>0.8349548465</c:v>
                </c:pt>
                <c:pt idx="702">
                  <c:v>1.2431337328</c:v>
                </c:pt>
                <c:pt idx="703">
                  <c:v>1.609512383</c:v>
                </c:pt>
                <c:pt idx="704">
                  <c:v>1.9371971585</c:v>
                </c:pt>
                <c:pt idx="705">
                  <c:v>2.2290908476</c:v>
                </c:pt>
                <c:pt idx="706">
                  <c:v>2.4879051331</c:v>
                </c:pt>
                <c:pt idx="707">
                  <c:v>2.7161723288</c:v>
                </c:pt>
                <c:pt idx="708">
                  <c:v>2.9162564254</c:v>
                </c:pt>
                <c:pt idx="709">
                  <c:v>3.1216456946</c:v>
                </c:pt>
                <c:pt idx="710">
                  <c:v>3.3000645409</c:v>
                </c:pt>
                <c:pt idx="711">
                  <c:v>3.4536551578</c:v>
                </c:pt>
                <c:pt idx="712">
                  <c:v>3.5844149378</c:v>
                </c:pt>
                <c:pt idx="713">
                  <c:v>3.6942055012</c:v>
                </c:pt>
                <c:pt idx="714">
                  <c:v>3.7847611882</c:v>
                </c:pt>
                <c:pt idx="715">
                  <c:v>3.8576970465</c:v>
                </c:pt>
                <c:pt idx="716">
                  <c:v>3.9145163415</c:v>
                </c:pt>
                <c:pt idx="717">
                  <c:v>3.9566176183</c:v>
                </c:pt>
                <c:pt idx="718">
                  <c:v>3.9853013407</c:v>
                </c:pt>
                <c:pt idx="719">
                  <c:v>4.0017761317</c:v>
                </c:pt>
                <c:pt idx="720">
                  <c:v>4.0071646383</c:v>
                </c:pt>
                <c:pt idx="721">
                  <c:v>4.0025090429</c:v>
                </c:pt>
                <c:pt idx="722">
                  <c:v>3.9887762419</c:v>
                </c:pt>
                <c:pt idx="723">
                  <c:v>3.9668627101</c:v>
                </c:pt>
                <c:pt idx="724">
                  <c:v>3.9375990698</c:v>
                </c:pt>
                <c:pt idx="725">
                  <c:v>3.9017543818</c:v>
                </c:pt>
                <c:pt idx="726">
                  <c:v>3.8600401747</c:v>
                </c:pt>
                <c:pt idx="727">
                  <c:v>3.8131142272</c:v>
                </c:pt>
                <c:pt idx="728">
                  <c:v>3.7615841186</c:v>
                </c:pt>
                <c:pt idx="729">
                  <c:v>3.7060105607</c:v>
                </c:pt>
                <c:pt idx="730">
                  <c:v>3.6469105241</c:v>
                </c:pt>
                <c:pt idx="731">
                  <c:v>3.5847601711</c:v>
                </c:pt>
                <c:pt idx="732">
                  <c:v>3.5199976067</c:v>
                </c:pt>
                <c:pt idx="733">
                  <c:v>3.4530254578</c:v>
                </c:pt>
                <c:pt idx="734">
                  <c:v>3.384213292</c:v>
                </c:pt>
                <c:pt idx="735">
                  <c:v>3.3138998847</c:v>
                </c:pt>
                <c:pt idx="736">
                  <c:v>3.2423953431</c:v>
                </c:pt>
                <c:pt idx="737">
                  <c:v>3.1699830972</c:v>
                </c:pt>
                <c:pt idx="738">
                  <c:v>3.0969217639</c:v>
                </c:pt>
                <c:pt idx="739">
                  <c:v>3.0234468935</c:v>
                </c:pt>
                <c:pt idx="740">
                  <c:v>2.8323782732</c:v>
                </c:pt>
                <c:pt idx="741">
                  <c:v>2.6527552289</c:v>
                </c:pt>
                <c:pt idx="742">
                  <c:v>2.3529714553</c:v>
                </c:pt>
                <c:pt idx="743">
                  <c:v>2.0473409712</c:v>
                </c:pt>
                <c:pt idx="744">
                  <c:v>1.7930262583</c:v>
                </c:pt>
                <c:pt idx="745">
                  <c:v>1.3356411184</c:v>
                </c:pt>
                <c:pt idx="746">
                  <c:v>0.9186050147</c:v>
                </c:pt>
                <c:pt idx="747">
                  <c:v>0.5390701779</c:v>
                </c:pt>
                <c:pt idx="748">
                  <c:v>0.1943706406</c:v>
                </c:pt>
                <c:pt idx="749">
                  <c:v>-0.1179887228</c:v>
                </c:pt>
                <c:pt idx="750">
                  <c:v>-0.4003425183</c:v>
                </c:pt>
                <c:pt idx="751">
                  <c:v>-0.6548745553</c:v>
                </c:pt>
                <c:pt idx="752">
                  <c:v>-0.8836270022</c:v>
                </c:pt>
                <c:pt idx="753">
                  <c:v>-1.0885090077</c:v>
                </c:pt>
                <c:pt idx="754">
                  <c:v>-1.2713048188</c:v>
                </c:pt>
                <c:pt idx="755">
                  <c:v>-1.4336814222</c:v>
                </c:pt>
                <c:pt idx="756">
                  <c:v>-1.5771957386</c:v>
                </c:pt>
                <c:pt idx="757">
                  <c:v>-1.8342457537</c:v>
                </c:pt>
                <c:pt idx="758">
                  <c:v>-2.0624713455</c:v>
                </c:pt>
                <c:pt idx="759">
                  <c:v>-2.2640726702</c:v>
                </c:pt>
                <c:pt idx="760">
                  <c:v>-2.4411038392</c:v>
                </c:pt>
                <c:pt idx="761">
                  <c:v>-2.5954819311</c:v>
                </c:pt>
                <c:pt idx="762">
                  <c:v>-2.7289954722</c:v>
                </c:pt>
                <c:pt idx="763">
                  <c:v>-2.8433124159</c:v>
                </c:pt>
                <c:pt idx="764">
                  <c:v>-2.9399876491</c:v>
                </c:pt>
                <c:pt idx="765">
                  <c:v>-3.020470054</c:v>
                </c:pt>
                <c:pt idx="766">
                  <c:v>-3.0861091489</c:v>
                </c:pt>
                <c:pt idx="767">
                  <c:v>-3.3855206949</c:v>
                </c:pt>
                <c:pt idx="768">
                  <c:v>-3.6483867704</c:v>
                </c:pt>
                <c:pt idx="769">
                  <c:v>-3.8775598916</c:v>
                </c:pt>
                <c:pt idx="770">
                  <c:v>-4.0757012631</c:v>
                </c:pt>
                <c:pt idx="771">
                  <c:v>-4.2452926532</c:v>
                </c:pt>
                <c:pt idx="772">
                  <c:v>-4.3886475671</c:v>
                </c:pt>
                <c:pt idx="773">
                  <c:v>-4.507921756</c:v>
                </c:pt>
                <c:pt idx="774">
                  <c:v>-4.6051231021</c:v>
                </c:pt>
                <c:pt idx="775">
                  <c:v>-4.6821209139</c:v>
                </c:pt>
                <c:pt idx="776">
                  <c:v>-4.7406546673</c:v>
                </c:pt>
                <c:pt idx="777">
                  <c:v>-4.7823422232</c:v>
                </c:pt>
                <c:pt idx="778">
                  <c:v>-4.7995638113</c:v>
                </c:pt>
                <c:pt idx="779">
                  <c:v>-4.7828634459</c:v>
                </c:pt>
                <c:pt idx="780">
                  <c:v>-4.7563759595</c:v>
                </c:pt>
                <c:pt idx="781">
                  <c:v>-4.7210957222</c:v>
                </c:pt>
                <c:pt idx="782">
                  <c:v>-4.6779433912</c:v>
                </c:pt>
                <c:pt idx="783">
                  <c:v>-4.6277707362</c:v>
                </c:pt>
                <c:pt idx="784">
                  <c:v>-4.5713651684</c:v>
                </c:pt>
                <c:pt idx="785">
                  <c:v>-4.5094539924</c:v>
                </c:pt>
                <c:pt idx="786">
                  <c:v>-4.6657152312</c:v>
                </c:pt>
                <c:pt idx="787">
                  <c:v>-4.7960085213</c:v>
                </c:pt>
                <c:pt idx="788">
                  <c:v>-4.9024951281</c:v>
                </c:pt>
                <c:pt idx="789">
                  <c:v>-4.9871872714</c:v>
                </c:pt>
                <c:pt idx="790">
                  <c:v>-5.0519575224</c:v>
                </c:pt>
                <c:pt idx="791">
                  <c:v>-5.0985476394</c:v>
                </c:pt>
                <c:pt idx="792">
                  <c:v>-5.2459712042</c:v>
                </c:pt>
                <c:pt idx="793">
                  <c:v>-5.3668876573</c:v>
                </c:pt>
                <c:pt idx="794">
                  <c:v>-5.4635318756</c:v>
                </c:pt>
                <c:pt idx="795">
                  <c:v>-5.5379837929</c:v>
                </c:pt>
                <c:pt idx="796">
                  <c:v>-5.5921781968</c:v>
                </c:pt>
                <c:pt idx="797">
                  <c:v>-5.6279139393</c:v>
                </c:pt>
                <c:pt idx="798">
                  <c:v>-5.6468625945</c:v>
                </c:pt>
                <c:pt idx="799">
                  <c:v>-5.6505765942</c:v>
                </c:pt>
                <c:pt idx="800">
                  <c:v>-5.9657335042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Total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marker"/>
        <c:ser>
          <c:idx val="0"/>
          <c:order val="0"/>
          <c:tx>
            <c:v>Neuron 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Data'!$A$2:$A$9</c:f>
              <c:numCache>
                <c:formatCode>General</c:formatCode>
                <c:ptCount val="8"/>
                <c:pt idx="0">
                  <c:v>0.4874540119</c:v>
                </c:pt>
                <c:pt idx="1">
                  <c:v>0.5874540119</c:v>
                </c:pt>
                <c:pt idx="2">
                  <c:v>0.6874540119</c:v>
                </c:pt>
                <c:pt idx="3">
                  <c:v>0.7874540119</c:v>
                </c:pt>
                <c:pt idx="4">
                  <c:v>0.8874540119</c:v>
                </c:pt>
                <c:pt idx="5">
                  <c:v>0.9874540119</c:v>
                </c:pt>
                <c:pt idx="6">
                  <c:v>1.0874540119</c:v>
                </c:pt>
                <c:pt idx="7">
                  <c:v>1.1874540119</c:v>
                </c:pt>
              </c:numCache>
            </c:numRef>
          </c:xVal>
          <c:yVal>
            <c:numRef>
              <c:f>'Chart Data'!$B$2:$B$9</c:f>
              <c:numCache>
                <c:formatCode>0</c:formatCode>
                <c:ptCount val="8"/>
                <c:pt idx="0">
                  <c:v>0</c:v>
                </c:pt>
                <c:pt idx="1">
                  <c:v>0</c:v>
                </c:pt>
                <c:pt idx="2">
                  <c:v>0</c:v>
                </c:pt>
                <c:pt idx="3">
                  <c:v>0</c:v>
                </c:pt>
                <c:pt idx="4">
                  <c:v>0</c:v>
                </c:pt>
                <c:pt idx="5">
                  <c:v>0</c:v>
                </c:pt>
                <c:pt idx="6">
                  <c:v>0</c:v>
                </c:pt>
                <c:pt idx="7">
                  <c:v>0</c:v>
                </c:pt>
              </c:numCache>
            </c:numRef>
          </c:yVal>
        </c:ser>
        <c:ser>
          <c:idx val="1"/>
          <c:order val="1"/>
          <c:tx>
            <c:v>Neuron 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Data'!$C$2:$C$9</c:f>
              <c:numCache>
                <c:formatCode>General</c:formatCode>
                <c:ptCount val="8"/>
                <c:pt idx="0">
                  <c:v>0.4450714306</c:v>
                </c:pt>
                <c:pt idx="1">
                  <c:v>0.5450714306</c:v>
                </c:pt>
                <c:pt idx="2">
                  <c:v>0.6450714306</c:v>
                </c:pt>
                <c:pt idx="3">
                  <c:v>0.7450714306</c:v>
                </c:pt>
                <c:pt idx="4">
                  <c:v>0.8450714306</c:v>
                </c:pt>
                <c:pt idx="5">
                  <c:v>0.9450714306</c:v>
                </c:pt>
                <c:pt idx="6">
                  <c:v>1.0450714306</c:v>
                </c:pt>
                <c:pt idx="7">
                  <c:v>1.1450714306</c:v>
                </c:pt>
              </c:numCache>
            </c:numRef>
          </c:xVal>
          <c:yVal>
            <c:numRef>
              <c:f>'Chart Data'!$D$2:$D$9</c:f>
              <c:numCache>
                <c:formatCode>0</c:formatCode>
                <c:ptCount val="8"/>
                <c:pt idx="0">
                  <c:v>1</c:v>
                </c:pt>
                <c:pt idx="1">
                  <c:v>1</c:v>
                </c:pt>
                <c:pt idx="2">
                  <c:v>1</c:v>
                </c:pt>
                <c:pt idx="3">
                  <c:v>1</c:v>
                </c:pt>
                <c:pt idx="4">
                  <c:v>1</c:v>
                </c:pt>
                <c:pt idx="5">
                  <c:v>1</c:v>
                </c:pt>
                <c:pt idx="6">
                  <c:v>1</c:v>
                </c:pt>
                <c:pt idx="7">
                  <c:v>1</c:v>
                </c:pt>
              </c:numCache>
            </c:numRef>
          </c:yVal>
        </c:ser>
        <c:ser>
          <c:idx val="2"/>
          <c:order val="2"/>
          <c:tx>
            <c:v>Neuron 2</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Data'!$E$2:$E$9</c:f>
              <c:numCache>
                <c:formatCode>General</c:formatCode>
                <c:ptCount val="8"/>
                <c:pt idx="0">
                  <c:v>0.4231993942</c:v>
                </c:pt>
                <c:pt idx="1">
                  <c:v>0.5231993942</c:v>
                </c:pt>
                <c:pt idx="2">
                  <c:v>0.6231993942</c:v>
                </c:pt>
                <c:pt idx="3">
                  <c:v>0.7231993942</c:v>
                </c:pt>
                <c:pt idx="4">
                  <c:v>0.8231993942</c:v>
                </c:pt>
                <c:pt idx="5">
                  <c:v>0.9231993942</c:v>
                </c:pt>
                <c:pt idx="6">
                  <c:v>1.0231993942</c:v>
                </c:pt>
                <c:pt idx="7">
                  <c:v>1.1231993942</c:v>
                </c:pt>
              </c:numCache>
            </c:numRef>
          </c:xVal>
          <c:yVal>
            <c:numRef>
              <c:f>'Chart Data'!$F$2:$F$9</c:f>
              <c:numCache>
                <c:formatCode>0</c:formatCode>
                <c:ptCount val="8"/>
                <c:pt idx="0">
                  <c:v>2</c:v>
                </c:pt>
                <c:pt idx="1">
                  <c:v>2</c:v>
                </c:pt>
                <c:pt idx="2">
                  <c:v>2</c:v>
                </c:pt>
                <c:pt idx="3">
                  <c:v>2</c:v>
                </c:pt>
                <c:pt idx="4">
                  <c:v>2</c:v>
                </c:pt>
                <c:pt idx="5">
                  <c:v>2</c:v>
                </c:pt>
                <c:pt idx="6">
                  <c:v>2</c:v>
                </c:pt>
                <c:pt idx="7">
                  <c:v>2</c:v>
                </c:pt>
              </c:numCache>
            </c:numRef>
          </c:yVal>
        </c:ser>
        <c:ser>
          <c:idx val="3"/>
          <c:order val="3"/>
          <c:tx>
            <c:v>Neuron 3</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Data'!$G$2:$G$9</c:f>
              <c:numCache>
                <c:formatCode>General</c:formatCode>
                <c:ptCount val="8"/>
                <c:pt idx="0">
                  <c:v>0.4098658484</c:v>
                </c:pt>
                <c:pt idx="1">
                  <c:v>0.5098658484</c:v>
                </c:pt>
                <c:pt idx="2">
                  <c:v>0.6098658484</c:v>
                </c:pt>
                <c:pt idx="3">
                  <c:v>0.7098658484</c:v>
                </c:pt>
                <c:pt idx="4">
                  <c:v>0.8098658484</c:v>
                </c:pt>
                <c:pt idx="5">
                  <c:v>0.9098658484</c:v>
                </c:pt>
                <c:pt idx="6">
                  <c:v>1.0098658484</c:v>
                </c:pt>
                <c:pt idx="7">
                  <c:v>1.1098658484</c:v>
                </c:pt>
              </c:numCache>
            </c:numRef>
          </c:xVal>
          <c:yVal>
            <c:numRef>
              <c:f>'Chart Data'!$H$2:$H$9</c:f>
              <c:numCache>
                <c:formatCode>0</c:formatCode>
                <c:ptCount val="8"/>
                <c:pt idx="0">
                  <c:v>3</c:v>
                </c:pt>
                <c:pt idx="1">
                  <c:v>3</c:v>
                </c:pt>
                <c:pt idx="2">
                  <c:v>3</c:v>
                </c:pt>
                <c:pt idx="3">
                  <c:v>3</c:v>
                </c:pt>
                <c:pt idx="4">
                  <c:v>3</c:v>
                </c:pt>
                <c:pt idx="5">
                  <c:v>3</c:v>
                </c:pt>
                <c:pt idx="6">
                  <c:v>3</c:v>
                </c:pt>
                <c:pt idx="7">
                  <c:v>3</c:v>
                </c:pt>
              </c:numCache>
            </c:numRef>
          </c:yVal>
        </c:ser>
        <c:ser>
          <c:idx val="4"/>
          <c:order val="4"/>
          <c:tx>
            <c:v>Neuron 4</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Data'!$I$2:$I$9</c:f>
              <c:numCache>
                <c:formatCode>General</c:formatCode>
                <c:ptCount val="8"/>
                <c:pt idx="0">
                  <c:v>0.465601864</c:v>
                </c:pt>
                <c:pt idx="1">
                  <c:v>0.565601864</c:v>
                </c:pt>
                <c:pt idx="2">
                  <c:v>0.665601864</c:v>
                </c:pt>
                <c:pt idx="3">
                  <c:v>0.765601864</c:v>
                </c:pt>
                <c:pt idx="4">
                  <c:v>0.865601864</c:v>
                </c:pt>
                <c:pt idx="5">
                  <c:v>0.965601864</c:v>
                </c:pt>
                <c:pt idx="6">
                  <c:v>1.065601864</c:v>
                </c:pt>
                <c:pt idx="7">
                  <c:v>1.165601864</c:v>
                </c:pt>
              </c:numCache>
            </c:numRef>
          </c:xVal>
          <c:yVal>
            <c:numRef>
              <c:f>'Chart Data'!$J$2:$J$9</c:f>
              <c:numCache>
                <c:formatCode>0</c:formatCode>
                <c:ptCount val="8"/>
                <c:pt idx="0">
                  <c:v>4</c:v>
                </c:pt>
                <c:pt idx="1">
                  <c:v>4</c:v>
                </c:pt>
                <c:pt idx="2">
                  <c:v>4</c:v>
                </c:pt>
                <c:pt idx="3">
                  <c:v>4</c:v>
                </c:pt>
                <c:pt idx="4">
                  <c:v>4</c:v>
                </c:pt>
                <c:pt idx="5">
                  <c:v>4</c:v>
                </c:pt>
                <c:pt idx="6">
                  <c:v>4</c:v>
                </c:pt>
                <c:pt idx="7">
                  <c:v>4</c:v>
                </c:pt>
              </c:numCache>
            </c:numRef>
          </c:yVal>
        </c:ser>
        <c:ser>
          <c:idx val="5"/>
          <c:order val="5"/>
          <c:tx>
            <c:v>Neuron 5</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Data'!$K$2:$K$9</c:f>
              <c:numCache>
                <c:formatCode>General</c:formatCode>
                <c:ptCount val="8"/>
                <c:pt idx="0">
                  <c:v>0.465599452</c:v>
                </c:pt>
                <c:pt idx="1">
                  <c:v>0.565599452</c:v>
                </c:pt>
                <c:pt idx="2">
                  <c:v>0.665599452</c:v>
                </c:pt>
                <c:pt idx="3">
                  <c:v>0.765599452</c:v>
                </c:pt>
                <c:pt idx="4">
                  <c:v>0.865599452</c:v>
                </c:pt>
                <c:pt idx="5">
                  <c:v>0.965599452</c:v>
                </c:pt>
                <c:pt idx="6">
                  <c:v>1.065599452</c:v>
                </c:pt>
                <c:pt idx="7">
                  <c:v>1.165599452</c:v>
                </c:pt>
              </c:numCache>
            </c:numRef>
          </c:xVal>
          <c:yVal>
            <c:numRef>
              <c:f>'Chart Data'!$L$2:$L$9</c:f>
              <c:numCache>
                <c:formatCode>0</c:formatCode>
                <c:ptCount val="8"/>
                <c:pt idx="0">
                  <c:v>5</c:v>
                </c:pt>
                <c:pt idx="1">
                  <c:v>5</c:v>
                </c:pt>
                <c:pt idx="2">
                  <c:v>5</c:v>
                </c:pt>
                <c:pt idx="3">
                  <c:v>5</c:v>
                </c:pt>
                <c:pt idx="4">
                  <c:v>5</c:v>
                </c:pt>
                <c:pt idx="5">
                  <c:v>5</c:v>
                </c:pt>
                <c:pt idx="6">
                  <c:v>5</c:v>
                </c:pt>
                <c:pt idx="7">
                  <c:v>5</c:v>
                </c:pt>
              </c:numCache>
            </c:numRef>
          </c:yVal>
        </c:ser>
        <c:ser>
          <c:idx val="6"/>
          <c:order val="6"/>
          <c:tx>
            <c:v>Neuron 6</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Data'!$M$2:$M$9</c:f>
              <c:numCache>
                <c:formatCode>General</c:formatCode>
                <c:ptCount val="8"/>
                <c:pt idx="0">
                  <c:v>0.4558083612</c:v>
                </c:pt>
                <c:pt idx="1">
                  <c:v>0.5558083612</c:v>
                </c:pt>
                <c:pt idx="2">
                  <c:v>0.6558083612</c:v>
                </c:pt>
                <c:pt idx="3">
                  <c:v>0.7558083612</c:v>
                </c:pt>
                <c:pt idx="4">
                  <c:v>0.8558083612</c:v>
                </c:pt>
                <c:pt idx="5">
                  <c:v>0.9558083612</c:v>
                </c:pt>
                <c:pt idx="6">
                  <c:v>1.0558083612</c:v>
                </c:pt>
                <c:pt idx="7">
                  <c:v>1.1558083612</c:v>
                </c:pt>
              </c:numCache>
            </c:numRef>
          </c:xVal>
          <c:yVal>
            <c:numRef>
              <c:f>'Chart Data'!$N$2:$N$9</c:f>
              <c:numCache>
                <c:formatCode>0</c:formatCode>
                <c:ptCount val="8"/>
                <c:pt idx="0">
                  <c:v>6</c:v>
                </c:pt>
                <c:pt idx="1">
                  <c:v>6</c:v>
                </c:pt>
                <c:pt idx="2">
                  <c:v>6</c:v>
                </c:pt>
                <c:pt idx="3">
                  <c:v>6</c:v>
                </c:pt>
                <c:pt idx="4">
                  <c:v>6</c:v>
                </c:pt>
                <c:pt idx="5">
                  <c:v>6</c:v>
                </c:pt>
                <c:pt idx="6">
                  <c:v>6</c:v>
                </c:pt>
                <c:pt idx="7">
                  <c:v>6</c:v>
                </c:pt>
              </c:numCache>
            </c:numRef>
          </c:yVal>
        </c:ser>
        <c:ser>
          <c:idx val="7"/>
          <c:order val="7"/>
          <c:tx>
            <c:v>Neuron 7</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Data'!$O$2:$O$9</c:f>
              <c:numCache>
                <c:formatCode>General</c:formatCode>
                <c:ptCount val="8"/>
                <c:pt idx="0">
                  <c:v>0.4366176146</c:v>
                </c:pt>
                <c:pt idx="1">
                  <c:v>0.5366176146</c:v>
                </c:pt>
                <c:pt idx="2">
                  <c:v>0.6366176146</c:v>
                </c:pt>
                <c:pt idx="3">
                  <c:v>0.7366176146</c:v>
                </c:pt>
                <c:pt idx="4">
                  <c:v>0.8366176146</c:v>
                </c:pt>
                <c:pt idx="5">
                  <c:v>0.9366176146</c:v>
                </c:pt>
                <c:pt idx="6">
                  <c:v>1.0366176146</c:v>
                </c:pt>
                <c:pt idx="7">
                  <c:v>1.1366176146</c:v>
                </c:pt>
              </c:numCache>
            </c:numRef>
          </c:xVal>
          <c:yVal>
            <c:numRef>
              <c:f>'Chart Data'!$P$2:$P$9</c:f>
              <c:numCache>
                <c:formatCode>0</c:formatCode>
                <c:ptCount val="8"/>
                <c:pt idx="0">
                  <c:v>7</c:v>
                </c:pt>
                <c:pt idx="1">
                  <c:v>7</c:v>
                </c:pt>
                <c:pt idx="2">
                  <c:v>7</c:v>
                </c:pt>
                <c:pt idx="3">
                  <c:v>7</c:v>
                </c:pt>
                <c:pt idx="4">
                  <c:v>7</c:v>
                </c:pt>
                <c:pt idx="5">
                  <c:v>7</c:v>
                </c:pt>
                <c:pt idx="6">
                  <c:v>7</c:v>
                </c:pt>
                <c:pt idx="7">
                  <c:v>7</c:v>
                </c:pt>
              </c:numCache>
            </c:numRef>
          </c:yVal>
        </c:ser>
        <c:ser>
          <c:idx val="8"/>
          <c:order val="8"/>
          <c:tx>
            <c:v>Neuron 8</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Data'!$Q$2:$Q$9</c:f>
              <c:numCache>
                <c:formatCode>General</c:formatCode>
                <c:ptCount val="8"/>
                <c:pt idx="0">
                  <c:v>0.4101115012</c:v>
                </c:pt>
                <c:pt idx="1">
                  <c:v>0.5101115012</c:v>
                </c:pt>
                <c:pt idx="2">
                  <c:v>0.6101115012</c:v>
                </c:pt>
                <c:pt idx="3">
                  <c:v>0.7101115012</c:v>
                </c:pt>
                <c:pt idx="4">
                  <c:v>0.8101115012</c:v>
                </c:pt>
                <c:pt idx="5">
                  <c:v>0.9101115012</c:v>
                </c:pt>
                <c:pt idx="6">
                  <c:v>1.0101115012</c:v>
                </c:pt>
                <c:pt idx="7">
                  <c:v>1.1101115012</c:v>
                </c:pt>
              </c:numCache>
            </c:numRef>
          </c:xVal>
          <c:yVal>
            <c:numRef>
              <c:f>'Chart Data'!$R$2:$R$9</c:f>
              <c:numCache>
                <c:formatCode>0</c:formatCode>
                <c:ptCount val="8"/>
                <c:pt idx="0">
                  <c:v>8</c:v>
                </c:pt>
                <c:pt idx="1">
                  <c:v>8</c:v>
                </c:pt>
                <c:pt idx="2">
                  <c:v>8</c:v>
                </c:pt>
                <c:pt idx="3">
                  <c:v>8</c:v>
                </c:pt>
                <c:pt idx="4">
                  <c:v>8</c:v>
                </c:pt>
                <c:pt idx="5">
                  <c:v>8</c:v>
                </c:pt>
                <c:pt idx="6">
                  <c:v>8</c:v>
                </c:pt>
                <c:pt idx="7">
                  <c:v>8</c:v>
                </c:pt>
              </c:numCache>
            </c:numRef>
          </c:yVal>
        </c:ser>
        <c:ser>
          <c:idx val="9"/>
          <c:order val="9"/>
          <c:tx>
            <c:v>Neuron 9</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Data'!$S$2:$S$9</c:f>
              <c:numCache>
                <c:formatCode>General</c:formatCode>
                <c:ptCount val="8"/>
                <c:pt idx="0">
                  <c:v>0.4208072578</c:v>
                </c:pt>
                <c:pt idx="1">
                  <c:v>0.5208072578</c:v>
                </c:pt>
                <c:pt idx="2">
                  <c:v>0.6208072578</c:v>
                </c:pt>
                <c:pt idx="3">
                  <c:v>0.7208072578</c:v>
                </c:pt>
                <c:pt idx="4">
                  <c:v>0.8208072578</c:v>
                </c:pt>
                <c:pt idx="5">
                  <c:v>0.9208072578</c:v>
                </c:pt>
                <c:pt idx="6">
                  <c:v>1.0208072578</c:v>
                </c:pt>
                <c:pt idx="7">
                  <c:v>1.1208072578</c:v>
                </c:pt>
              </c:numCache>
            </c:numRef>
          </c:xVal>
          <c:yVal>
            <c:numRef>
              <c:f>'Chart Data'!$T$2:$T$9</c:f>
              <c:numCache>
                <c:formatCode>0</c:formatCode>
                <c:ptCount val="8"/>
                <c:pt idx="0">
                  <c:v>9</c:v>
                </c:pt>
                <c:pt idx="1">
                  <c:v>9</c:v>
                </c:pt>
                <c:pt idx="2">
                  <c:v>9</c:v>
                </c:pt>
                <c:pt idx="3">
                  <c:v>9</c:v>
                </c:pt>
                <c:pt idx="4">
                  <c:v>9</c:v>
                </c:pt>
                <c:pt idx="5">
                  <c:v>9</c:v>
                </c:pt>
                <c:pt idx="6">
                  <c:v>9</c:v>
                </c:pt>
                <c:pt idx="7">
                  <c:v>9</c:v>
                </c:pt>
              </c:numCache>
            </c:numRef>
          </c:yVal>
        </c:ser>
        <c:ser>
          <c:idx val="10"/>
          <c:order val="10"/>
          <c:tx>
            <c:v>Neuron 10</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Data'!$U$2:$U$9</c:f>
              <c:numCache>
                <c:formatCode>General</c:formatCode>
                <c:ptCount val="8"/>
                <c:pt idx="0">
                  <c:v>0.4520584494</c:v>
                </c:pt>
                <c:pt idx="1">
                  <c:v>0.5520584494</c:v>
                </c:pt>
                <c:pt idx="2">
                  <c:v>0.6520584494</c:v>
                </c:pt>
                <c:pt idx="3">
                  <c:v>0.7520584494</c:v>
                </c:pt>
                <c:pt idx="4">
                  <c:v>0.8520584494</c:v>
                </c:pt>
                <c:pt idx="5">
                  <c:v>0.9520584494</c:v>
                </c:pt>
                <c:pt idx="6">
                  <c:v>1.0520584494</c:v>
                </c:pt>
                <c:pt idx="7">
                  <c:v>1.1520584494</c:v>
                </c:pt>
              </c:numCache>
            </c:numRef>
          </c:xVal>
          <c:yVal>
            <c:numRef>
              <c:f>'Chart Data'!$V$2:$V$9</c:f>
              <c:numCache>
                <c:formatCode>0</c:formatCode>
                <c:ptCount val="8"/>
                <c:pt idx="0">
                  <c:v>10</c:v>
                </c:pt>
                <c:pt idx="1">
                  <c:v>10</c:v>
                </c:pt>
                <c:pt idx="2">
                  <c:v>10</c:v>
                </c:pt>
                <c:pt idx="3">
                  <c:v>10</c:v>
                </c:pt>
                <c:pt idx="4">
                  <c:v>10</c:v>
                </c:pt>
                <c:pt idx="5">
                  <c:v>10</c:v>
                </c:pt>
                <c:pt idx="6">
                  <c:v>10</c:v>
                </c:pt>
                <c:pt idx="7">
                  <c:v>10</c:v>
                </c:pt>
              </c:numCache>
            </c:numRef>
          </c:yVal>
        </c:ser>
        <c:ser>
          <c:idx val="11"/>
          <c:order val="11"/>
          <c:tx>
            <c:v>Neuron 11</c:v>
          </c:tx>
          <c:spPr>
            <a:solidFill xmlns:a="http://schemas.openxmlformats.org/drawingml/2006/main">
              <a:srgbClr val="176B87"/>
            </a:solidFill>
            <a:ln xmlns:a="http://schemas.openxmlformats.org/drawingml/2006/main" w="0">
              <a:noFill/>
            </a:ln>
          </c:spPr>
          <c:marker>
            <c:symbol val="square"/>
            <c:size val="4"/>
            <c:spPr>
              <a:noFill xmlns:a="http://schemas.openxmlformats.org/drawingml/2006/main"/>
            </c:spPr>
          </c:marker>
          <c:xVal>
            <c:numRef>
              <c:f>'Chart Data'!$W$2:$W$9</c:f>
              <c:numCache>
                <c:formatCode>General</c:formatCode>
                <c:ptCount val="8"/>
                <c:pt idx="0">
                  <c:v>0.4469909852</c:v>
                </c:pt>
                <c:pt idx="1">
                  <c:v>0.5469909852</c:v>
                </c:pt>
                <c:pt idx="2">
                  <c:v>0.6469909852</c:v>
                </c:pt>
                <c:pt idx="3">
                  <c:v>0.7469909852</c:v>
                </c:pt>
                <c:pt idx="4">
                  <c:v>0.8469909852</c:v>
                </c:pt>
                <c:pt idx="5">
                  <c:v>0.9469909852</c:v>
                </c:pt>
                <c:pt idx="6">
                  <c:v>1.0469909852</c:v>
                </c:pt>
                <c:pt idx="7">
                  <c:v>1.1469909852</c:v>
                </c:pt>
              </c:numCache>
            </c:numRef>
          </c:xVal>
          <c:yVal>
            <c:numRef>
              <c:f>'Chart Data'!$X$2:$X$9</c:f>
              <c:numCache>
                <c:formatCode>0</c:formatCode>
                <c:ptCount val="8"/>
                <c:pt idx="0">
                  <c:v>11</c:v>
                </c:pt>
                <c:pt idx="1">
                  <c:v>11</c:v>
                </c:pt>
                <c:pt idx="2">
                  <c:v>11</c:v>
                </c:pt>
                <c:pt idx="3">
                  <c:v>11</c:v>
                </c:pt>
                <c:pt idx="4">
                  <c:v>11</c:v>
                </c:pt>
                <c:pt idx="5">
                  <c:v>11</c:v>
                </c:pt>
                <c:pt idx="6">
                  <c:v>11</c:v>
                </c:pt>
                <c:pt idx="7">
                  <c:v>11</c:v>
                </c:pt>
              </c:numCache>
            </c:numRef>
          </c:yVal>
        </c:ser>
        <c:ser>
          <c:idx val="12"/>
          <c:order val="12"/>
          <c:tx>
            <c:v>Neuron 12</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Data'!$Y$2:$Y$11</c:f>
              <c:numCache>
                <c:formatCode>General</c:formatCode>
                <c:ptCount val="10"/>
                <c:pt idx="0">
                  <c:v>0.4050234337</c:v>
                </c:pt>
                <c:pt idx="1">
                  <c:v>0.4451592315</c:v>
                </c:pt>
                <c:pt idx="2">
                  <c:v>0.485681516</c:v>
                </c:pt>
                <c:pt idx="3">
                  <c:v>0.5582322619</c:v>
                </c:pt>
                <c:pt idx="4">
                  <c:v>0.7070178281</c:v>
                </c:pt>
                <c:pt idx="5">
                  <c:v>0.8201252415</c:v>
                </c:pt>
                <c:pt idx="6">
                  <c:v>0.88896984</c:v>
                </c:pt>
                <c:pt idx="7">
                  <c:v>1.0782440147</c:v>
                </c:pt>
                <c:pt idx="8">
                  <c:v>1.1082909205</c:v>
                </c:pt>
                <c:pt idx="9">
                  <c:v>1.1773940229</c:v>
                </c:pt>
              </c:numCache>
            </c:numRef>
          </c:xVal>
          <c:yVal>
            <c:numRef>
              <c:f>'Chart Data'!$Z$2:$Z$11</c:f>
              <c:numCache>
                <c:formatCode>0</c:formatCode>
                <c:ptCount val="10"/>
                <c:pt idx="0">
                  <c:v>12</c:v>
                </c:pt>
                <c:pt idx="1">
                  <c:v>12</c:v>
                </c:pt>
                <c:pt idx="2">
                  <c:v>12</c:v>
                </c:pt>
                <c:pt idx="3">
                  <c:v>12</c:v>
                </c:pt>
                <c:pt idx="4">
                  <c:v>12</c:v>
                </c:pt>
                <c:pt idx="5">
                  <c:v>12</c:v>
                </c:pt>
                <c:pt idx="6">
                  <c:v>12</c:v>
                </c:pt>
                <c:pt idx="7">
                  <c:v>12</c:v>
                </c:pt>
                <c:pt idx="8">
                  <c:v>12</c:v>
                </c:pt>
                <c:pt idx="9">
                  <c:v>12</c:v>
                </c:pt>
              </c:numCache>
            </c:numRef>
          </c:yVal>
        </c:ser>
        <c:ser>
          <c:idx val="13"/>
          <c:order val="13"/>
          <c:tx>
            <c:v>Neuron 13</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Data'!$AA$2:$AA$5</c:f>
              <c:numCache>
                <c:formatCode>General</c:formatCode>
                <c:ptCount val="4"/>
                <c:pt idx="0">
                  <c:v>0.5204861493</c:v>
                </c:pt>
                <c:pt idx="1">
                  <c:v>0.5578783997</c:v>
                </c:pt>
                <c:pt idx="2">
                  <c:v>0.5713311859</c:v>
                </c:pt>
                <c:pt idx="3">
                  <c:v>1.1660687446</c:v>
                </c:pt>
              </c:numCache>
            </c:numRef>
          </c:xVal>
          <c:yVal>
            <c:numRef>
              <c:f>'Chart Data'!$AB$2:$AB$5</c:f>
              <c:numCache>
                <c:formatCode>0</c:formatCode>
                <c:ptCount val="4"/>
                <c:pt idx="0">
                  <c:v>13</c:v>
                </c:pt>
                <c:pt idx="1">
                  <c:v>13</c:v>
                </c:pt>
                <c:pt idx="2">
                  <c:v>13</c:v>
                </c:pt>
                <c:pt idx="3">
                  <c:v>13</c:v>
                </c:pt>
              </c:numCache>
            </c:numRef>
          </c:yVal>
        </c:ser>
        <c:ser>
          <c:idx val="14"/>
          <c:order val="14"/>
          <c:tx>
            <c:v>Neuron 14</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Data'!$AC$2:$AC$8</c:f>
              <c:numCache>
                <c:formatCode>General</c:formatCode>
                <c:ptCount val="7"/>
                <c:pt idx="0">
                  <c:v>0.4870833218</c:v>
                </c:pt>
                <c:pt idx="1">
                  <c:v>0.5469748771</c:v>
                </c:pt>
                <c:pt idx="2">
                  <c:v>0.7642260368</c:v>
                </c:pt>
                <c:pt idx="3">
                  <c:v>0.8389353532</c:v>
                </c:pt>
                <c:pt idx="4">
                  <c:v>0.9857575324</c:v>
                </c:pt>
                <c:pt idx="5">
                  <c:v>1.144002292</c:v>
                </c:pt>
                <c:pt idx="6">
                  <c:v>1.1848800119</c:v>
                </c:pt>
              </c:numCache>
            </c:numRef>
          </c:xVal>
          <c:yVal>
            <c:numRef>
              <c:f>'Chart Data'!$AD$2:$AD$8</c:f>
              <c:numCache>
                <c:formatCode>0</c:formatCode>
                <c:ptCount val="7"/>
                <c:pt idx="0">
                  <c:v>14</c:v>
                </c:pt>
                <c:pt idx="1">
                  <c:v>14</c:v>
                </c:pt>
                <c:pt idx="2">
                  <c:v>14</c:v>
                </c:pt>
                <c:pt idx="3">
                  <c:v>14</c:v>
                </c:pt>
                <c:pt idx="4">
                  <c:v>14</c:v>
                </c:pt>
                <c:pt idx="5">
                  <c:v>14</c:v>
                </c:pt>
                <c:pt idx="6">
                  <c:v>14</c:v>
                </c:pt>
              </c:numCache>
            </c:numRef>
          </c:yVal>
        </c:ser>
        <c:ser>
          <c:idx val="15"/>
          <c:order val="15"/>
          <c:tx>
            <c:v>Neuron 15</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Data'!$AE$2:$AE$6</c:f>
              <c:numCache>
                <c:formatCode>General</c:formatCode>
                <c:ptCount val="5"/>
                <c:pt idx="0">
                  <c:v>0.6462394695</c:v>
                </c:pt>
                <c:pt idx="1">
                  <c:v>0.7344848694</c:v>
                </c:pt>
                <c:pt idx="2">
                  <c:v>0.8004454374</c:v>
                </c:pt>
                <c:pt idx="3">
                  <c:v>0.956926854</c:v>
                </c:pt>
                <c:pt idx="4">
                  <c:v>0.9873064836</c:v>
                </c:pt>
              </c:numCache>
            </c:numRef>
          </c:xVal>
          <c:yVal>
            <c:numRef>
              <c:f>'Chart Data'!$AF$2:$AF$6</c:f>
              <c:numCache>
                <c:formatCode>0</c:formatCode>
                <c:ptCount val="5"/>
                <c:pt idx="0">
                  <c:v>15</c:v>
                </c:pt>
                <c:pt idx="1">
                  <c:v>15</c:v>
                </c:pt>
                <c:pt idx="2">
                  <c:v>15</c:v>
                </c:pt>
                <c:pt idx="3">
                  <c:v>15</c:v>
                </c:pt>
                <c:pt idx="4">
                  <c:v>15</c:v>
                </c:pt>
              </c:numCache>
            </c:numRef>
          </c:yVal>
        </c:ser>
        <c:ser>
          <c:idx val="16"/>
          <c:order val="16"/>
          <c:tx>
            <c:v>Neuron 16</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Data'!$AG$2:$AG$5</c:f>
              <c:numCache>
                <c:formatCode>General</c:formatCode>
                <c:ptCount val="4"/>
                <c:pt idx="0">
                  <c:v>0.584506021</c:v>
                </c:pt>
                <c:pt idx="1">
                  <c:v>0.8456386028</c:v>
                </c:pt>
                <c:pt idx="2">
                  <c:v>1.140681508</c:v>
                </c:pt>
                <c:pt idx="3">
                  <c:v>1.1560673611</c:v>
                </c:pt>
              </c:numCache>
            </c:numRef>
          </c:xVal>
          <c:yVal>
            <c:numRef>
              <c:f>'Chart Data'!$AH$2:$AH$5</c:f>
              <c:numCache>
                <c:formatCode>0</c:formatCode>
                <c:ptCount val="4"/>
                <c:pt idx="0">
                  <c:v>16</c:v>
                </c:pt>
                <c:pt idx="1">
                  <c:v>16</c:v>
                </c:pt>
                <c:pt idx="2">
                  <c:v>16</c:v>
                </c:pt>
                <c:pt idx="3">
                  <c:v>16</c:v>
                </c:pt>
              </c:numCache>
            </c:numRef>
          </c:yVal>
        </c:ser>
        <c:ser>
          <c:idx val="17"/>
          <c:order val="17"/>
          <c:tx>
            <c:v>Neuron 17</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Data'!$AI$2:$AI$5</c:f>
              <c:numCache>
                <c:formatCode>General</c:formatCode>
                <c:ptCount val="4"/>
                <c:pt idx="0">
                  <c:v>0.6394282543</c:v>
                </c:pt>
                <c:pt idx="1">
                  <c:v>0.7672414809</c:v>
                </c:pt>
                <c:pt idx="2">
                  <c:v>0.7927159597</c:v>
                </c:pt>
                <c:pt idx="3">
                  <c:v>1.0425412285</c:v>
                </c:pt>
              </c:numCache>
            </c:numRef>
          </c:xVal>
          <c:yVal>
            <c:numRef>
              <c:f>'Chart Data'!$AJ$2:$AJ$5</c:f>
              <c:numCache>
                <c:formatCode>0</c:formatCode>
                <c:ptCount val="4"/>
                <c:pt idx="0">
                  <c:v>17</c:v>
                </c:pt>
                <c:pt idx="1">
                  <c:v>17</c:v>
                </c:pt>
                <c:pt idx="2">
                  <c:v>17</c:v>
                </c:pt>
                <c:pt idx="3">
                  <c:v>17</c:v>
                </c:pt>
              </c:numCache>
            </c:numRef>
          </c:yVal>
        </c:ser>
        <c:ser>
          <c:idx val="18"/>
          <c:order val="18"/>
          <c:tx>
            <c:v>Neuron 18</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Data'!$AK$2:$AK$6</c:f>
              <c:numCache>
                <c:formatCode>General</c:formatCode>
                <c:ptCount val="5"/>
                <c:pt idx="0">
                  <c:v>0.6938198832</c:v>
                </c:pt>
                <c:pt idx="1">
                  <c:v>0.7511676478</c:v>
                </c:pt>
                <c:pt idx="2">
                  <c:v>0.8568240427</c:v>
                </c:pt>
                <c:pt idx="3">
                  <c:v>1.1385738722</c:v>
                </c:pt>
                <c:pt idx="4">
                  <c:v>1.1905349036</c:v>
                </c:pt>
              </c:numCache>
            </c:numRef>
          </c:xVal>
          <c:yVal>
            <c:numRef>
              <c:f>'Chart Data'!$AL$2:$AL$6</c:f>
              <c:numCache>
                <c:formatCode>0</c:formatCode>
                <c:ptCount val="5"/>
                <c:pt idx="0">
                  <c:v>18</c:v>
                </c:pt>
                <c:pt idx="1">
                  <c:v>18</c:v>
                </c:pt>
                <c:pt idx="2">
                  <c:v>18</c:v>
                </c:pt>
                <c:pt idx="3">
                  <c:v>18</c:v>
                </c:pt>
                <c:pt idx="4">
                  <c:v>18</c:v>
                </c:pt>
              </c:numCache>
            </c:numRef>
          </c:yVal>
        </c:ser>
        <c:ser>
          <c:idx val="19"/>
          <c:order val="19"/>
          <c:tx>
            <c:v>Neuron 19</c:v>
          </c:tx>
          <c:spPr>
            <a:solidFill xmlns:a="http://schemas.openxmlformats.org/drawingml/2006/main">
              <a:srgbClr val="C26630"/>
            </a:solidFill>
            <a:ln xmlns:a="http://schemas.openxmlformats.org/drawingml/2006/main" w="0">
              <a:noFill/>
            </a:ln>
          </c:spPr>
          <c:marker>
            <c:symbol val="square"/>
            <c:size val="4"/>
            <c:spPr>
              <a:noFill xmlns:a="http://schemas.openxmlformats.org/drawingml/2006/main"/>
            </c:spPr>
          </c:marker>
          <c:xVal>
            <c:numRef>
              <c:f>'Chart Data'!$AM$2:$AM$4</c:f>
              <c:numCache>
                <c:formatCode>General</c:formatCode>
                <c:ptCount val="3"/>
                <c:pt idx="0">
                  <c:v>0.4874617763</c:v>
                </c:pt>
                <c:pt idx="1">
                  <c:v>0.6424817567</c:v>
                </c:pt>
                <c:pt idx="2">
                  <c:v>0.971951415</c:v>
                </c:pt>
              </c:numCache>
            </c:numRef>
          </c:xVal>
          <c:yVal>
            <c:numRef>
              <c:f>'Chart Data'!$AN$2:$AN$4</c:f>
              <c:numCache>
                <c:formatCode>0</c:formatCode>
                <c:ptCount val="3"/>
                <c:pt idx="0">
                  <c:v>19</c:v>
                </c:pt>
                <c:pt idx="1">
                  <c:v>19</c:v>
                </c:pt>
                <c:pt idx="2">
                  <c:v>19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Neuron index</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10"/>
      </c:valAx>
      <c:valAx>
        <c:axId val="48650112"/>
        <c:scaling>
          <c:orientation val="minMax"/>
          <c:max val="1.2"/>
          <c:min val="0.4"/>
        </c:scaling>
        <c:delete val="0"/>
        <c:axPos val="b"/>
        <c:title>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scatterChart>
        <c:scatterStyle val="line"/>
        <c:ser>
          <c:idx val="0"/>
          <c:order val="0"/>
          <c:tx>
            <c:v>Output</c:v>
          </c:tx>
          <c:spPr>
            <a:ln xmlns:a="http://schemas.openxmlformats.org/drawingml/2006/main" w="20955">
              <a:solidFill>
                <a:srgbClr val="176B87"/>
              </a:solidFill>
            </a:ln>
          </c:spPr>
          <c:marker>
            <c:symbol val="none"/>
          </c:marker>
          <c:xVal>
            <c:numRef>
              <c:f>'Chart Data'!$A$2:$A$802</c:f>
              <c:numCache>
                <c:formatCode>General</c:formatCode>
                <c:ptCount val="801"/>
                <c:pt idx="0">
                  <c:v>0.4</c:v>
                </c:pt>
                <c:pt idx="1">
                  <c:v>0.401</c:v>
                </c:pt>
                <c:pt idx="2">
                  <c:v>0.402</c:v>
                </c:pt>
                <c:pt idx="3">
                  <c:v>0.403</c:v>
                </c:pt>
                <c:pt idx="4">
                  <c:v>0.404</c:v>
                </c:pt>
                <c:pt idx="5">
                  <c:v>0.405</c:v>
                </c:pt>
                <c:pt idx="6">
                  <c:v>0.406</c:v>
                </c:pt>
                <c:pt idx="7">
                  <c:v>0.407</c:v>
                </c:pt>
                <c:pt idx="8">
                  <c:v>0.408</c:v>
                </c:pt>
                <c:pt idx="9">
                  <c:v>0.409</c:v>
                </c:pt>
                <c:pt idx="10">
                  <c:v>0.41</c:v>
                </c:pt>
                <c:pt idx="11">
                  <c:v>0.411</c:v>
                </c:pt>
                <c:pt idx="12">
                  <c:v>0.412</c:v>
                </c:pt>
                <c:pt idx="13">
                  <c:v>0.413</c:v>
                </c:pt>
                <c:pt idx="14">
                  <c:v>0.414</c:v>
                </c:pt>
                <c:pt idx="15">
                  <c:v>0.415</c:v>
                </c:pt>
                <c:pt idx="16">
                  <c:v>0.416</c:v>
                </c:pt>
                <c:pt idx="17">
                  <c:v>0.417</c:v>
                </c:pt>
                <c:pt idx="18">
                  <c:v>0.418</c:v>
                </c:pt>
                <c:pt idx="19">
                  <c:v>0.419</c:v>
                </c:pt>
                <c:pt idx="20">
                  <c:v>0.42</c:v>
                </c:pt>
                <c:pt idx="21">
                  <c:v>0.421</c:v>
                </c:pt>
                <c:pt idx="22">
                  <c:v>0.422</c:v>
                </c:pt>
                <c:pt idx="23">
                  <c:v>0.423</c:v>
                </c:pt>
                <c:pt idx="24">
                  <c:v>0.424</c:v>
                </c:pt>
                <c:pt idx="25">
                  <c:v>0.425</c:v>
                </c:pt>
                <c:pt idx="26">
                  <c:v>0.426</c:v>
                </c:pt>
                <c:pt idx="27">
                  <c:v>0.427</c:v>
                </c:pt>
                <c:pt idx="28">
                  <c:v>0.428</c:v>
                </c:pt>
                <c:pt idx="29">
                  <c:v>0.429</c:v>
                </c:pt>
                <c:pt idx="30">
                  <c:v>0.43</c:v>
                </c:pt>
                <c:pt idx="31">
                  <c:v>0.431</c:v>
                </c:pt>
                <c:pt idx="32">
                  <c:v>0.432</c:v>
                </c:pt>
                <c:pt idx="33">
                  <c:v>0.433</c:v>
                </c:pt>
                <c:pt idx="34">
                  <c:v>0.434</c:v>
                </c:pt>
                <c:pt idx="35">
                  <c:v>0.435</c:v>
                </c:pt>
                <c:pt idx="36">
                  <c:v>0.436</c:v>
                </c:pt>
                <c:pt idx="37">
                  <c:v>0.437</c:v>
                </c:pt>
                <c:pt idx="38">
                  <c:v>0.438</c:v>
                </c:pt>
                <c:pt idx="39">
                  <c:v>0.439</c:v>
                </c:pt>
                <c:pt idx="40">
                  <c:v>0.44</c:v>
                </c:pt>
                <c:pt idx="41">
                  <c:v>0.441</c:v>
                </c:pt>
                <c:pt idx="42">
                  <c:v>0.442</c:v>
                </c:pt>
                <c:pt idx="43">
                  <c:v>0.443</c:v>
                </c:pt>
                <c:pt idx="44">
                  <c:v>0.444</c:v>
                </c:pt>
                <c:pt idx="45">
                  <c:v>0.445</c:v>
                </c:pt>
                <c:pt idx="46">
                  <c:v>0.446</c:v>
                </c:pt>
                <c:pt idx="47">
                  <c:v>0.447</c:v>
                </c:pt>
                <c:pt idx="48">
                  <c:v>0.448</c:v>
                </c:pt>
                <c:pt idx="49">
                  <c:v>0.449</c:v>
                </c:pt>
                <c:pt idx="50">
                  <c:v>0.45</c:v>
                </c:pt>
                <c:pt idx="51">
                  <c:v>0.451</c:v>
                </c:pt>
                <c:pt idx="52">
                  <c:v>0.452</c:v>
                </c:pt>
                <c:pt idx="53">
                  <c:v>0.453</c:v>
                </c:pt>
                <c:pt idx="54">
                  <c:v>0.454</c:v>
                </c:pt>
                <c:pt idx="55">
                  <c:v>0.455</c:v>
                </c:pt>
                <c:pt idx="56">
                  <c:v>0.456</c:v>
                </c:pt>
                <c:pt idx="57">
                  <c:v>0.457</c:v>
                </c:pt>
                <c:pt idx="58">
                  <c:v>0.458</c:v>
                </c:pt>
                <c:pt idx="59">
                  <c:v>0.459</c:v>
                </c:pt>
                <c:pt idx="60">
                  <c:v>0.46</c:v>
                </c:pt>
                <c:pt idx="61">
                  <c:v>0.461</c:v>
                </c:pt>
                <c:pt idx="62">
                  <c:v>0.462</c:v>
                </c:pt>
                <c:pt idx="63">
                  <c:v>0.463</c:v>
                </c:pt>
                <c:pt idx="64">
                  <c:v>0.464</c:v>
                </c:pt>
                <c:pt idx="65">
                  <c:v>0.465</c:v>
                </c:pt>
                <c:pt idx="66">
                  <c:v>0.466</c:v>
                </c:pt>
                <c:pt idx="67">
                  <c:v>0.467</c:v>
                </c:pt>
                <c:pt idx="68">
                  <c:v>0.468</c:v>
                </c:pt>
                <c:pt idx="69">
                  <c:v>0.469</c:v>
                </c:pt>
                <c:pt idx="70">
                  <c:v>0.47</c:v>
                </c:pt>
                <c:pt idx="71">
                  <c:v>0.471</c:v>
                </c:pt>
                <c:pt idx="72">
                  <c:v>0.472</c:v>
                </c:pt>
                <c:pt idx="73">
                  <c:v>0.473</c:v>
                </c:pt>
                <c:pt idx="74">
                  <c:v>0.474</c:v>
                </c:pt>
                <c:pt idx="75">
                  <c:v>0.475</c:v>
                </c:pt>
                <c:pt idx="76">
                  <c:v>0.476</c:v>
                </c:pt>
                <c:pt idx="77">
                  <c:v>0.477</c:v>
                </c:pt>
                <c:pt idx="78">
                  <c:v>0.478</c:v>
                </c:pt>
                <c:pt idx="79">
                  <c:v>0.479</c:v>
                </c:pt>
                <c:pt idx="80">
                  <c:v>0.48</c:v>
                </c:pt>
                <c:pt idx="81">
                  <c:v>0.481</c:v>
                </c:pt>
                <c:pt idx="82">
                  <c:v>0.482</c:v>
                </c:pt>
                <c:pt idx="83">
                  <c:v>0.483</c:v>
                </c:pt>
                <c:pt idx="84">
                  <c:v>0.484</c:v>
                </c:pt>
                <c:pt idx="85">
                  <c:v>0.485</c:v>
                </c:pt>
                <c:pt idx="86">
                  <c:v>0.486</c:v>
                </c:pt>
                <c:pt idx="87">
                  <c:v>0.487</c:v>
                </c:pt>
                <c:pt idx="88">
                  <c:v>0.488</c:v>
                </c:pt>
                <c:pt idx="89">
                  <c:v>0.489</c:v>
                </c:pt>
                <c:pt idx="90">
                  <c:v>0.49</c:v>
                </c:pt>
                <c:pt idx="91">
                  <c:v>0.491</c:v>
                </c:pt>
                <c:pt idx="92">
                  <c:v>0.492</c:v>
                </c:pt>
                <c:pt idx="93">
                  <c:v>0.493</c:v>
                </c:pt>
                <c:pt idx="94">
                  <c:v>0.494</c:v>
                </c:pt>
                <c:pt idx="95">
                  <c:v>0.495</c:v>
                </c:pt>
                <c:pt idx="96">
                  <c:v>0.496</c:v>
                </c:pt>
                <c:pt idx="97">
                  <c:v>0.497</c:v>
                </c:pt>
                <c:pt idx="98">
                  <c:v>0.498</c:v>
                </c:pt>
                <c:pt idx="99">
                  <c:v>0.499</c:v>
                </c:pt>
                <c:pt idx="100">
                  <c:v>0.5</c:v>
                </c:pt>
                <c:pt idx="101">
                  <c:v>0.501</c:v>
                </c:pt>
                <c:pt idx="102">
                  <c:v>0.502</c:v>
                </c:pt>
                <c:pt idx="103">
                  <c:v>0.503</c:v>
                </c:pt>
                <c:pt idx="104">
                  <c:v>0.504</c:v>
                </c:pt>
                <c:pt idx="105">
                  <c:v>0.505</c:v>
                </c:pt>
                <c:pt idx="106">
                  <c:v>0.506</c:v>
                </c:pt>
                <c:pt idx="107">
                  <c:v>0.507</c:v>
                </c:pt>
                <c:pt idx="108">
                  <c:v>0.508</c:v>
                </c:pt>
                <c:pt idx="109">
                  <c:v>0.509</c:v>
                </c:pt>
                <c:pt idx="110">
                  <c:v>0.51</c:v>
                </c:pt>
                <c:pt idx="111">
                  <c:v>0.511</c:v>
                </c:pt>
                <c:pt idx="112">
                  <c:v>0.512</c:v>
                </c:pt>
                <c:pt idx="113">
                  <c:v>0.513</c:v>
                </c:pt>
                <c:pt idx="114">
                  <c:v>0.514</c:v>
                </c:pt>
                <c:pt idx="115">
                  <c:v>0.515</c:v>
                </c:pt>
                <c:pt idx="116">
                  <c:v>0.516</c:v>
                </c:pt>
                <c:pt idx="117">
                  <c:v>0.517</c:v>
                </c:pt>
                <c:pt idx="118">
                  <c:v>0.518</c:v>
                </c:pt>
                <c:pt idx="119">
                  <c:v>0.519</c:v>
                </c:pt>
                <c:pt idx="120">
                  <c:v>0.52</c:v>
                </c:pt>
                <c:pt idx="121">
                  <c:v>0.521</c:v>
                </c:pt>
                <c:pt idx="122">
                  <c:v>0.522</c:v>
                </c:pt>
                <c:pt idx="123">
                  <c:v>0.523</c:v>
                </c:pt>
                <c:pt idx="124">
                  <c:v>0.524</c:v>
                </c:pt>
                <c:pt idx="125">
                  <c:v>0.525</c:v>
                </c:pt>
                <c:pt idx="126">
                  <c:v>0.526</c:v>
                </c:pt>
                <c:pt idx="127">
                  <c:v>0.527</c:v>
                </c:pt>
                <c:pt idx="128">
                  <c:v>0.528</c:v>
                </c:pt>
                <c:pt idx="129">
                  <c:v>0.529</c:v>
                </c:pt>
                <c:pt idx="130">
                  <c:v>0.53</c:v>
                </c:pt>
                <c:pt idx="131">
                  <c:v>0.531</c:v>
                </c:pt>
                <c:pt idx="132">
                  <c:v>0.532</c:v>
                </c:pt>
                <c:pt idx="133">
                  <c:v>0.533</c:v>
                </c:pt>
                <c:pt idx="134">
                  <c:v>0.534</c:v>
                </c:pt>
                <c:pt idx="135">
                  <c:v>0.535</c:v>
                </c:pt>
                <c:pt idx="136">
                  <c:v>0.536</c:v>
                </c:pt>
                <c:pt idx="137">
                  <c:v>0.537</c:v>
                </c:pt>
                <c:pt idx="138">
                  <c:v>0.538</c:v>
                </c:pt>
                <c:pt idx="139">
                  <c:v>0.539</c:v>
                </c:pt>
                <c:pt idx="140">
                  <c:v>0.54</c:v>
                </c:pt>
                <c:pt idx="141">
                  <c:v>0.541</c:v>
                </c:pt>
                <c:pt idx="142">
                  <c:v>0.542</c:v>
                </c:pt>
                <c:pt idx="143">
                  <c:v>0.543</c:v>
                </c:pt>
                <c:pt idx="144">
                  <c:v>0.544</c:v>
                </c:pt>
                <c:pt idx="145">
                  <c:v>0.545</c:v>
                </c:pt>
                <c:pt idx="146">
                  <c:v>0.546</c:v>
                </c:pt>
                <c:pt idx="147">
                  <c:v>0.547</c:v>
                </c:pt>
                <c:pt idx="148">
                  <c:v>0.548</c:v>
                </c:pt>
                <c:pt idx="149">
                  <c:v>0.549</c:v>
                </c:pt>
                <c:pt idx="150">
                  <c:v>0.55</c:v>
                </c:pt>
                <c:pt idx="151">
                  <c:v>0.551</c:v>
                </c:pt>
                <c:pt idx="152">
                  <c:v>0.552</c:v>
                </c:pt>
                <c:pt idx="153">
                  <c:v>0.553</c:v>
                </c:pt>
                <c:pt idx="154">
                  <c:v>0.554</c:v>
                </c:pt>
                <c:pt idx="155">
                  <c:v>0.555</c:v>
                </c:pt>
                <c:pt idx="156">
                  <c:v>0.556</c:v>
                </c:pt>
                <c:pt idx="157">
                  <c:v>0.557</c:v>
                </c:pt>
                <c:pt idx="158">
                  <c:v>0.558</c:v>
                </c:pt>
                <c:pt idx="159">
                  <c:v>0.559</c:v>
                </c:pt>
                <c:pt idx="160">
                  <c:v>0.56</c:v>
                </c:pt>
                <c:pt idx="161">
                  <c:v>0.561</c:v>
                </c:pt>
                <c:pt idx="162">
                  <c:v>0.562</c:v>
                </c:pt>
                <c:pt idx="163">
                  <c:v>0.563</c:v>
                </c:pt>
                <c:pt idx="164">
                  <c:v>0.564</c:v>
                </c:pt>
                <c:pt idx="165">
                  <c:v>0.565</c:v>
                </c:pt>
                <c:pt idx="166">
                  <c:v>0.566</c:v>
                </c:pt>
                <c:pt idx="167">
                  <c:v>0.567</c:v>
                </c:pt>
                <c:pt idx="168">
                  <c:v>0.568</c:v>
                </c:pt>
                <c:pt idx="169">
                  <c:v>0.569</c:v>
                </c:pt>
                <c:pt idx="170">
                  <c:v>0.57</c:v>
                </c:pt>
                <c:pt idx="171">
                  <c:v>0.571</c:v>
                </c:pt>
                <c:pt idx="172">
                  <c:v>0.572</c:v>
                </c:pt>
                <c:pt idx="173">
                  <c:v>0.573</c:v>
                </c:pt>
                <c:pt idx="174">
                  <c:v>0.574</c:v>
                </c:pt>
                <c:pt idx="175">
                  <c:v>0.575</c:v>
                </c:pt>
                <c:pt idx="176">
                  <c:v>0.576</c:v>
                </c:pt>
                <c:pt idx="177">
                  <c:v>0.577</c:v>
                </c:pt>
                <c:pt idx="178">
                  <c:v>0.578</c:v>
                </c:pt>
                <c:pt idx="179">
                  <c:v>0.579</c:v>
                </c:pt>
                <c:pt idx="180">
                  <c:v>0.58</c:v>
                </c:pt>
                <c:pt idx="181">
                  <c:v>0.581</c:v>
                </c:pt>
                <c:pt idx="182">
                  <c:v>0.582</c:v>
                </c:pt>
                <c:pt idx="183">
                  <c:v>0.583</c:v>
                </c:pt>
                <c:pt idx="184">
                  <c:v>0.584</c:v>
                </c:pt>
                <c:pt idx="185">
                  <c:v>0.585</c:v>
                </c:pt>
                <c:pt idx="186">
                  <c:v>0.586</c:v>
                </c:pt>
                <c:pt idx="187">
                  <c:v>0.587</c:v>
                </c:pt>
                <c:pt idx="188">
                  <c:v>0.588</c:v>
                </c:pt>
                <c:pt idx="189">
                  <c:v>0.589</c:v>
                </c:pt>
                <c:pt idx="190">
                  <c:v>0.59</c:v>
                </c:pt>
                <c:pt idx="191">
                  <c:v>0.591</c:v>
                </c:pt>
                <c:pt idx="192">
                  <c:v>0.592</c:v>
                </c:pt>
                <c:pt idx="193">
                  <c:v>0.593</c:v>
                </c:pt>
                <c:pt idx="194">
                  <c:v>0.594</c:v>
                </c:pt>
                <c:pt idx="195">
                  <c:v>0.595</c:v>
                </c:pt>
                <c:pt idx="196">
                  <c:v>0.596</c:v>
                </c:pt>
                <c:pt idx="197">
                  <c:v>0.597</c:v>
                </c:pt>
                <c:pt idx="198">
                  <c:v>0.598</c:v>
                </c:pt>
                <c:pt idx="199">
                  <c:v>0.599</c:v>
                </c:pt>
                <c:pt idx="200">
                  <c:v>0.6</c:v>
                </c:pt>
                <c:pt idx="201">
                  <c:v>0.601</c:v>
                </c:pt>
                <c:pt idx="202">
                  <c:v>0.602</c:v>
                </c:pt>
                <c:pt idx="203">
                  <c:v>0.603</c:v>
                </c:pt>
                <c:pt idx="204">
                  <c:v>0.604</c:v>
                </c:pt>
                <c:pt idx="205">
                  <c:v>0.605</c:v>
                </c:pt>
                <c:pt idx="206">
                  <c:v>0.606</c:v>
                </c:pt>
                <c:pt idx="207">
                  <c:v>0.607</c:v>
                </c:pt>
                <c:pt idx="208">
                  <c:v>0.608</c:v>
                </c:pt>
                <c:pt idx="209">
                  <c:v>0.609</c:v>
                </c:pt>
                <c:pt idx="210">
                  <c:v>0.61</c:v>
                </c:pt>
                <c:pt idx="211">
                  <c:v>0.611</c:v>
                </c:pt>
                <c:pt idx="212">
                  <c:v>0.612</c:v>
                </c:pt>
                <c:pt idx="213">
                  <c:v>0.613</c:v>
                </c:pt>
                <c:pt idx="214">
                  <c:v>0.614</c:v>
                </c:pt>
                <c:pt idx="215">
                  <c:v>0.615</c:v>
                </c:pt>
                <c:pt idx="216">
                  <c:v>0.616</c:v>
                </c:pt>
                <c:pt idx="217">
                  <c:v>0.617</c:v>
                </c:pt>
                <c:pt idx="218">
                  <c:v>0.618</c:v>
                </c:pt>
                <c:pt idx="219">
                  <c:v>0.619</c:v>
                </c:pt>
                <c:pt idx="220">
                  <c:v>0.62</c:v>
                </c:pt>
                <c:pt idx="221">
                  <c:v>0.621</c:v>
                </c:pt>
                <c:pt idx="222">
                  <c:v>0.622</c:v>
                </c:pt>
                <c:pt idx="223">
                  <c:v>0.623</c:v>
                </c:pt>
                <c:pt idx="224">
                  <c:v>0.624</c:v>
                </c:pt>
                <c:pt idx="225">
                  <c:v>0.625</c:v>
                </c:pt>
                <c:pt idx="226">
                  <c:v>0.626</c:v>
                </c:pt>
                <c:pt idx="227">
                  <c:v>0.627</c:v>
                </c:pt>
                <c:pt idx="228">
                  <c:v>0.628</c:v>
                </c:pt>
                <c:pt idx="229">
                  <c:v>0.629</c:v>
                </c:pt>
                <c:pt idx="230">
                  <c:v>0.63</c:v>
                </c:pt>
                <c:pt idx="231">
                  <c:v>0.631</c:v>
                </c:pt>
                <c:pt idx="232">
                  <c:v>0.632</c:v>
                </c:pt>
                <c:pt idx="233">
                  <c:v>0.633</c:v>
                </c:pt>
                <c:pt idx="234">
                  <c:v>0.634</c:v>
                </c:pt>
                <c:pt idx="235">
                  <c:v>0.635</c:v>
                </c:pt>
                <c:pt idx="236">
                  <c:v>0.636</c:v>
                </c:pt>
                <c:pt idx="237">
                  <c:v>0.637</c:v>
                </c:pt>
                <c:pt idx="238">
                  <c:v>0.638</c:v>
                </c:pt>
                <c:pt idx="239">
                  <c:v>0.639</c:v>
                </c:pt>
                <c:pt idx="240">
                  <c:v>0.64</c:v>
                </c:pt>
                <c:pt idx="241">
                  <c:v>0.641</c:v>
                </c:pt>
                <c:pt idx="242">
                  <c:v>0.642</c:v>
                </c:pt>
                <c:pt idx="243">
                  <c:v>0.643</c:v>
                </c:pt>
                <c:pt idx="244">
                  <c:v>0.644</c:v>
                </c:pt>
                <c:pt idx="245">
                  <c:v>0.645</c:v>
                </c:pt>
                <c:pt idx="246">
                  <c:v>0.646</c:v>
                </c:pt>
                <c:pt idx="247">
                  <c:v>0.647</c:v>
                </c:pt>
                <c:pt idx="248">
                  <c:v>0.648</c:v>
                </c:pt>
                <c:pt idx="249">
                  <c:v>0.649</c:v>
                </c:pt>
                <c:pt idx="250">
                  <c:v>0.65</c:v>
                </c:pt>
                <c:pt idx="251">
                  <c:v>0.651</c:v>
                </c:pt>
                <c:pt idx="252">
                  <c:v>0.652</c:v>
                </c:pt>
                <c:pt idx="253">
                  <c:v>0.653</c:v>
                </c:pt>
                <c:pt idx="254">
                  <c:v>0.654</c:v>
                </c:pt>
                <c:pt idx="255">
                  <c:v>0.655</c:v>
                </c:pt>
                <c:pt idx="256">
                  <c:v>0.656</c:v>
                </c:pt>
                <c:pt idx="257">
                  <c:v>0.657</c:v>
                </c:pt>
                <c:pt idx="258">
                  <c:v>0.658</c:v>
                </c:pt>
                <c:pt idx="259">
                  <c:v>0.659</c:v>
                </c:pt>
                <c:pt idx="260">
                  <c:v>0.66</c:v>
                </c:pt>
                <c:pt idx="261">
                  <c:v>0.661</c:v>
                </c:pt>
                <c:pt idx="262">
                  <c:v>0.662</c:v>
                </c:pt>
                <c:pt idx="263">
                  <c:v>0.663</c:v>
                </c:pt>
                <c:pt idx="264">
                  <c:v>0.664</c:v>
                </c:pt>
                <c:pt idx="265">
                  <c:v>0.665</c:v>
                </c:pt>
                <c:pt idx="266">
                  <c:v>0.666</c:v>
                </c:pt>
                <c:pt idx="267">
                  <c:v>0.667</c:v>
                </c:pt>
                <c:pt idx="268">
                  <c:v>0.668</c:v>
                </c:pt>
                <c:pt idx="269">
                  <c:v>0.669</c:v>
                </c:pt>
                <c:pt idx="270">
                  <c:v>0.67</c:v>
                </c:pt>
                <c:pt idx="271">
                  <c:v>0.671</c:v>
                </c:pt>
                <c:pt idx="272">
                  <c:v>0.672</c:v>
                </c:pt>
                <c:pt idx="273">
                  <c:v>0.673</c:v>
                </c:pt>
                <c:pt idx="274">
                  <c:v>0.674</c:v>
                </c:pt>
                <c:pt idx="275">
                  <c:v>0.675</c:v>
                </c:pt>
                <c:pt idx="276">
                  <c:v>0.676</c:v>
                </c:pt>
                <c:pt idx="277">
                  <c:v>0.677</c:v>
                </c:pt>
                <c:pt idx="278">
                  <c:v>0.678</c:v>
                </c:pt>
                <c:pt idx="279">
                  <c:v>0.679</c:v>
                </c:pt>
                <c:pt idx="280">
                  <c:v>0.68</c:v>
                </c:pt>
                <c:pt idx="281">
                  <c:v>0.681</c:v>
                </c:pt>
                <c:pt idx="282">
                  <c:v>0.682</c:v>
                </c:pt>
                <c:pt idx="283">
                  <c:v>0.683</c:v>
                </c:pt>
                <c:pt idx="284">
                  <c:v>0.684</c:v>
                </c:pt>
                <c:pt idx="285">
                  <c:v>0.685</c:v>
                </c:pt>
                <c:pt idx="286">
                  <c:v>0.686</c:v>
                </c:pt>
                <c:pt idx="287">
                  <c:v>0.687</c:v>
                </c:pt>
                <c:pt idx="288">
                  <c:v>0.688</c:v>
                </c:pt>
                <c:pt idx="289">
                  <c:v>0.689</c:v>
                </c:pt>
                <c:pt idx="290">
                  <c:v>0.69</c:v>
                </c:pt>
                <c:pt idx="291">
                  <c:v>0.691</c:v>
                </c:pt>
                <c:pt idx="292">
                  <c:v>0.692</c:v>
                </c:pt>
                <c:pt idx="293">
                  <c:v>0.693</c:v>
                </c:pt>
                <c:pt idx="294">
                  <c:v>0.694</c:v>
                </c:pt>
                <c:pt idx="295">
                  <c:v>0.695</c:v>
                </c:pt>
                <c:pt idx="296">
                  <c:v>0.696</c:v>
                </c:pt>
                <c:pt idx="297">
                  <c:v>0.697</c:v>
                </c:pt>
                <c:pt idx="298">
                  <c:v>0.698</c:v>
                </c:pt>
                <c:pt idx="299">
                  <c:v>0.699</c:v>
                </c:pt>
                <c:pt idx="300">
                  <c:v>0.7</c:v>
                </c:pt>
                <c:pt idx="301">
                  <c:v>0.701</c:v>
                </c:pt>
                <c:pt idx="302">
                  <c:v>0.702</c:v>
                </c:pt>
                <c:pt idx="303">
                  <c:v>0.703</c:v>
                </c:pt>
                <c:pt idx="304">
                  <c:v>0.704</c:v>
                </c:pt>
                <c:pt idx="305">
                  <c:v>0.705</c:v>
                </c:pt>
                <c:pt idx="306">
                  <c:v>0.706</c:v>
                </c:pt>
                <c:pt idx="307">
                  <c:v>0.707</c:v>
                </c:pt>
                <c:pt idx="308">
                  <c:v>0.708</c:v>
                </c:pt>
                <c:pt idx="309">
                  <c:v>0.709</c:v>
                </c:pt>
                <c:pt idx="310">
                  <c:v>0.71</c:v>
                </c:pt>
                <c:pt idx="311">
                  <c:v>0.711</c:v>
                </c:pt>
                <c:pt idx="312">
                  <c:v>0.712</c:v>
                </c:pt>
                <c:pt idx="313">
                  <c:v>0.713</c:v>
                </c:pt>
                <c:pt idx="314">
                  <c:v>0.714</c:v>
                </c:pt>
                <c:pt idx="315">
                  <c:v>0.715</c:v>
                </c:pt>
                <c:pt idx="316">
                  <c:v>0.716</c:v>
                </c:pt>
                <c:pt idx="317">
                  <c:v>0.717</c:v>
                </c:pt>
                <c:pt idx="318">
                  <c:v>0.718</c:v>
                </c:pt>
                <c:pt idx="319">
                  <c:v>0.719</c:v>
                </c:pt>
                <c:pt idx="320">
                  <c:v>0.72</c:v>
                </c:pt>
                <c:pt idx="321">
                  <c:v>0.721</c:v>
                </c:pt>
                <c:pt idx="322">
                  <c:v>0.722</c:v>
                </c:pt>
                <c:pt idx="323">
                  <c:v>0.723</c:v>
                </c:pt>
                <c:pt idx="324">
                  <c:v>0.724</c:v>
                </c:pt>
                <c:pt idx="325">
                  <c:v>0.725</c:v>
                </c:pt>
                <c:pt idx="326">
                  <c:v>0.726</c:v>
                </c:pt>
                <c:pt idx="327">
                  <c:v>0.727</c:v>
                </c:pt>
                <c:pt idx="328">
                  <c:v>0.728</c:v>
                </c:pt>
                <c:pt idx="329">
                  <c:v>0.729</c:v>
                </c:pt>
                <c:pt idx="330">
                  <c:v>0.73</c:v>
                </c:pt>
                <c:pt idx="331">
                  <c:v>0.731</c:v>
                </c:pt>
                <c:pt idx="332">
                  <c:v>0.732</c:v>
                </c:pt>
                <c:pt idx="333">
                  <c:v>0.733</c:v>
                </c:pt>
                <c:pt idx="334">
                  <c:v>0.734</c:v>
                </c:pt>
                <c:pt idx="335">
                  <c:v>0.735</c:v>
                </c:pt>
                <c:pt idx="336">
                  <c:v>0.736</c:v>
                </c:pt>
                <c:pt idx="337">
                  <c:v>0.737</c:v>
                </c:pt>
                <c:pt idx="338">
                  <c:v>0.738</c:v>
                </c:pt>
                <c:pt idx="339">
                  <c:v>0.739</c:v>
                </c:pt>
                <c:pt idx="340">
                  <c:v>0.74</c:v>
                </c:pt>
                <c:pt idx="341">
                  <c:v>0.741</c:v>
                </c:pt>
                <c:pt idx="342">
                  <c:v>0.742</c:v>
                </c:pt>
                <c:pt idx="343">
                  <c:v>0.743</c:v>
                </c:pt>
                <c:pt idx="344">
                  <c:v>0.744</c:v>
                </c:pt>
                <c:pt idx="345">
                  <c:v>0.745</c:v>
                </c:pt>
                <c:pt idx="346">
                  <c:v>0.746</c:v>
                </c:pt>
                <c:pt idx="347">
                  <c:v>0.747</c:v>
                </c:pt>
                <c:pt idx="348">
                  <c:v>0.748</c:v>
                </c:pt>
                <c:pt idx="349">
                  <c:v>0.749</c:v>
                </c:pt>
                <c:pt idx="350">
                  <c:v>0.75</c:v>
                </c:pt>
                <c:pt idx="351">
                  <c:v>0.751</c:v>
                </c:pt>
                <c:pt idx="352">
                  <c:v>0.752</c:v>
                </c:pt>
                <c:pt idx="353">
                  <c:v>0.753</c:v>
                </c:pt>
                <c:pt idx="354">
                  <c:v>0.754</c:v>
                </c:pt>
                <c:pt idx="355">
                  <c:v>0.755</c:v>
                </c:pt>
                <c:pt idx="356">
                  <c:v>0.756</c:v>
                </c:pt>
                <c:pt idx="357">
                  <c:v>0.757</c:v>
                </c:pt>
                <c:pt idx="358">
                  <c:v>0.758</c:v>
                </c:pt>
                <c:pt idx="359">
                  <c:v>0.759</c:v>
                </c:pt>
                <c:pt idx="360">
                  <c:v>0.76</c:v>
                </c:pt>
                <c:pt idx="361">
                  <c:v>0.761</c:v>
                </c:pt>
                <c:pt idx="362">
                  <c:v>0.762</c:v>
                </c:pt>
                <c:pt idx="363">
                  <c:v>0.763</c:v>
                </c:pt>
                <c:pt idx="364">
                  <c:v>0.764</c:v>
                </c:pt>
                <c:pt idx="365">
                  <c:v>0.765</c:v>
                </c:pt>
                <c:pt idx="366">
                  <c:v>0.766</c:v>
                </c:pt>
                <c:pt idx="367">
                  <c:v>0.767</c:v>
                </c:pt>
                <c:pt idx="368">
                  <c:v>0.768</c:v>
                </c:pt>
                <c:pt idx="369">
                  <c:v>0.769</c:v>
                </c:pt>
                <c:pt idx="370">
                  <c:v>0.77</c:v>
                </c:pt>
                <c:pt idx="371">
                  <c:v>0.771</c:v>
                </c:pt>
                <c:pt idx="372">
                  <c:v>0.772</c:v>
                </c:pt>
                <c:pt idx="373">
                  <c:v>0.773</c:v>
                </c:pt>
                <c:pt idx="374">
                  <c:v>0.774</c:v>
                </c:pt>
                <c:pt idx="375">
                  <c:v>0.775</c:v>
                </c:pt>
                <c:pt idx="376">
                  <c:v>0.776</c:v>
                </c:pt>
                <c:pt idx="377">
                  <c:v>0.777</c:v>
                </c:pt>
                <c:pt idx="378">
                  <c:v>0.778</c:v>
                </c:pt>
                <c:pt idx="379">
                  <c:v>0.779</c:v>
                </c:pt>
                <c:pt idx="380">
                  <c:v>0.78</c:v>
                </c:pt>
                <c:pt idx="381">
                  <c:v>0.781</c:v>
                </c:pt>
                <c:pt idx="382">
                  <c:v>0.782</c:v>
                </c:pt>
                <c:pt idx="383">
                  <c:v>0.783</c:v>
                </c:pt>
                <c:pt idx="384">
                  <c:v>0.784</c:v>
                </c:pt>
                <c:pt idx="385">
                  <c:v>0.785</c:v>
                </c:pt>
                <c:pt idx="386">
                  <c:v>0.786</c:v>
                </c:pt>
                <c:pt idx="387">
                  <c:v>0.787</c:v>
                </c:pt>
                <c:pt idx="388">
                  <c:v>0.788</c:v>
                </c:pt>
                <c:pt idx="389">
                  <c:v>0.789</c:v>
                </c:pt>
                <c:pt idx="390">
                  <c:v>0.79</c:v>
                </c:pt>
                <c:pt idx="391">
                  <c:v>0.791</c:v>
                </c:pt>
                <c:pt idx="392">
                  <c:v>0.792</c:v>
                </c:pt>
                <c:pt idx="393">
                  <c:v>0.793</c:v>
                </c:pt>
                <c:pt idx="394">
                  <c:v>0.794</c:v>
                </c:pt>
                <c:pt idx="395">
                  <c:v>0.795</c:v>
                </c:pt>
                <c:pt idx="396">
                  <c:v>0.796</c:v>
                </c:pt>
                <c:pt idx="397">
                  <c:v>0.797</c:v>
                </c:pt>
                <c:pt idx="398">
                  <c:v>0.798</c:v>
                </c:pt>
                <c:pt idx="399">
                  <c:v>0.799</c:v>
                </c:pt>
                <c:pt idx="400">
                  <c:v>0.8</c:v>
                </c:pt>
                <c:pt idx="401">
                  <c:v>0.801</c:v>
                </c:pt>
                <c:pt idx="402">
                  <c:v>0.802</c:v>
                </c:pt>
                <c:pt idx="403">
                  <c:v>0.803</c:v>
                </c:pt>
                <c:pt idx="404">
                  <c:v>0.804</c:v>
                </c:pt>
                <c:pt idx="405">
                  <c:v>0.805</c:v>
                </c:pt>
                <c:pt idx="406">
                  <c:v>0.806</c:v>
                </c:pt>
                <c:pt idx="407">
                  <c:v>0.807</c:v>
                </c:pt>
                <c:pt idx="408">
                  <c:v>0.808</c:v>
                </c:pt>
                <c:pt idx="409">
                  <c:v>0.809</c:v>
                </c:pt>
                <c:pt idx="410">
                  <c:v>0.81</c:v>
                </c:pt>
                <c:pt idx="411">
                  <c:v>0.811</c:v>
                </c:pt>
                <c:pt idx="412">
                  <c:v>0.812</c:v>
                </c:pt>
                <c:pt idx="413">
                  <c:v>0.813</c:v>
                </c:pt>
                <c:pt idx="414">
                  <c:v>0.814</c:v>
                </c:pt>
                <c:pt idx="415">
                  <c:v>0.815</c:v>
                </c:pt>
                <c:pt idx="416">
                  <c:v>0.816</c:v>
                </c:pt>
                <c:pt idx="417">
                  <c:v>0.817</c:v>
                </c:pt>
                <c:pt idx="418">
                  <c:v>0.818</c:v>
                </c:pt>
                <c:pt idx="419">
                  <c:v>0.819</c:v>
                </c:pt>
                <c:pt idx="420">
                  <c:v>0.82</c:v>
                </c:pt>
                <c:pt idx="421">
                  <c:v>0.821</c:v>
                </c:pt>
                <c:pt idx="422">
                  <c:v>0.822</c:v>
                </c:pt>
                <c:pt idx="423">
                  <c:v>0.823</c:v>
                </c:pt>
                <c:pt idx="424">
                  <c:v>0.824</c:v>
                </c:pt>
                <c:pt idx="425">
                  <c:v>0.825</c:v>
                </c:pt>
                <c:pt idx="426">
                  <c:v>0.826</c:v>
                </c:pt>
                <c:pt idx="427">
                  <c:v>0.827</c:v>
                </c:pt>
                <c:pt idx="428">
                  <c:v>0.828</c:v>
                </c:pt>
                <c:pt idx="429">
                  <c:v>0.829</c:v>
                </c:pt>
                <c:pt idx="430">
                  <c:v>0.83</c:v>
                </c:pt>
                <c:pt idx="431">
                  <c:v>0.831</c:v>
                </c:pt>
                <c:pt idx="432">
                  <c:v>0.832</c:v>
                </c:pt>
                <c:pt idx="433">
                  <c:v>0.833</c:v>
                </c:pt>
                <c:pt idx="434">
                  <c:v>0.834</c:v>
                </c:pt>
                <c:pt idx="435">
                  <c:v>0.835</c:v>
                </c:pt>
                <c:pt idx="436">
                  <c:v>0.836</c:v>
                </c:pt>
                <c:pt idx="437">
                  <c:v>0.837</c:v>
                </c:pt>
                <c:pt idx="438">
                  <c:v>0.838</c:v>
                </c:pt>
                <c:pt idx="439">
                  <c:v>0.839</c:v>
                </c:pt>
                <c:pt idx="440">
                  <c:v>0.84</c:v>
                </c:pt>
                <c:pt idx="441">
                  <c:v>0.841</c:v>
                </c:pt>
                <c:pt idx="442">
                  <c:v>0.842</c:v>
                </c:pt>
                <c:pt idx="443">
                  <c:v>0.843</c:v>
                </c:pt>
                <c:pt idx="444">
                  <c:v>0.844</c:v>
                </c:pt>
                <c:pt idx="445">
                  <c:v>0.845</c:v>
                </c:pt>
                <c:pt idx="446">
                  <c:v>0.846</c:v>
                </c:pt>
                <c:pt idx="447">
                  <c:v>0.847</c:v>
                </c:pt>
                <c:pt idx="448">
                  <c:v>0.848</c:v>
                </c:pt>
                <c:pt idx="449">
                  <c:v>0.849</c:v>
                </c:pt>
                <c:pt idx="450">
                  <c:v>0.85</c:v>
                </c:pt>
                <c:pt idx="451">
                  <c:v>0.851</c:v>
                </c:pt>
                <c:pt idx="452">
                  <c:v>0.852</c:v>
                </c:pt>
                <c:pt idx="453">
                  <c:v>0.853</c:v>
                </c:pt>
                <c:pt idx="454">
                  <c:v>0.854</c:v>
                </c:pt>
                <c:pt idx="455">
                  <c:v>0.855</c:v>
                </c:pt>
                <c:pt idx="456">
                  <c:v>0.856</c:v>
                </c:pt>
                <c:pt idx="457">
                  <c:v>0.857</c:v>
                </c:pt>
                <c:pt idx="458">
                  <c:v>0.858</c:v>
                </c:pt>
                <c:pt idx="459">
                  <c:v>0.859</c:v>
                </c:pt>
                <c:pt idx="460">
                  <c:v>0.86</c:v>
                </c:pt>
                <c:pt idx="461">
                  <c:v>0.861</c:v>
                </c:pt>
                <c:pt idx="462">
                  <c:v>0.862</c:v>
                </c:pt>
                <c:pt idx="463">
                  <c:v>0.863</c:v>
                </c:pt>
                <c:pt idx="464">
                  <c:v>0.864</c:v>
                </c:pt>
                <c:pt idx="465">
                  <c:v>0.865</c:v>
                </c:pt>
                <c:pt idx="466">
                  <c:v>0.866</c:v>
                </c:pt>
                <c:pt idx="467">
                  <c:v>0.867</c:v>
                </c:pt>
                <c:pt idx="468">
                  <c:v>0.868</c:v>
                </c:pt>
                <c:pt idx="469">
                  <c:v>0.869</c:v>
                </c:pt>
                <c:pt idx="470">
                  <c:v>0.87</c:v>
                </c:pt>
                <c:pt idx="471">
                  <c:v>0.871</c:v>
                </c:pt>
                <c:pt idx="472">
                  <c:v>0.872</c:v>
                </c:pt>
                <c:pt idx="473">
                  <c:v>0.873</c:v>
                </c:pt>
                <c:pt idx="474">
                  <c:v>0.874</c:v>
                </c:pt>
                <c:pt idx="475">
                  <c:v>0.875</c:v>
                </c:pt>
                <c:pt idx="476">
                  <c:v>0.876</c:v>
                </c:pt>
                <c:pt idx="477">
                  <c:v>0.877</c:v>
                </c:pt>
                <c:pt idx="478">
                  <c:v>0.878</c:v>
                </c:pt>
                <c:pt idx="479">
                  <c:v>0.879</c:v>
                </c:pt>
                <c:pt idx="480">
                  <c:v>0.88</c:v>
                </c:pt>
                <c:pt idx="481">
                  <c:v>0.881</c:v>
                </c:pt>
                <c:pt idx="482">
                  <c:v>0.882</c:v>
                </c:pt>
                <c:pt idx="483">
                  <c:v>0.883</c:v>
                </c:pt>
                <c:pt idx="484">
                  <c:v>0.884</c:v>
                </c:pt>
                <c:pt idx="485">
                  <c:v>0.885</c:v>
                </c:pt>
                <c:pt idx="486">
                  <c:v>0.886</c:v>
                </c:pt>
                <c:pt idx="487">
                  <c:v>0.887</c:v>
                </c:pt>
                <c:pt idx="488">
                  <c:v>0.888</c:v>
                </c:pt>
                <c:pt idx="489">
                  <c:v>0.889</c:v>
                </c:pt>
                <c:pt idx="490">
                  <c:v>0.89</c:v>
                </c:pt>
                <c:pt idx="491">
                  <c:v>0.891</c:v>
                </c:pt>
                <c:pt idx="492">
                  <c:v>0.892</c:v>
                </c:pt>
                <c:pt idx="493">
                  <c:v>0.893</c:v>
                </c:pt>
                <c:pt idx="494">
                  <c:v>0.894</c:v>
                </c:pt>
                <c:pt idx="495">
                  <c:v>0.895</c:v>
                </c:pt>
                <c:pt idx="496">
                  <c:v>0.896</c:v>
                </c:pt>
                <c:pt idx="497">
                  <c:v>0.897</c:v>
                </c:pt>
                <c:pt idx="498">
                  <c:v>0.898</c:v>
                </c:pt>
                <c:pt idx="499">
                  <c:v>0.899</c:v>
                </c:pt>
                <c:pt idx="500">
                  <c:v>0.9</c:v>
                </c:pt>
                <c:pt idx="501">
                  <c:v>0.901</c:v>
                </c:pt>
                <c:pt idx="502">
                  <c:v>0.902</c:v>
                </c:pt>
                <c:pt idx="503">
                  <c:v>0.903</c:v>
                </c:pt>
                <c:pt idx="504">
                  <c:v>0.904</c:v>
                </c:pt>
                <c:pt idx="505">
                  <c:v>0.905</c:v>
                </c:pt>
                <c:pt idx="506">
                  <c:v>0.906</c:v>
                </c:pt>
                <c:pt idx="507">
                  <c:v>0.907</c:v>
                </c:pt>
                <c:pt idx="508">
                  <c:v>0.908</c:v>
                </c:pt>
                <c:pt idx="509">
                  <c:v>0.909</c:v>
                </c:pt>
                <c:pt idx="510">
                  <c:v>0.91</c:v>
                </c:pt>
                <c:pt idx="511">
                  <c:v>0.911</c:v>
                </c:pt>
                <c:pt idx="512">
                  <c:v>0.912</c:v>
                </c:pt>
                <c:pt idx="513">
                  <c:v>0.913</c:v>
                </c:pt>
                <c:pt idx="514">
                  <c:v>0.914</c:v>
                </c:pt>
                <c:pt idx="515">
                  <c:v>0.915</c:v>
                </c:pt>
                <c:pt idx="516">
                  <c:v>0.916</c:v>
                </c:pt>
                <c:pt idx="517">
                  <c:v>0.917</c:v>
                </c:pt>
                <c:pt idx="518">
                  <c:v>0.918</c:v>
                </c:pt>
                <c:pt idx="519">
                  <c:v>0.919</c:v>
                </c:pt>
                <c:pt idx="520">
                  <c:v>0.92</c:v>
                </c:pt>
                <c:pt idx="521">
                  <c:v>0.921</c:v>
                </c:pt>
                <c:pt idx="522">
                  <c:v>0.922</c:v>
                </c:pt>
                <c:pt idx="523">
                  <c:v>0.923</c:v>
                </c:pt>
                <c:pt idx="524">
                  <c:v>0.924</c:v>
                </c:pt>
                <c:pt idx="525">
                  <c:v>0.925</c:v>
                </c:pt>
                <c:pt idx="526">
                  <c:v>0.926</c:v>
                </c:pt>
                <c:pt idx="527">
                  <c:v>0.927</c:v>
                </c:pt>
                <c:pt idx="528">
                  <c:v>0.928</c:v>
                </c:pt>
                <c:pt idx="529">
                  <c:v>0.929</c:v>
                </c:pt>
                <c:pt idx="530">
                  <c:v>0.93</c:v>
                </c:pt>
                <c:pt idx="531">
                  <c:v>0.931</c:v>
                </c:pt>
                <c:pt idx="532">
                  <c:v>0.932</c:v>
                </c:pt>
                <c:pt idx="533">
                  <c:v>0.933</c:v>
                </c:pt>
                <c:pt idx="534">
                  <c:v>0.934</c:v>
                </c:pt>
                <c:pt idx="535">
                  <c:v>0.935</c:v>
                </c:pt>
                <c:pt idx="536">
                  <c:v>0.936</c:v>
                </c:pt>
                <c:pt idx="537">
                  <c:v>0.937</c:v>
                </c:pt>
                <c:pt idx="538">
                  <c:v>0.938</c:v>
                </c:pt>
                <c:pt idx="539">
                  <c:v>0.939</c:v>
                </c:pt>
                <c:pt idx="540">
                  <c:v>0.94</c:v>
                </c:pt>
                <c:pt idx="541">
                  <c:v>0.941</c:v>
                </c:pt>
                <c:pt idx="542">
                  <c:v>0.942</c:v>
                </c:pt>
                <c:pt idx="543">
                  <c:v>0.943</c:v>
                </c:pt>
                <c:pt idx="544">
                  <c:v>0.944</c:v>
                </c:pt>
                <c:pt idx="545">
                  <c:v>0.945</c:v>
                </c:pt>
                <c:pt idx="546">
                  <c:v>0.946</c:v>
                </c:pt>
                <c:pt idx="547">
                  <c:v>0.947</c:v>
                </c:pt>
                <c:pt idx="548">
                  <c:v>0.948</c:v>
                </c:pt>
                <c:pt idx="549">
                  <c:v>0.949</c:v>
                </c:pt>
                <c:pt idx="550">
                  <c:v>0.95</c:v>
                </c:pt>
                <c:pt idx="551">
                  <c:v>0.951</c:v>
                </c:pt>
                <c:pt idx="552">
                  <c:v>0.952</c:v>
                </c:pt>
                <c:pt idx="553">
                  <c:v>0.953</c:v>
                </c:pt>
                <c:pt idx="554">
                  <c:v>0.954</c:v>
                </c:pt>
                <c:pt idx="555">
                  <c:v>0.955</c:v>
                </c:pt>
                <c:pt idx="556">
                  <c:v>0.956</c:v>
                </c:pt>
                <c:pt idx="557">
                  <c:v>0.957</c:v>
                </c:pt>
                <c:pt idx="558">
                  <c:v>0.958</c:v>
                </c:pt>
                <c:pt idx="559">
                  <c:v>0.959</c:v>
                </c:pt>
                <c:pt idx="560">
                  <c:v>0.96</c:v>
                </c:pt>
                <c:pt idx="561">
                  <c:v>0.961</c:v>
                </c:pt>
                <c:pt idx="562">
                  <c:v>0.962</c:v>
                </c:pt>
                <c:pt idx="563">
                  <c:v>0.963</c:v>
                </c:pt>
                <c:pt idx="564">
                  <c:v>0.964</c:v>
                </c:pt>
                <c:pt idx="565">
                  <c:v>0.965</c:v>
                </c:pt>
                <c:pt idx="566">
                  <c:v>0.966</c:v>
                </c:pt>
                <c:pt idx="567">
                  <c:v>0.967</c:v>
                </c:pt>
                <c:pt idx="568">
                  <c:v>0.968</c:v>
                </c:pt>
                <c:pt idx="569">
                  <c:v>0.969</c:v>
                </c:pt>
                <c:pt idx="570">
                  <c:v>0.97</c:v>
                </c:pt>
                <c:pt idx="571">
                  <c:v>0.971</c:v>
                </c:pt>
                <c:pt idx="572">
                  <c:v>0.972</c:v>
                </c:pt>
                <c:pt idx="573">
                  <c:v>0.973</c:v>
                </c:pt>
                <c:pt idx="574">
                  <c:v>0.974</c:v>
                </c:pt>
                <c:pt idx="575">
                  <c:v>0.975</c:v>
                </c:pt>
                <c:pt idx="576">
                  <c:v>0.976</c:v>
                </c:pt>
                <c:pt idx="577">
                  <c:v>0.977</c:v>
                </c:pt>
                <c:pt idx="578">
                  <c:v>0.978</c:v>
                </c:pt>
                <c:pt idx="579">
                  <c:v>0.979</c:v>
                </c:pt>
                <c:pt idx="580">
                  <c:v>0.98</c:v>
                </c:pt>
                <c:pt idx="581">
                  <c:v>0.981</c:v>
                </c:pt>
                <c:pt idx="582">
                  <c:v>0.982</c:v>
                </c:pt>
                <c:pt idx="583">
                  <c:v>0.983</c:v>
                </c:pt>
                <c:pt idx="584">
                  <c:v>0.984</c:v>
                </c:pt>
                <c:pt idx="585">
                  <c:v>0.985</c:v>
                </c:pt>
                <c:pt idx="586">
                  <c:v>0.986</c:v>
                </c:pt>
                <c:pt idx="587">
                  <c:v>0.987</c:v>
                </c:pt>
                <c:pt idx="588">
                  <c:v>0.988</c:v>
                </c:pt>
                <c:pt idx="589">
                  <c:v>0.989</c:v>
                </c:pt>
                <c:pt idx="590">
                  <c:v>0.99</c:v>
                </c:pt>
                <c:pt idx="591">
                  <c:v>0.991</c:v>
                </c:pt>
                <c:pt idx="592">
                  <c:v>0.992</c:v>
                </c:pt>
                <c:pt idx="593">
                  <c:v>0.993</c:v>
                </c:pt>
                <c:pt idx="594">
                  <c:v>0.994</c:v>
                </c:pt>
                <c:pt idx="595">
                  <c:v>0.995</c:v>
                </c:pt>
                <c:pt idx="596">
                  <c:v>0.996</c:v>
                </c:pt>
                <c:pt idx="597">
                  <c:v>0.997</c:v>
                </c:pt>
                <c:pt idx="598">
                  <c:v>0.998</c:v>
                </c:pt>
                <c:pt idx="599">
                  <c:v>0.999</c:v>
                </c:pt>
                <c:pt idx="600">
                  <c:v>1</c:v>
                </c:pt>
                <c:pt idx="601">
                  <c:v>1.001</c:v>
                </c:pt>
                <c:pt idx="602">
                  <c:v>1.002</c:v>
                </c:pt>
                <c:pt idx="603">
                  <c:v>1.003</c:v>
                </c:pt>
                <c:pt idx="604">
                  <c:v>1.004</c:v>
                </c:pt>
                <c:pt idx="605">
                  <c:v>1.005</c:v>
                </c:pt>
                <c:pt idx="606">
                  <c:v>1.006</c:v>
                </c:pt>
                <c:pt idx="607">
                  <c:v>1.007</c:v>
                </c:pt>
                <c:pt idx="608">
                  <c:v>1.008</c:v>
                </c:pt>
                <c:pt idx="609">
                  <c:v>1.009</c:v>
                </c:pt>
                <c:pt idx="610">
                  <c:v>1.01</c:v>
                </c:pt>
                <c:pt idx="611">
                  <c:v>1.011</c:v>
                </c:pt>
                <c:pt idx="612">
                  <c:v>1.012</c:v>
                </c:pt>
                <c:pt idx="613">
                  <c:v>1.013</c:v>
                </c:pt>
                <c:pt idx="614">
                  <c:v>1.014</c:v>
                </c:pt>
                <c:pt idx="615">
                  <c:v>1.015</c:v>
                </c:pt>
                <c:pt idx="616">
                  <c:v>1.016</c:v>
                </c:pt>
                <c:pt idx="617">
                  <c:v>1.017</c:v>
                </c:pt>
                <c:pt idx="618">
                  <c:v>1.018</c:v>
                </c:pt>
                <c:pt idx="619">
                  <c:v>1.019</c:v>
                </c:pt>
                <c:pt idx="620">
                  <c:v>1.02</c:v>
                </c:pt>
                <c:pt idx="621">
                  <c:v>1.021</c:v>
                </c:pt>
                <c:pt idx="622">
                  <c:v>1.022</c:v>
                </c:pt>
                <c:pt idx="623">
                  <c:v>1.023</c:v>
                </c:pt>
                <c:pt idx="624">
                  <c:v>1.024</c:v>
                </c:pt>
                <c:pt idx="625">
                  <c:v>1.025</c:v>
                </c:pt>
                <c:pt idx="626">
                  <c:v>1.026</c:v>
                </c:pt>
                <c:pt idx="627">
                  <c:v>1.027</c:v>
                </c:pt>
                <c:pt idx="628">
                  <c:v>1.028</c:v>
                </c:pt>
                <c:pt idx="629">
                  <c:v>1.029</c:v>
                </c:pt>
                <c:pt idx="630">
                  <c:v>1.03</c:v>
                </c:pt>
                <c:pt idx="631">
                  <c:v>1.031</c:v>
                </c:pt>
                <c:pt idx="632">
                  <c:v>1.032</c:v>
                </c:pt>
                <c:pt idx="633">
                  <c:v>1.033</c:v>
                </c:pt>
                <c:pt idx="634">
                  <c:v>1.034</c:v>
                </c:pt>
                <c:pt idx="635">
                  <c:v>1.035</c:v>
                </c:pt>
                <c:pt idx="636">
                  <c:v>1.036</c:v>
                </c:pt>
                <c:pt idx="637">
                  <c:v>1.037</c:v>
                </c:pt>
                <c:pt idx="638">
                  <c:v>1.038</c:v>
                </c:pt>
                <c:pt idx="639">
                  <c:v>1.039</c:v>
                </c:pt>
                <c:pt idx="640">
                  <c:v>1.04</c:v>
                </c:pt>
                <c:pt idx="641">
                  <c:v>1.041</c:v>
                </c:pt>
                <c:pt idx="642">
                  <c:v>1.042</c:v>
                </c:pt>
                <c:pt idx="643">
                  <c:v>1.043</c:v>
                </c:pt>
                <c:pt idx="644">
                  <c:v>1.044</c:v>
                </c:pt>
                <c:pt idx="645">
                  <c:v>1.045</c:v>
                </c:pt>
                <c:pt idx="646">
                  <c:v>1.046</c:v>
                </c:pt>
                <c:pt idx="647">
                  <c:v>1.047</c:v>
                </c:pt>
                <c:pt idx="648">
                  <c:v>1.048</c:v>
                </c:pt>
                <c:pt idx="649">
                  <c:v>1.049</c:v>
                </c:pt>
                <c:pt idx="650">
                  <c:v>1.05</c:v>
                </c:pt>
                <c:pt idx="651">
                  <c:v>1.051</c:v>
                </c:pt>
                <c:pt idx="652">
                  <c:v>1.052</c:v>
                </c:pt>
                <c:pt idx="653">
                  <c:v>1.053</c:v>
                </c:pt>
                <c:pt idx="654">
                  <c:v>1.054</c:v>
                </c:pt>
                <c:pt idx="655">
                  <c:v>1.055</c:v>
                </c:pt>
                <c:pt idx="656">
                  <c:v>1.056</c:v>
                </c:pt>
                <c:pt idx="657">
                  <c:v>1.057</c:v>
                </c:pt>
                <c:pt idx="658">
                  <c:v>1.058</c:v>
                </c:pt>
                <c:pt idx="659">
                  <c:v>1.059</c:v>
                </c:pt>
                <c:pt idx="660">
                  <c:v>1.06</c:v>
                </c:pt>
                <c:pt idx="661">
                  <c:v>1.061</c:v>
                </c:pt>
                <c:pt idx="662">
                  <c:v>1.062</c:v>
                </c:pt>
                <c:pt idx="663">
                  <c:v>1.063</c:v>
                </c:pt>
                <c:pt idx="664">
                  <c:v>1.064</c:v>
                </c:pt>
                <c:pt idx="665">
                  <c:v>1.065</c:v>
                </c:pt>
                <c:pt idx="666">
                  <c:v>1.066</c:v>
                </c:pt>
                <c:pt idx="667">
                  <c:v>1.067</c:v>
                </c:pt>
                <c:pt idx="668">
                  <c:v>1.068</c:v>
                </c:pt>
                <c:pt idx="669">
                  <c:v>1.069</c:v>
                </c:pt>
                <c:pt idx="670">
                  <c:v>1.07</c:v>
                </c:pt>
                <c:pt idx="671">
                  <c:v>1.071</c:v>
                </c:pt>
                <c:pt idx="672">
                  <c:v>1.072</c:v>
                </c:pt>
                <c:pt idx="673">
                  <c:v>1.073</c:v>
                </c:pt>
                <c:pt idx="674">
                  <c:v>1.074</c:v>
                </c:pt>
                <c:pt idx="675">
                  <c:v>1.075</c:v>
                </c:pt>
                <c:pt idx="676">
                  <c:v>1.076</c:v>
                </c:pt>
                <c:pt idx="677">
                  <c:v>1.077</c:v>
                </c:pt>
                <c:pt idx="678">
                  <c:v>1.078</c:v>
                </c:pt>
                <c:pt idx="679">
                  <c:v>1.079</c:v>
                </c:pt>
                <c:pt idx="680">
                  <c:v>1.08</c:v>
                </c:pt>
                <c:pt idx="681">
                  <c:v>1.081</c:v>
                </c:pt>
                <c:pt idx="682">
                  <c:v>1.082</c:v>
                </c:pt>
                <c:pt idx="683">
                  <c:v>1.083</c:v>
                </c:pt>
                <c:pt idx="684">
                  <c:v>1.084</c:v>
                </c:pt>
                <c:pt idx="685">
                  <c:v>1.085</c:v>
                </c:pt>
                <c:pt idx="686">
                  <c:v>1.086</c:v>
                </c:pt>
                <c:pt idx="687">
                  <c:v>1.087</c:v>
                </c:pt>
                <c:pt idx="688">
                  <c:v>1.088</c:v>
                </c:pt>
                <c:pt idx="689">
                  <c:v>1.089</c:v>
                </c:pt>
                <c:pt idx="690">
                  <c:v>1.09</c:v>
                </c:pt>
                <c:pt idx="691">
                  <c:v>1.091</c:v>
                </c:pt>
                <c:pt idx="692">
                  <c:v>1.092</c:v>
                </c:pt>
                <c:pt idx="693">
                  <c:v>1.093</c:v>
                </c:pt>
                <c:pt idx="694">
                  <c:v>1.094</c:v>
                </c:pt>
                <c:pt idx="695">
                  <c:v>1.095</c:v>
                </c:pt>
                <c:pt idx="696">
                  <c:v>1.096</c:v>
                </c:pt>
                <c:pt idx="697">
                  <c:v>1.097</c:v>
                </c:pt>
                <c:pt idx="698">
                  <c:v>1.098</c:v>
                </c:pt>
                <c:pt idx="699">
                  <c:v>1.099</c:v>
                </c:pt>
                <c:pt idx="700">
                  <c:v>1.1</c:v>
                </c:pt>
                <c:pt idx="701">
                  <c:v>1.101</c:v>
                </c:pt>
                <c:pt idx="702">
                  <c:v>1.102</c:v>
                </c:pt>
                <c:pt idx="703">
                  <c:v>1.103</c:v>
                </c:pt>
                <c:pt idx="704">
                  <c:v>1.104</c:v>
                </c:pt>
                <c:pt idx="705">
                  <c:v>1.105</c:v>
                </c:pt>
                <c:pt idx="706">
                  <c:v>1.106</c:v>
                </c:pt>
                <c:pt idx="707">
                  <c:v>1.107</c:v>
                </c:pt>
                <c:pt idx="708">
                  <c:v>1.108</c:v>
                </c:pt>
                <c:pt idx="709">
                  <c:v>1.109</c:v>
                </c:pt>
                <c:pt idx="710">
                  <c:v>1.11</c:v>
                </c:pt>
                <c:pt idx="711">
                  <c:v>1.111</c:v>
                </c:pt>
                <c:pt idx="712">
                  <c:v>1.112</c:v>
                </c:pt>
                <c:pt idx="713">
                  <c:v>1.113</c:v>
                </c:pt>
                <c:pt idx="714">
                  <c:v>1.114</c:v>
                </c:pt>
                <c:pt idx="715">
                  <c:v>1.115</c:v>
                </c:pt>
                <c:pt idx="716">
                  <c:v>1.116</c:v>
                </c:pt>
                <c:pt idx="717">
                  <c:v>1.117</c:v>
                </c:pt>
                <c:pt idx="718">
                  <c:v>1.118</c:v>
                </c:pt>
                <c:pt idx="719">
                  <c:v>1.119</c:v>
                </c:pt>
                <c:pt idx="720">
                  <c:v>1.12</c:v>
                </c:pt>
                <c:pt idx="721">
                  <c:v>1.121</c:v>
                </c:pt>
                <c:pt idx="722">
                  <c:v>1.122</c:v>
                </c:pt>
                <c:pt idx="723">
                  <c:v>1.123</c:v>
                </c:pt>
                <c:pt idx="724">
                  <c:v>1.124</c:v>
                </c:pt>
                <c:pt idx="725">
                  <c:v>1.125</c:v>
                </c:pt>
                <c:pt idx="726">
                  <c:v>1.126</c:v>
                </c:pt>
                <c:pt idx="727">
                  <c:v>1.127</c:v>
                </c:pt>
                <c:pt idx="728">
                  <c:v>1.128</c:v>
                </c:pt>
                <c:pt idx="729">
                  <c:v>1.129</c:v>
                </c:pt>
                <c:pt idx="730">
                  <c:v>1.13</c:v>
                </c:pt>
                <c:pt idx="731">
                  <c:v>1.131</c:v>
                </c:pt>
                <c:pt idx="732">
                  <c:v>1.132</c:v>
                </c:pt>
                <c:pt idx="733">
                  <c:v>1.133</c:v>
                </c:pt>
                <c:pt idx="734">
                  <c:v>1.134</c:v>
                </c:pt>
                <c:pt idx="735">
                  <c:v>1.135</c:v>
                </c:pt>
                <c:pt idx="736">
                  <c:v>1.136</c:v>
                </c:pt>
                <c:pt idx="737">
                  <c:v>1.137</c:v>
                </c:pt>
                <c:pt idx="738">
                  <c:v>1.138</c:v>
                </c:pt>
                <c:pt idx="739">
                  <c:v>1.139</c:v>
                </c:pt>
                <c:pt idx="740">
                  <c:v>1.14</c:v>
                </c:pt>
                <c:pt idx="741">
                  <c:v>1.141</c:v>
                </c:pt>
                <c:pt idx="742">
                  <c:v>1.142</c:v>
                </c:pt>
                <c:pt idx="743">
                  <c:v>1.143</c:v>
                </c:pt>
                <c:pt idx="744">
                  <c:v>1.144</c:v>
                </c:pt>
                <c:pt idx="745">
                  <c:v>1.145</c:v>
                </c:pt>
                <c:pt idx="746">
                  <c:v>1.146</c:v>
                </c:pt>
                <c:pt idx="747">
                  <c:v>1.147</c:v>
                </c:pt>
                <c:pt idx="748">
                  <c:v>1.148</c:v>
                </c:pt>
                <c:pt idx="749">
                  <c:v>1.149</c:v>
                </c:pt>
                <c:pt idx="750">
                  <c:v>1.15</c:v>
                </c:pt>
                <c:pt idx="751">
                  <c:v>1.151</c:v>
                </c:pt>
                <c:pt idx="752">
                  <c:v>1.152</c:v>
                </c:pt>
                <c:pt idx="753">
                  <c:v>1.153</c:v>
                </c:pt>
                <c:pt idx="754">
                  <c:v>1.154</c:v>
                </c:pt>
                <c:pt idx="755">
                  <c:v>1.155</c:v>
                </c:pt>
                <c:pt idx="756">
                  <c:v>1.156</c:v>
                </c:pt>
                <c:pt idx="757">
                  <c:v>1.157</c:v>
                </c:pt>
                <c:pt idx="758">
                  <c:v>1.158</c:v>
                </c:pt>
                <c:pt idx="759">
                  <c:v>1.159</c:v>
                </c:pt>
                <c:pt idx="760">
                  <c:v>1.16</c:v>
                </c:pt>
                <c:pt idx="761">
                  <c:v>1.161</c:v>
                </c:pt>
                <c:pt idx="762">
                  <c:v>1.162</c:v>
                </c:pt>
                <c:pt idx="763">
                  <c:v>1.163</c:v>
                </c:pt>
                <c:pt idx="764">
                  <c:v>1.164</c:v>
                </c:pt>
                <c:pt idx="765">
                  <c:v>1.165</c:v>
                </c:pt>
                <c:pt idx="766">
                  <c:v>1.166</c:v>
                </c:pt>
                <c:pt idx="767">
                  <c:v>1.167</c:v>
                </c:pt>
                <c:pt idx="768">
                  <c:v>1.168</c:v>
                </c:pt>
                <c:pt idx="769">
                  <c:v>1.169</c:v>
                </c:pt>
                <c:pt idx="770">
                  <c:v>1.17</c:v>
                </c:pt>
                <c:pt idx="771">
                  <c:v>1.171</c:v>
                </c:pt>
                <c:pt idx="772">
                  <c:v>1.172</c:v>
                </c:pt>
                <c:pt idx="773">
                  <c:v>1.173</c:v>
                </c:pt>
                <c:pt idx="774">
                  <c:v>1.174</c:v>
                </c:pt>
                <c:pt idx="775">
                  <c:v>1.175</c:v>
                </c:pt>
                <c:pt idx="776">
                  <c:v>1.176</c:v>
                </c:pt>
                <c:pt idx="777">
                  <c:v>1.177</c:v>
                </c:pt>
                <c:pt idx="778">
                  <c:v>1.178</c:v>
                </c:pt>
                <c:pt idx="779">
                  <c:v>1.179</c:v>
                </c:pt>
                <c:pt idx="780">
                  <c:v>1.18</c:v>
                </c:pt>
                <c:pt idx="781">
                  <c:v>1.181</c:v>
                </c:pt>
                <c:pt idx="782">
                  <c:v>1.182</c:v>
                </c:pt>
                <c:pt idx="783">
                  <c:v>1.183</c:v>
                </c:pt>
                <c:pt idx="784">
                  <c:v>1.184</c:v>
                </c:pt>
                <c:pt idx="785">
                  <c:v>1.185</c:v>
                </c:pt>
                <c:pt idx="786">
                  <c:v>1.186</c:v>
                </c:pt>
                <c:pt idx="787">
                  <c:v>1.187</c:v>
                </c:pt>
                <c:pt idx="788">
                  <c:v>1.188</c:v>
                </c:pt>
                <c:pt idx="789">
                  <c:v>1.189</c:v>
                </c:pt>
                <c:pt idx="790">
                  <c:v>1.19</c:v>
                </c:pt>
                <c:pt idx="791">
                  <c:v>1.191</c:v>
                </c:pt>
                <c:pt idx="792">
                  <c:v>1.192</c:v>
                </c:pt>
                <c:pt idx="793">
                  <c:v>1.193</c:v>
                </c:pt>
                <c:pt idx="794">
                  <c:v>1.194</c:v>
                </c:pt>
                <c:pt idx="795">
                  <c:v>1.195</c:v>
                </c:pt>
                <c:pt idx="796">
                  <c:v>1.196</c:v>
                </c:pt>
                <c:pt idx="797">
                  <c:v>1.197</c:v>
                </c:pt>
                <c:pt idx="798">
                  <c:v>1.198</c:v>
                </c:pt>
                <c:pt idx="799">
                  <c:v>1.199</c:v>
                </c:pt>
                <c:pt idx="800">
                  <c:v>1.2</c:v>
                </c:pt>
              </c:numCache>
            </c:numRef>
          </c:xVal>
          <c:yVal>
            <c:numRef>
              <c:f>'Chart Data'!$B$2:$B$802</c:f>
              <c:numCache>
                <c:formatCode>0.0</c:formatCode>
                <c:ptCount val="801"/>
                <c:pt idx="0">
                  <c:v>-0.0732736565</c:v>
                </c:pt>
                <c:pt idx="1">
                  <c:v>-0.0433171837</c:v>
                </c:pt>
                <c:pt idx="2">
                  <c:v>-0.0161084133</c:v>
                </c:pt>
                <c:pt idx="3">
                  <c:v>0.0085494152</c:v>
                </c:pt>
                <c:pt idx="4">
                  <c:v>0.0308404057</c:v>
                </c:pt>
                <c:pt idx="5">
                  <c:v>0.050936772</c:v>
                </c:pt>
                <c:pt idx="6">
                  <c:v>0.1002817687</c:v>
                </c:pt>
                <c:pt idx="7">
                  <c:v>0.144692441</c:v>
                </c:pt>
                <c:pt idx="8">
                  <c:v>0.1845327181</c:v>
                </c:pt>
                <c:pt idx="9">
                  <c:v>0.2201427677</c:v>
                </c:pt>
                <c:pt idx="10">
                  <c:v>0.1553577406</c:v>
                </c:pt>
                <c:pt idx="11">
                  <c:v>0.3234371413</c:v>
                </c:pt>
                <c:pt idx="12">
                  <c:v>0.4747523547</c:v>
                </c:pt>
                <c:pt idx="13">
                  <c:v>0.6105387904</c:v>
                </c:pt>
                <c:pt idx="14">
                  <c:v>0.7319512297</c:v>
                </c:pt>
                <c:pt idx="15">
                  <c:v>0.8400687512</c:v>
                </c:pt>
                <c:pt idx="16">
                  <c:v>0.9358993687</c:v>
                </c:pt>
                <c:pt idx="17">
                  <c:v>1.020384396</c:v>
                </c:pt>
                <c:pt idx="18">
                  <c:v>1.0944025552</c:v>
                </c:pt>
                <c:pt idx="19">
                  <c:v>1.1587738432</c:v>
                </c:pt>
                <c:pt idx="20">
                  <c:v>1.2142631696</c:v>
                </c:pt>
                <c:pt idx="21">
                  <c:v>1.2118971106</c:v>
                </c:pt>
                <c:pt idx="22">
                  <c:v>1.3238095557</c:v>
                </c:pt>
                <c:pt idx="23">
                  <c:v>1.3626092042</c:v>
                </c:pt>
                <c:pt idx="24">
                  <c:v>1.7092841419</c:v>
                </c:pt>
                <c:pt idx="25">
                  <c:v>1.8539002152</c:v>
                </c:pt>
                <c:pt idx="26">
                  <c:v>1.98034462</c:v>
                </c:pt>
                <c:pt idx="27">
                  <c:v>2.0900458624</c:v>
                </c:pt>
                <c:pt idx="28">
                  <c:v>2.1843363329</c:v>
                </c:pt>
                <c:pt idx="29">
                  <c:v>2.264458284</c:v>
                </c:pt>
                <c:pt idx="30">
                  <c:v>2.331569453</c:v>
                </c:pt>
                <c:pt idx="31">
                  <c:v>2.386748351</c:v>
                </c:pt>
                <c:pt idx="32">
                  <c:v>2.4309992369</c:v>
                </c:pt>
                <c:pt idx="33">
                  <c:v>2.640471545</c:v>
                </c:pt>
                <c:pt idx="34">
                  <c:v>2.6587266518</c:v>
                </c:pt>
                <c:pt idx="35">
                  <c:v>2.6689205905</c:v>
                </c:pt>
                <c:pt idx="36">
                  <c:v>2.6717962359</c:v>
                </c:pt>
                <c:pt idx="37">
                  <c:v>2.5977628888</c:v>
                </c:pt>
                <c:pt idx="38">
                  <c:v>2.6899981074</c:v>
                </c:pt>
                <c:pt idx="39">
                  <c:v>2.8598108835</c:v>
                </c:pt>
                <c:pt idx="40">
                  <c:v>2.9193142599</c:v>
                </c:pt>
                <c:pt idx="41">
                  <c:v>2.9662113508</c:v>
                </c:pt>
                <c:pt idx="42">
                  <c:v>3.001590255</c:v>
                </c:pt>
                <c:pt idx="43">
                  <c:v>3.0264629217</c:v>
                </c:pt>
                <c:pt idx="44">
                  <c:v>3.0417699902</c:v>
                </c:pt>
                <c:pt idx="45">
                  <c:v>3.0610473337</c:v>
                </c:pt>
                <c:pt idx="46">
                  <c:v>3.0726919075</c:v>
                </c:pt>
                <c:pt idx="47">
                  <c:v>3.1185704338</c:v>
                </c:pt>
                <c:pt idx="48">
                  <c:v>3.0522883245</c:v>
                </c:pt>
                <c:pt idx="49">
                  <c:v>2.9850537134</c:v>
                </c:pt>
                <c:pt idx="50">
                  <c:v>2.9171171651</c:v>
                </c:pt>
                <c:pt idx="51">
                  <c:v>2.8487070697</c:v>
                </c:pt>
                <c:pt idx="52">
                  <c:v>2.8224701647</c:v>
                </c:pt>
                <c:pt idx="53">
                  <c:v>2.6921379195</c:v>
                </c:pt>
                <c:pt idx="54">
                  <c:v>2.5678049913</c:v>
                </c:pt>
                <c:pt idx="55">
                  <c:v>2.4491962042</c:v>
                </c:pt>
                <c:pt idx="56">
                  <c:v>2.191427495</c:v>
                </c:pt>
                <c:pt idx="57">
                  <c:v>2.2711795884</c:v>
                </c:pt>
                <c:pt idx="58">
                  <c:v>2.3588071181</c:v>
                </c:pt>
                <c:pt idx="59">
                  <c:v>2.4324852002</c:v>
                </c:pt>
                <c:pt idx="60">
                  <c:v>2.4933660519</c:v>
                </c:pt>
                <c:pt idx="61">
                  <c:v>2.5425226812</c:v>
                </c:pt>
                <c:pt idx="62">
                  <c:v>2.580953873</c:v>
                </c:pt>
                <c:pt idx="63">
                  <c:v>2.6095888765</c:v>
                </c:pt>
                <c:pt idx="64">
                  <c:v>2.6292918117</c:v>
                </c:pt>
                <c:pt idx="65">
                  <c:v>2.6408658127</c:v>
                </c:pt>
                <c:pt idx="66">
                  <c:v>2.6879421033</c:v>
                </c:pt>
                <c:pt idx="67">
                  <c:v>2.6232161835</c:v>
                </c:pt>
                <c:pt idx="68">
                  <c:v>2.5584102485</c:v>
                </c:pt>
                <c:pt idx="69">
                  <c:v>2.4936860582</c:v>
                </c:pt>
                <c:pt idx="70">
                  <c:v>2.4291897846</c:v>
                </c:pt>
                <c:pt idx="71">
                  <c:v>2.3650531472</c:v>
                </c:pt>
                <c:pt idx="72">
                  <c:v>2.3013944757</c:v>
                </c:pt>
                <c:pt idx="73">
                  <c:v>2.2383197021</c:v>
                </c:pt>
                <c:pt idx="74">
                  <c:v>2.1759232889</c:v>
                </c:pt>
                <c:pt idx="75">
                  <c:v>2.1142890957</c:v>
                </c:pt>
                <c:pt idx="76">
                  <c:v>2.053491189</c:v>
                </c:pt>
                <c:pt idx="77">
                  <c:v>1.9935945974</c:v>
                </c:pt>
                <c:pt idx="78">
                  <c:v>1.9346560178</c:v>
                </c:pt>
                <c:pt idx="79">
                  <c:v>1.8767244726</c:v>
                </c:pt>
                <c:pt idx="80">
                  <c:v>1.8198419242</c:v>
                </c:pt>
                <c:pt idx="81">
                  <c:v>1.7640438463</c:v>
                </c:pt>
                <c:pt idx="82">
                  <c:v>1.7093597575</c:v>
                </c:pt>
                <c:pt idx="83">
                  <c:v>1.6558137176</c:v>
                </c:pt>
                <c:pt idx="84">
                  <c:v>1.6034247899</c:v>
                </c:pt>
                <c:pt idx="85">
                  <c:v>1.5522074712</c:v>
                </c:pt>
                <c:pt idx="86">
                  <c:v>1.5021720922</c:v>
                </c:pt>
                <c:pt idx="87">
                  <c:v>1.4391192129</c:v>
                </c:pt>
                <c:pt idx="88">
                  <c:v>1.0801012953</c:v>
                </c:pt>
                <c:pt idx="89">
                  <c:v>0.7526793542</c:v>
                </c:pt>
                <c:pt idx="90">
                  <c:v>0.4546254306</c:v>
                </c:pt>
                <c:pt idx="91">
                  <c:v>0.18385373</c:v>
                </c:pt>
                <c:pt idx="92">
                  <c:v>-0.0615879453</c:v>
                </c:pt>
                <c:pt idx="93">
                  <c:v>-0.2835262658</c:v>
                </c:pt>
                <c:pt idx="94">
                  <c:v>-0.483669976</c:v>
                </c:pt>
                <c:pt idx="95">
                  <c:v>-0.6636170514</c:v>
                </c:pt>
                <c:pt idx="96">
                  <c:v>-0.8248614396</c:v>
                </c:pt>
                <c:pt idx="97">
                  <c:v>-0.9687994056</c:v>
                </c:pt>
                <c:pt idx="98">
                  <c:v>-1.0967355069</c:v>
                </c:pt>
                <c:pt idx="99">
                  <c:v>-1.2098882173</c:v>
                </c:pt>
                <c:pt idx="100">
                  <c:v>-1.309395221</c:v>
                </c:pt>
                <c:pt idx="101">
                  <c:v>-1.3963183944</c:v>
                </c:pt>
                <c:pt idx="102">
                  <c:v>-1.4716484944</c:v>
                </c:pt>
                <c:pt idx="103">
                  <c:v>-1.5363095701</c:v>
                </c:pt>
                <c:pt idx="104">
                  <c:v>-1.5911631125</c:v>
                </c:pt>
                <c:pt idx="105">
                  <c:v>-1.6591704269</c:v>
                </c:pt>
                <c:pt idx="106">
                  <c:v>-1.6958925293</c:v>
                </c:pt>
                <c:pt idx="107">
                  <c:v>-1.7250862642</c:v>
                </c:pt>
                <c:pt idx="108">
                  <c:v>-1.7473986112</c:v>
                </c:pt>
                <c:pt idx="109">
                  <c:v>-1.7634313494</c:v>
                </c:pt>
                <c:pt idx="110">
                  <c:v>-1.8702266353</c:v>
                </c:pt>
                <c:pt idx="111">
                  <c:v>-1.7353416965</c:v>
                </c:pt>
                <c:pt idx="112">
                  <c:v>-1.6091651267</c:v>
                </c:pt>
                <c:pt idx="113">
                  <c:v>-1.4911683347</c:v>
                </c:pt>
                <c:pt idx="114">
                  <c:v>-1.3808535753</c:v>
                </c:pt>
                <c:pt idx="115">
                  <c:v>-1.2777521976</c:v>
                </c:pt>
                <c:pt idx="116">
                  <c:v>-1.1814229914</c:v>
                </c:pt>
                <c:pt idx="117">
                  <c:v>-1.0914506251</c:v>
                </c:pt>
                <c:pt idx="118">
                  <c:v>-1.0074441708</c:v>
                </c:pt>
                <c:pt idx="119">
                  <c:v>-0.9290357121</c:v>
                </c:pt>
                <c:pt idx="120">
                  <c:v>-0.8558790292</c:v>
                </c:pt>
                <c:pt idx="121">
                  <c:v>-1.0846943874</c:v>
                </c:pt>
                <c:pt idx="122">
                  <c:v>-1.1722191401</c:v>
                </c:pt>
                <c:pt idx="123">
                  <c:v>-1.307940754</c:v>
                </c:pt>
                <c:pt idx="124">
                  <c:v>-1.2880418478</c:v>
                </c:pt>
                <c:pt idx="125">
                  <c:v>-1.2669728763</c:v>
                </c:pt>
                <c:pt idx="126">
                  <c:v>-1.2448953002</c:v>
                </c:pt>
                <c:pt idx="127">
                  <c:v>-1.2219576137</c:v>
                </c:pt>
                <c:pt idx="128">
                  <c:v>-1.1982962262</c:v>
                </c:pt>
                <c:pt idx="129">
                  <c:v>-1.1740362872</c:v>
                </c:pt>
                <c:pt idx="130">
                  <c:v>-1.1492924602</c:v>
                </c:pt>
                <c:pt idx="131">
                  <c:v>-1.1241696482</c:v>
                </c:pt>
                <c:pt idx="132">
                  <c:v>-1.0987636728</c:v>
                </c:pt>
                <c:pt idx="133">
                  <c:v>-1.0731619103</c:v>
                </c:pt>
                <c:pt idx="134">
                  <c:v>-1.047443888</c:v>
                </c:pt>
                <c:pt idx="135">
                  <c:v>-1.0216818414</c:v>
                </c:pt>
                <c:pt idx="136">
                  <c:v>-0.995941237</c:v>
                </c:pt>
                <c:pt idx="137">
                  <c:v>-1.0405615468</c:v>
                </c:pt>
                <c:pt idx="138">
                  <c:v>-0.9130583055</c:v>
                </c:pt>
                <c:pt idx="139">
                  <c:v>-0.7955168298</c:v>
                </c:pt>
                <c:pt idx="140">
                  <c:v>-0.6872687126</c:v>
                </c:pt>
                <c:pt idx="141">
                  <c:v>-0.5876870497</c:v>
                </c:pt>
                <c:pt idx="142">
                  <c:v>-0.4961839807</c:v>
                </c:pt>
                <c:pt idx="143">
                  <c:v>-0.4122083722</c:v>
                </c:pt>
                <c:pt idx="144">
                  <c:v>-0.3352436333</c:v>
                </c:pt>
                <c:pt idx="145">
                  <c:v>-0.2743021305</c:v>
                </c:pt>
                <c:pt idx="146">
                  <c:v>-0.2274401076</c:v>
                </c:pt>
                <c:pt idx="147">
                  <c:v>-0.1418459239</c:v>
                </c:pt>
                <c:pt idx="148">
                  <c:v>-0.3874435299</c:v>
                </c:pt>
                <c:pt idx="149">
                  <c:v>-0.6087478724</c:v>
                </c:pt>
                <c:pt idx="150">
                  <c:v>-0.8075443734</c:v>
                </c:pt>
                <c:pt idx="151">
                  <c:v>-0.9855020861</c:v>
                </c:pt>
                <c:pt idx="152">
                  <c:v>-1.101741843</c:v>
                </c:pt>
                <c:pt idx="153">
                  <c:v>-1.3041780272</c:v>
                </c:pt>
                <c:pt idx="154">
                  <c:v>-1.4842477839</c:v>
                </c:pt>
                <c:pt idx="155">
                  <c:v>-1.6436512519</c:v>
                </c:pt>
                <c:pt idx="156">
                  <c:v>-1.9285973945</c:v>
                </c:pt>
                <c:pt idx="157">
                  <c:v>-1.8414782283</c:v>
                </c:pt>
                <c:pt idx="158">
                  <c:v>-1.7582694637</c:v>
                </c:pt>
                <c:pt idx="159">
                  <c:v>-1.8948740461</c:v>
                </c:pt>
                <c:pt idx="160">
                  <c:v>-2.013971895</c:v>
                </c:pt>
                <c:pt idx="161">
                  <c:v>-2.1169457138</c:v>
                </c:pt>
                <c:pt idx="162">
                  <c:v>-2.2050849767</c:v>
                </c:pt>
                <c:pt idx="163">
                  <c:v>-2.2795917329</c:v>
                </c:pt>
                <c:pt idx="164">
                  <c:v>-2.3415860675</c:v>
                </c:pt>
                <c:pt idx="165">
                  <c:v>-2.3921112371</c:v>
                </c:pt>
                <c:pt idx="166">
                  <c:v>-2.3892533163</c:v>
                </c:pt>
                <c:pt idx="167">
                  <c:v>-2.4819132118</c:v>
                </c:pt>
                <c:pt idx="168">
                  <c:v>-2.5598519506</c:v>
                </c:pt>
                <c:pt idx="169">
                  <c:v>-2.6242850531</c:v>
                </c:pt>
                <c:pt idx="170">
                  <c:v>-2.6763444921</c:v>
                </c:pt>
                <c:pt idx="171">
                  <c:v>-2.7170839503</c:v>
                </c:pt>
                <c:pt idx="172">
                  <c:v>-2.9948431253</c:v>
                </c:pt>
                <c:pt idx="173">
                  <c:v>-3.2390465788</c:v>
                </c:pt>
                <c:pt idx="174">
                  <c:v>-3.4523067053</c:v>
                </c:pt>
                <c:pt idx="175">
                  <c:v>-3.6370608977</c:v>
                </c:pt>
                <c:pt idx="176">
                  <c:v>-3.7955824037</c:v>
                </c:pt>
                <c:pt idx="177">
                  <c:v>-3.9299905391</c:v>
                </c:pt>
                <c:pt idx="178">
                  <c:v>-4.0422602955</c:v>
                </c:pt>
                <c:pt idx="179">
                  <c:v>-4.1342313769</c:v>
                </c:pt>
                <c:pt idx="180">
                  <c:v>-4.2076166979</c:v>
                </c:pt>
                <c:pt idx="181">
                  <c:v>-4.2640103755</c:v>
                </c:pt>
                <c:pt idx="182">
                  <c:v>-4.3048952421</c:v>
                </c:pt>
                <c:pt idx="183">
                  <c:v>-4.3316499088</c:v>
                </c:pt>
                <c:pt idx="184">
                  <c:v>-4.3455554039</c:v>
                </c:pt>
                <c:pt idx="185">
                  <c:v>-4.3478014127</c:v>
                </c:pt>
                <c:pt idx="186">
                  <c:v>-4.4925949682</c:v>
                </c:pt>
                <c:pt idx="187">
                  <c:v>-4.3502437406</c:v>
                </c:pt>
                <c:pt idx="188">
                  <c:v>-4.3745930878</c:v>
                </c:pt>
                <c:pt idx="189">
                  <c:v>-4.3862200167</c:v>
                </c:pt>
                <c:pt idx="190">
                  <c:v>-4.3863075699</c:v>
                </c:pt>
                <c:pt idx="191">
                  <c:v>-4.3759536559</c:v>
                </c:pt>
                <c:pt idx="192">
                  <c:v>-4.3561765392</c:v>
                </c:pt>
                <c:pt idx="193">
                  <c:v>-4.3279199974</c:v>
                </c:pt>
                <c:pt idx="194">
                  <c:v>-4.2920581646</c:v>
                </c:pt>
                <c:pt idx="195">
                  <c:v>-4.2494000797</c:v>
                </c:pt>
                <c:pt idx="196">
                  <c:v>-4.2006939569</c:v>
                </c:pt>
                <c:pt idx="197">
                  <c:v>-4.146631194</c:v>
                </c:pt>
                <c:pt idx="198">
                  <c:v>-4.0878501346</c:v>
                </c:pt>
                <c:pt idx="199">
                  <c:v>-4.0249395988</c:v>
                </c:pt>
                <c:pt idx="200">
                  <c:v>-3.9584421953</c:v>
                </c:pt>
                <c:pt idx="201">
                  <c:v>-3.8888574285</c:v>
                </c:pt>
                <c:pt idx="202">
                  <c:v>-3.8166446118</c:v>
                </c:pt>
                <c:pt idx="203">
                  <c:v>-3.7422256005</c:v>
                </c:pt>
                <c:pt idx="204">
                  <c:v>-3.6659873526</c:v>
                </c:pt>
                <c:pt idx="205">
                  <c:v>-3.5882843292</c:v>
                </c:pt>
                <c:pt idx="206">
                  <c:v>-3.5094407441</c:v>
                </c:pt>
                <c:pt idx="207">
                  <c:v>-3.4297526711</c:v>
                </c:pt>
                <c:pt idx="208">
                  <c:v>-3.3494900173</c:v>
                </c:pt>
                <c:pt idx="209">
                  <c:v>-3.2688983717</c:v>
                </c:pt>
                <c:pt idx="210">
                  <c:v>-3.2846834425</c:v>
                </c:pt>
                <c:pt idx="211">
                  <c:v>-3.0640846723</c:v>
                </c:pt>
                <c:pt idx="212">
                  <c:v>-2.8571905138</c:v>
                </c:pt>
                <c:pt idx="213">
                  <c:v>-2.6631889127</c:v>
                </c:pt>
                <c:pt idx="214">
                  <c:v>-2.4813144262</c:v>
                </c:pt>
                <c:pt idx="215">
                  <c:v>-2.3108456078</c:v>
                </c:pt>
                <c:pt idx="216">
                  <c:v>-2.1511025365</c:v>
                </c:pt>
                <c:pt idx="217">
                  <c:v>-2.0014444824</c:v>
                </c:pt>
                <c:pt idx="218">
                  <c:v>-1.8612677013</c:v>
                </c:pt>
                <c:pt idx="219">
                  <c:v>-1.7300033509</c:v>
                </c:pt>
                <c:pt idx="220">
                  <c:v>-1.4319007723</c:v>
                </c:pt>
                <c:pt idx="221">
                  <c:v>-1.3734499309</c:v>
                </c:pt>
                <c:pt idx="222">
                  <c:v>-1.2003586522</c:v>
                </c:pt>
                <c:pt idx="223">
                  <c:v>-1.1001981975</c:v>
                </c:pt>
                <c:pt idx="224">
                  <c:v>-0.8673584993</c:v>
                </c:pt>
                <c:pt idx="225">
                  <c:v>-0.6546133559</c:v>
                </c:pt>
                <c:pt idx="226">
                  <c:v>-0.4605565466</c:v>
                </c:pt>
                <c:pt idx="227">
                  <c:v>-0.2838712187</c:v>
                </c:pt>
                <c:pt idx="228">
                  <c:v>-0.1233245156</c:v>
                </c:pt>
                <c:pt idx="229">
                  <c:v>0.0222374847</c:v>
                </c:pt>
                <c:pt idx="230">
                  <c:v>0.1538945357</c:v>
                </c:pt>
                <c:pt idx="231">
                  <c:v>0.2726567131</c:v>
                </c:pt>
                <c:pt idx="232">
                  <c:v>0.3794686422</c:v>
                </c:pt>
                <c:pt idx="233">
                  <c:v>0.47521348</c:v>
                </c:pt>
                <c:pt idx="234">
                  <c:v>0.5607166637</c:v>
                </c:pt>
                <c:pt idx="235">
                  <c:v>0.6367494405</c:v>
                </c:pt>
                <c:pt idx="236">
                  <c:v>0.7040321894</c:v>
                </c:pt>
                <c:pt idx="237">
                  <c:v>0.6929572621</c:v>
                </c:pt>
                <c:pt idx="238">
                  <c:v>0.8466903265</c:v>
                </c:pt>
                <c:pt idx="239">
                  <c:v>0.9837798442</c:v>
                </c:pt>
                <c:pt idx="240">
                  <c:v>1.1461111992</c:v>
                </c:pt>
                <c:pt idx="241">
                  <c:v>1.2902685788</c:v>
                </c:pt>
                <c:pt idx="242">
                  <c:v>1.4176385771</c:v>
                </c:pt>
                <c:pt idx="243">
                  <c:v>1.3469254001</c:v>
                </c:pt>
                <c:pt idx="244">
                  <c:v>1.2797377166</c:v>
                </c:pt>
                <c:pt idx="245">
                  <c:v>1.228561837</c:v>
                </c:pt>
                <c:pt idx="246">
                  <c:v>1.1495341826</c:v>
                </c:pt>
                <c:pt idx="247">
                  <c:v>1.2032126932</c:v>
                </c:pt>
                <c:pt idx="248">
                  <c:v>0.9997858969</c:v>
                </c:pt>
                <c:pt idx="249">
                  <c:v>0.8133396601</c:v>
                </c:pt>
                <c:pt idx="250">
                  <c:v>0.642701544</c:v>
                </c:pt>
                <c:pt idx="251">
                  <c:v>0.4867730817</c:v>
                </c:pt>
                <c:pt idx="252">
                  <c:v>0.3869643066</c:v>
                </c:pt>
                <c:pt idx="253">
                  <c:v>0.1958544992</c:v>
                </c:pt>
                <c:pt idx="254">
                  <c:v>0.0224653411</c:v>
                </c:pt>
                <c:pt idx="255">
                  <c:v>-0.1344770923</c:v>
                </c:pt>
                <c:pt idx="256">
                  <c:v>-0.4207860739</c:v>
                </c:pt>
                <c:pt idx="257">
                  <c:v>-0.3384864885</c:v>
                </c:pt>
                <c:pt idx="258">
                  <c:v>-0.1101573484</c:v>
                </c:pt>
                <c:pt idx="259">
                  <c:v>-0.0474303049</c:v>
                </c:pt>
                <c:pt idx="260">
                  <c:v>0.0094402874</c:v>
                </c:pt>
                <c:pt idx="261">
                  <c:v>0.060876473</c:v>
                </c:pt>
                <c:pt idx="262">
                  <c:v>0.1072730594</c:v>
                </c:pt>
                <c:pt idx="263">
                  <c:v>0.1489992705</c:v>
                </c:pt>
                <c:pt idx="264">
                  <c:v>0.1864003026</c:v>
                </c:pt>
                <c:pt idx="265">
                  <c:v>0.2197987899</c:v>
                </c:pt>
                <c:pt idx="266">
                  <c:v>0.2923813673</c:v>
                </c:pt>
                <c:pt idx="267">
                  <c:v>0.2564324969</c:v>
                </c:pt>
                <c:pt idx="268">
                  <c:v>0.2232946713</c:v>
                </c:pt>
                <c:pt idx="269">
                  <c:v>0.192779205</c:v>
                </c:pt>
                <c:pt idx="270">
                  <c:v>0.1647091306</c:v>
                </c:pt>
                <c:pt idx="271">
                  <c:v>0.3141332552</c:v>
                </c:pt>
                <c:pt idx="272">
                  <c:v>0.2835878749</c:v>
                </c:pt>
                <c:pt idx="273">
                  <c:v>0.2552747385</c:v>
                </c:pt>
                <c:pt idx="274">
                  <c:v>0.2290487646</c:v>
                </c:pt>
                <c:pt idx="275">
                  <c:v>0.2047737139</c:v>
                </c:pt>
                <c:pt idx="276">
                  <c:v>0.1823216712</c:v>
                </c:pt>
                <c:pt idx="277">
                  <c:v>0.1615725582</c:v>
                </c:pt>
                <c:pt idx="278">
                  <c:v>0.1424136729</c:v>
                </c:pt>
                <c:pt idx="279">
                  <c:v>0.1247392558</c:v>
                </c:pt>
                <c:pt idx="280">
                  <c:v>0.108450081</c:v>
                </c:pt>
                <c:pt idx="281">
                  <c:v>0.0934530701</c:v>
                </c:pt>
                <c:pt idx="282">
                  <c:v>0.0796609289</c:v>
                </c:pt>
                <c:pt idx="283">
                  <c:v>0.0669918044</c:v>
                </c:pt>
                <c:pt idx="284">
                  <c:v>0.0553689619</c:v>
                </c:pt>
                <c:pt idx="285">
                  <c:v>0.1374737255</c:v>
                </c:pt>
                <c:pt idx="286">
                  <c:v>0.1240908771</c:v>
                </c:pt>
                <c:pt idx="287">
                  <c:v>0.0661982311</c:v>
                </c:pt>
                <c:pt idx="288">
                  <c:v>0.1207122742</c:v>
                </c:pt>
                <c:pt idx="289">
                  <c:v>0.1697514977</c:v>
                </c:pt>
                <c:pt idx="290">
                  <c:v>0.2137202564</c:v>
                </c:pt>
                <c:pt idx="291">
                  <c:v>0.2529964861</c:v>
                </c:pt>
                <c:pt idx="292">
                  <c:v>0.2879333188</c:v>
                </c:pt>
                <c:pt idx="293">
                  <c:v>0.318860603</c:v>
                </c:pt>
                <c:pt idx="294">
                  <c:v>0.3460863351</c:v>
                </c:pt>
                <c:pt idx="295">
                  <c:v>0.2525036748</c:v>
                </c:pt>
                <c:pt idx="296">
                  <c:v>0.1672259846</c:v>
                </c:pt>
                <c:pt idx="297">
                  <c:v>0.0896657811</c:v>
                </c:pt>
                <c:pt idx="298">
                  <c:v>0.0192731305</c:v>
                </c:pt>
                <c:pt idx="299">
                  <c:v>-0.0444666161</c:v>
                </c:pt>
                <c:pt idx="300">
                  <c:v>-0.102034957</c:v>
                </c:pt>
                <c:pt idx="301">
                  <c:v>-0.1538822487</c:v>
                </c:pt>
                <c:pt idx="302">
                  <c:v>-0.2004295987</c:v>
                </c:pt>
                <c:pt idx="303">
                  <c:v>-0.2420706471</c:v>
                </c:pt>
                <c:pt idx="304">
                  <c:v>-0.279173244</c:v>
                </c:pt>
                <c:pt idx="305">
                  <c:v>-0.3120810292</c:v>
                </c:pt>
                <c:pt idx="306">
                  <c:v>-0.3411149183</c:v>
                </c:pt>
                <c:pt idx="307">
                  <c:v>-0.3665745022</c:v>
                </c:pt>
                <c:pt idx="308">
                  <c:v>-0.3574571544</c:v>
                </c:pt>
                <c:pt idx="309">
                  <c:v>-0.3483572005</c:v>
                </c:pt>
                <c:pt idx="310">
                  <c:v>-0.4357773378</c:v>
                </c:pt>
                <c:pt idx="311">
                  <c:v>-0.2867729761</c:v>
                </c:pt>
                <c:pt idx="312">
                  <c:v>-0.1512661449</c:v>
                </c:pt>
                <c:pt idx="313">
                  <c:v>-0.0282946966</c:v>
                </c:pt>
                <c:pt idx="314">
                  <c:v>0.083041772</c:v>
                </c:pt>
                <c:pt idx="315">
                  <c:v>0.1835856542</c:v>
                </c:pt>
                <c:pt idx="316">
                  <c:v>0.2741248498</c:v>
                </c:pt>
                <c:pt idx="317">
                  <c:v>0.3553960769</c:v>
                </c:pt>
                <c:pt idx="318">
                  <c:v>0.4280879901</c:v>
                </c:pt>
                <c:pt idx="319">
                  <c:v>0.4928441163</c:v>
                </c:pt>
                <c:pt idx="320">
                  <c:v>0.5502656186</c:v>
                </c:pt>
                <c:pt idx="321">
                  <c:v>0.5512272286</c:v>
                </c:pt>
                <c:pt idx="322">
                  <c:v>0.667722122</c:v>
                </c:pt>
                <c:pt idx="323">
                  <c:v>0.7122286905</c:v>
                </c:pt>
                <c:pt idx="324">
                  <c:v>0.8903996876</c:v>
                </c:pt>
                <c:pt idx="325">
                  <c:v>1.0494975955</c:v>
                </c:pt>
                <c:pt idx="326">
                  <c:v>1.1909590331</c:v>
                </c:pt>
                <c:pt idx="327">
                  <c:v>1.3161258569</c:v>
                </c:pt>
                <c:pt idx="328">
                  <c:v>1.4262509863</c:v>
                </c:pt>
                <c:pt idx="329">
                  <c:v>1.5225038876</c:v>
                </c:pt>
                <c:pt idx="330">
                  <c:v>1.6059757337</c:v>
                </c:pt>
                <c:pt idx="331">
                  <c:v>1.6776842593</c:v>
                </c:pt>
                <c:pt idx="332">
                  <c:v>1.7385783286</c:v>
                </c:pt>
                <c:pt idx="333">
                  <c:v>1.7895422324</c:v>
                </c:pt>
                <c:pt idx="334">
                  <c:v>1.8313997298</c:v>
                </c:pt>
                <c:pt idx="335">
                  <c:v>1.7922222343</c:v>
                </c:pt>
                <c:pt idx="336">
                  <c:v>1.752510046</c:v>
                </c:pt>
                <c:pt idx="337">
                  <c:v>1.6421282192</c:v>
                </c:pt>
                <c:pt idx="338">
                  <c:v>1.7037470163</c:v>
                </c:pt>
                <c:pt idx="339">
                  <c:v>1.7266713264</c:v>
                </c:pt>
                <c:pt idx="340">
                  <c:v>1.77040802</c:v>
                </c:pt>
                <c:pt idx="341">
                  <c:v>1.8057715792</c:v>
                </c:pt>
                <c:pt idx="342">
                  <c:v>1.9628109215</c:v>
                </c:pt>
                <c:pt idx="343">
                  <c:v>1.9784391764</c:v>
                </c:pt>
                <c:pt idx="344">
                  <c:v>1.9878743521</c:v>
                </c:pt>
                <c:pt idx="345">
                  <c:v>2.0043453508</c:v>
                </c:pt>
                <c:pt idx="346">
                  <c:v>2.036175145</c:v>
                </c:pt>
                <c:pt idx="347">
                  <c:v>2.0542913399</c:v>
                </c:pt>
                <c:pt idx="348">
                  <c:v>1.9654202957</c:v>
                </c:pt>
                <c:pt idx="349">
                  <c:v>1.8803315616</c:v>
                </c:pt>
                <c:pt idx="350">
                  <c:v>1.7988675927</c:v>
                </c:pt>
                <c:pt idx="351">
                  <c:v>1.7208772147</c:v>
                </c:pt>
                <c:pt idx="352">
                  <c:v>1.5712600017</c:v>
                </c:pt>
                <c:pt idx="353">
                  <c:v>1.3322647268</c:v>
                </c:pt>
                <c:pt idx="354">
                  <c:v>1.1128439758</c:v>
                </c:pt>
                <c:pt idx="355">
                  <c:v>0.9116568937</c:v>
                </c:pt>
                <c:pt idx="356">
                  <c:v>0.5828253967</c:v>
                </c:pt>
                <c:pt idx="357">
                  <c:v>0.6242618597</c:v>
                </c:pt>
                <c:pt idx="358">
                  <c:v>0.6602702721</c:v>
                </c:pt>
                <c:pt idx="359">
                  <c:v>0.6912815325</c:v>
                </c:pt>
                <c:pt idx="360">
                  <c:v>0.7176974204</c:v>
                </c:pt>
                <c:pt idx="361">
                  <c:v>0.7398924114</c:v>
                </c:pt>
                <c:pt idx="362">
                  <c:v>0.7582153846</c:v>
                </c:pt>
                <c:pt idx="363">
                  <c:v>0.7729912286</c:v>
                </c:pt>
                <c:pt idx="364">
                  <c:v>0.7845223523</c:v>
                </c:pt>
                <c:pt idx="365">
                  <c:v>0.5700832688</c:v>
                </c:pt>
                <c:pt idx="366">
                  <c:v>0.4175799627</c:v>
                </c:pt>
                <c:pt idx="367">
                  <c:v>0.1776671691</c:v>
                </c:pt>
                <c:pt idx="368">
                  <c:v>0.0007901209</c:v>
                </c:pt>
                <c:pt idx="369">
                  <c:v>-0.1592567301</c:v>
                </c:pt>
                <c:pt idx="370">
                  <c:v>-0.3036943063</c:v>
                </c:pt>
                <c:pt idx="371">
                  <c:v>-0.433664472</c:v>
                </c:pt>
                <c:pt idx="372">
                  <c:v>-0.5502348403</c:v>
                </c:pt>
                <c:pt idx="373">
                  <c:v>-0.6544032998</c:v>
                </c:pt>
                <c:pt idx="374">
                  <c:v>-0.7471022763</c:v>
                </c:pt>
                <c:pt idx="375">
                  <c:v>-0.8292027445</c:v>
                </c:pt>
                <c:pt idx="376">
                  <c:v>-0.9015180042</c:v>
                </c:pt>
                <c:pt idx="377">
                  <c:v>-0.9648072343</c:v>
                </c:pt>
                <c:pt idx="378">
                  <c:v>-1.0197788372</c:v>
                </c:pt>
                <c:pt idx="379">
                  <c:v>-1.0670935861</c:v>
                </c:pt>
                <c:pt idx="380">
                  <c:v>-1.1073675855</c:v>
                </c:pt>
                <c:pt idx="381">
                  <c:v>-1.141175057</c:v>
                </c:pt>
                <c:pt idx="382">
                  <c:v>-1.1690509585</c:v>
                </c:pt>
                <c:pt idx="383">
                  <c:v>-1.1914934488</c:v>
                </c:pt>
                <c:pt idx="384">
                  <c:v>-1.2089662044</c:v>
                </c:pt>
                <c:pt idx="385">
                  <c:v>-1.2219005979</c:v>
                </c:pt>
                <c:pt idx="386">
                  <c:v>-1.2306977461</c:v>
                </c:pt>
                <c:pt idx="387">
                  <c:v>-1.2812186208</c:v>
                </c:pt>
                <c:pt idx="388">
                  <c:v>-1.2168293992</c:v>
                </c:pt>
                <c:pt idx="389">
                  <c:v>-1.1556733094</c:v>
                </c:pt>
                <c:pt idx="390">
                  <c:v>-1.0975881423</c:v>
                </c:pt>
                <c:pt idx="391">
                  <c:v>-1.0424198204</c:v>
                </c:pt>
                <c:pt idx="392">
                  <c:v>-0.9900219911</c:v>
                </c:pt>
                <c:pt idx="393">
                  <c:v>-0.9402556388</c:v>
                </c:pt>
                <c:pt idx="394">
                  <c:v>-0.7692058946</c:v>
                </c:pt>
                <c:pt idx="395">
                  <c:v>-0.6909127578</c:v>
                </c:pt>
                <c:pt idx="396">
                  <c:v>-0.6184268143</c:v>
                </c:pt>
                <c:pt idx="397">
                  <c:v>-0.5513678495</c:v>
                </c:pt>
                <c:pt idx="398">
                  <c:v>-0.4893789224</c:v>
                </c:pt>
                <c:pt idx="399">
                  <c:v>-0.4321250001</c:v>
                </c:pt>
                <c:pt idx="400">
                  <c:v>-0.3792916698</c:v>
                </c:pt>
                <c:pt idx="401">
                  <c:v>-0.4032795389</c:v>
                </c:pt>
                <c:pt idx="402">
                  <c:v>-0.4240254323</c:v>
                </c:pt>
                <c:pt idx="403">
                  <c:v>-0.4417885191</c:v>
                </c:pt>
                <c:pt idx="404">
                  <c:v>-0.4568104002</c:v>
                </c:pt>
                <c:pt idx="405">
                  <c:v>-0.4693162053</c:v>
                </c:pt>
                <c:pt idx="406">
                  <c:v>-0.4795156246</c:v>
                </c:pt>
                <c:pt idx="407">
                  <c:v>-0.5097623479</c:v>
                </c:pt>
                <c:pt idx="408">
                  <c:v>-0.515051201</c:v>
                </c:pt>
                <c:pt idx="409">
                  <c:v>-0.5186116684</c:v>
                </c:pt>
                <c:pt idx="410">
                  <c:v>-0.6170824666</c:v>
                </c:pt>
                <c:pt idx="411">
                  <c:v>-0.4776459097</c:v>
                </c:pt>
                <c:pt idx="412">
                  <c:v>-0.3503423818</c:v>
                </c:pt>
                <c:pt idx="413">
                  <c:v>-0.2343200727</c:v>
                </c:pt>
                <c:pt idx="414">
                  <c:v>-0.1287813997</c:v>
                </c:pt>
                <c:pt idx="415">
                  <c:v>-0.0329797438</c:v>
                </c:pt>
                <c:pt idx="416">
                  <c:v>0.0537836237</c:v>
                </c:pt>
                <c:pt idx="417">
                  <c:v>0.1321624371</c:v>
                </c:pt>
                <c:pt idx="418">
                  <c:v>0.2027681627</c:v>
                </c:pt>
                <c:pt idx="419">
                  <c:v>0.2661725672</c:v>
                </c:pt>
                <c:pt idx="420">
                  <c:v>0.3229101349</c:v>
                </c:pt>
                <c:pt idx="421">
                  <c:v>0.3550758852</c:v>
                </c:pt>
                <c:pt idx="422">
                  <c:v>0.5002720118</c:v>
                </c:pt>
                <c:pt idx="423">
                  <c:v>0.5711468218</c:v>
                </c:pt>
                <c:pt idx="424">
                  <c:v>0.7735123634</c:v>
                </c:pt>
                <c:pt idx="425">
                  <c:v>0.9547804249</c:v>
                </c:pt>
                <c:pt idx="426">
                  <c:v>1.1165275386</c:v>
                </c:pt>
                <c:pt idx="427">
                  <c:v>1.2602266414</c:v>
                </c:pt>
                <c:pt idx="428">
                  <c:v>1.3872534306</c:v>
                </c:pt>
                <c:pt idx="429">
                  <c:v>1.4988923444</c:v>
                </c:pt>
                <c:pt idx="430">
                  <c:v>1.5963421921</c:v>
                </c:pt>
                <c:pt idx="431">
                  <c:v>1.6807214505</c:v>
                </c:pt>
                <c:pt idx="432">
                  <c:v>1.7530732488</c:v>
                </c:pt>
                <c:pt idx="433">
                  <c:v>1.8143700575</c:v>
                </c:pt>
                <c:pt idx="434">
                  <c:v>1.9170113758</c:v>
                </c:pt>
                <c:pt idx="435">
                  <c:v>1.9568332366</c:v>
                </c:pt>
                <c:pt idx="436">
                  <c:v>1.9882110834</c:v>
                </c:pt>
                <c:pt idx="437">
                  <c:v>1.941593549</c:v>
                </c:pt>
                <c:pt idx="438">
                  <c:v>2.060196365</c:v>
                </c:pt>
                <c:pt idx="439">
                  <c:v>2.1626123115</c:v>
                </c:pt>
                <c:pt idx="440">
                  <c:v>2.0271313344</c:v>
                </c:pt>
                <c:pt idx="441">
                  <c:v>1.899721405</c:v>
                </c:pt>
                <c:pt idx="442">
                  <c:v>1.779917515</c:v>
                </c:pt>
                <c:pt idx="443">
                  <c:v>1.6672808158</c:v>
                </c:pt>
                <c:pt idx="444">
                  <c:v>1.5613971732</c:v>
                </c:pt>
                <c:pt idx="445">
                  <c:v>1.4745377955</c:v>
                </c:pt>
                <c:pt idx="446">
                  <c:v>1.3626373059</c:v>
                </c:pt>
                <c:pt idx="447">
                  <c:v>1.1698507583</c:v>
                </c:pt>
                <c:pt idx="448">
                  <c:v>0.8922507241</c:v>
                </c:pt>
                <c:pt idx="449">
                  <c:v>0.638945546</c:v>
                </c:pt>
                <c:pt idx="450">
                  <c:v>0.4082257665</c:v>
                </c:pt>
                <c:pt idx="451">
                  <c:v>0.2816460892</c:v>
                </c:pt>
                <c:pt idx="452">
                  <c:v>0.1305724203</c:v>
                </c:pt>
                <c:pt idx="453">
                  <c:v>-0.1063139354</c:v>
                </c:pt>
                <c:pt idx="454">
                  <c:v>-0.3204046988</c:v>
                </c:pt>
                <c:pt idx="455">
                  <c:v>-0.5133599277</c:v>
                </c:pt>
                <c:pt idx="456">
                  <c:v>-0.831353435</c:v>
                </c:pt>
                <c:pt idx="457">
                  <c:v>-0.7767466314</c:v>
                </c:pt>
                <c:pt idx="458">
                  <c:v>-0.8428831379</c:v>
                </c:pt>
                <c:pt idx="459">
                  <c:v>-0.9007210679</c:v>
                </c:pt>
                <c:pt idx="460">
                  <c:v>-0.9509125639</c:v>
                </c:pt>
                <c:pt idx="461">
                  <c:v>-0.9940658964</c:v>
                </c:pt>
                <c:pt idx="462">
                  <c:v>-1.030748192</c:v>
                </c:pt>
                <c:pt idx="463">
                  <c:v>-1.0614879999</c:v>
                </c:pt>
                <c:pt idx="464">
                  <c:v>-0.9288128452</c:v>
                </c:pt>
                <c:pt idx="465">
                  <c:v>-0.9553123705</c:v>
                </c:pt>
                <c:pt idx="466">
                  <c:v>-0.9341326731</c:v>
                </c:pt>
                <c:pt idx="467">
                  <c:v>-1.0424536479</c:v>
                </c:pt>
                <c:pt idx="468">
                  <c:v>-1.110886044</c:v>
                </c:pt>
                <c:pt idx="469">
                  <c:v>-1.1701639175</c:v>
                </c:pt>
                <c:pt idx="470">
                  <c:v>-1.2210174398</c:v>
                </c:pt>
                <c:pt idx="471">
                  <c:v>-1.2641273354</c:v>
                </c:pt>
                <c:pt idx="472">
                  <c:v>-1.3001279679</c:v>
                </c:pt>
                <c:pt idx="473">
                  <c:v>-1.3296102431</c:v>
                </c:pt>
                <c:pt idx="474">
                  <c:v>-1.3531243391</c:v>
                </c:pt>
                <c:pt idx="475">
                  <c:v>-1.3711822734</c:v>
                </c:pt>
                <c:pt idx="476">
                  <c:v>-1.3842603163</c:v>
                </c:pt>
                <c:pt idx="477">
                  <c:v>-1.3928012602</c:v>
                </c:pt>
                <c:pt idx="478">
                  <c:v>-1.3972165518</c:v>
                </c:pt>
                <c:pt idx="479">
                  <c:v>-1.3978882969</c:v>
                </c:pt>
                <c:pt idx="480">
                  <c:v>-1.3951711431</c:v>
                </c:pt>
                <c:pt idx="481">
                  <c:v>-1.3893940499</c:v>
                </c:pt>
                <c:pt idx="482">
                  <c:v>-1.3808619501</c:v>
                </c:pt>
                <c:pt idx="483">
                  <c:v>-1.3698573115</c:v>
                </c:pt>
                <c:pt idx="484">
                  <c:v>-1.3566416025</c:v>
                </c:pt>
                <c:pt idx="485">
                  <c:v>-1.3414566688</c:v>
                </c:pt>
                <c:pt idx="486">
                  <c:v>-1.3245260252</c:v>
                </c:pt>
                <c:pt idx="487">
                  <c:v>-1.3515442542</c:v>
                </c:pt>
                <c:pt idx="488">
                  <c:v>-1.2657216849</c:v>
                </c:pt>
                <c:pt idx="489">
                  <c:v>-1.1850556065</c:v>
                </c:pt>
                <c:pt idx="490">
                  <c:v>-1.0779649747</c:v>
                </c:pt>
                <c:pt idx="491">
                  <c:v>-0.9785013498</c:v>
                </c:pt>
                <c:pt idx="492">
                  <c:v>-0.8861755073</c:v>
                </c:pt>
                <c:pt idx="493">
                  <c:v>-0.829306004</c:v>
                </c:pt>
                <c:pt idx="494">
                  <c:v>-0.7487748609</c:v>
                </c:pt>
                <c:pt idx="495">
                  <c:v>-0.6741262565</c:v>
                </c:pt>
                <c:pt idx="496">
                  <c:v>-0.6049779503</c:v>
                </c:pt>
                <c:pt idx="497">
                  <c:v>-0.5409709936</c:v>
                </c:pt>
                <c:pt idx="498">
                  <c:v>-0.4817683673</c:v>
                </c:pt>
                <c:pt idx="499">
                  <c:v>-0.4270536965</c:v>
                </c:pt>
                <c:pt idx="500">
                  <c:v>-0.3250367616</c:v>
                </c:pt>
                <c:pt idx="501">
                  <c:v>-0.280447</c:v>
                </c:pt>
                <c:pt idx="502">
                  <c:v>-0.2394334527</c:v>
                </c:pt>
                <c:pt idx="503">
                  <c:v>-0.2017533515</c:v>
                </c:pt>
                <c:pt idx="504">
                  <c:v>-0.1671791017</c:v>
                </c:pt>
                <c:pt idx="505">
                  <c:v>-0.1354973798</c:v>
                </c:pt>
                <c:pt idx="506">
                  <c:v>-0.1065082825</c:v>
                </c:pt>
                <c:pt idx="507">
                  <c:v>-0.0800245252</c:v>
                </c:pt>
                <c:pt idx="508">
                  <c:v>-0.0558706867</c:v>
                </c:pt>
                <c:pt idx="509">
                  <c:v>-0.0338824976</c:v>
                </c:pt>
                <c:pt idx="510">
                  <c:v>-0.1103888773</c:v>
                </c:pt>
                <c:pt idx="511">
                  <c:v>0.0477167017</c:v>
                </c:pt>
                <c:pt idx="512">
                  <c:v>0.1906630482</c:v>
                </c:pt>
                <c:pt idx="513">
                  <c:v>0.319552746</c:v>
                </c:pt>
                <c:pt idx="514">
                  <c:v>0.4354168891</c:v>
                </c:pt>
                <c:pt idx="515">
                  <c:v>0.5392194321</c:v>
                </c:pt>
                <c:pt idx="516">
                  <c:v>0.6318612864</c:v>
                </c:pt>
                <c:pt idx="517">
                  <c:v>0.714184177</c:v>
                </c:pt>
                <c:pt idx="518">
                  <c:v>0.7869742723</c:v>
                </c:pt>
                <c:pt idx="519">
                  <c:v>0.8509656017</c:v>
                </c:pt>
                <c:pt idx="520">
                  <c:v>0.8846848025</c:v>
                </c:pt>
                <c:pt idx="521">
                  <c:v>0.8842712529</c:v>
                </c:pt>
                <c:pt idx="522">
                  <c:v>0.9987296823</c:v>
                </c:pt>
                <c:pt idx="523">
                  <c:v>1.0406062577</c:v>
                </c:pt>
                <c:pt idx="524">
                  <c:v>1.2156164699</c:v>
                </c:pt>
                <c:pt idx="525">
                  <c:v>1.3710808307</c:v>
                </c:pt>
                <c:pt idx="526">
                  <c:v>1.5084895911</c:v>
                </c:pt>
                <c:pt idx="527">
                  <c:v>1.6292341324</c:v>
                </c:pt>
                <c:pt idx="528">
                  <c:v>1.7346130656</c:v>
                </c:pt>
                <c:pt idx="529">
                  <c:v>1.8258379705</c:v>
                </c:pt>
                <c:pt idx="530">
                  <c:v>1.9040387963</c:v>
                </c:pt>
                <c:pt idx="531">
                  <c:v>1.9702689418</c:v>
                </c:pt>
                <c:pt idx="532">
                  <c:v>2.025510035</c:v>
                </c:pt>
                <c:pt idx="533">
                  <c:v>2.0706764277</c:v>
                </c:pt>
                <c:pt idx="534">
                  <c:v>2.106619423</c:v>
                </c:pt>
                <c:pt idx="535">
                  <c:v>2.1341312503</c:v>
                </c:pt>
                <c:pt idx="536">
                  <c:v>2.1539488027</c:v>
                </c:pt>
                <c:pt idx="537">
                  <c:v>2.0964768627</c:v>
                </c:pt>
                <c:pt idx="538">
                  <c:v>2.2048898057</c:v>
                </c:pt>
                <c:pt idx="539">
                  <c:v>2.4557062712</c:v>
                </c:pt>
                <c:pt idx="540">
                  <c:v>2.528055112</c:v>
                </c:pt>
                <c:pt idx="541">
                  <c:v>2.5875058968</c:v>
                </c:pt>
                <c:pt idx="542">
                  <c:v>2.6351446299</c:v>
                </c:pt>
                <c:pt idx="543">
                  <c:v>2.6719820648</c:v>
                </c:pt>
                <c:pt idx="544">
                  <c:v>2.6989584605</c:v>
                </c:pt>
                <c:pt idx="545">
                  <c:v>2.7296100488</c:v>
                </c:pt>
                <c:pt idx="546">
                  <c:v>2.8138058475</c:v>
                </c:pt>
                <c:pt idx="547">
                  <c:v>2.8385998951</c:v>
                </c:pt>
                <c:pt idx="548">
                  <c:v>2.7539056899</c:v>
                </c:pt>
                <c:pt idx="549">
                  <c:v>2.6707208491</c:v>
                </c:pt>
                <c:pt idx="550">
                  <c:v>2.5890995986</c:v>
                </c:pt>
                <c:pt idx="551">
                  <c:v>2.509087285</c:v>
                </c:pt>
                <c:pt idx="552">
                  <c:v>2.4731600679</c:v>
                </c:pt>
                <c:pt idx="553">
                  <c:v>2.334890524</c:v>
                </c:pt>
                <c:pt idx="554">
                  <c:v>2.2042253686</c:v>
                </c:pt>
                <c:pt idx="555">
                  <c:v>2.0807517445</c:v>
                </c:pt>
                <c:pt idx="556">
                  <c:v>1.8194575193</c:v>
                </c:pt>
                <c:pt idx="557">
                  <c:v>2.0022180235</c:v>
                </c:pt>
                <c:pt idx="558">
                  <c:v>2.0118198564</c:v>
                </c:pt>
                <c:pt idx="559">
                  <c:v>2.0157227016</c:v>
                </c:pt>
                <c:pt idx="560">
                  <c:v>2.0144596064</c:v>
                </c:pt>
                <c:pt idx="561">
                  <c:v>2.0085251793</c:v>
                </c:pt>
                <c:pt idx="562">
                  <c:v>1.9983780719</c:v>
                </c:pt>
                <c:pt idx="563">
                  <c:v>1.9844433092</c:v>
                </c:pt>
                <c:pt idx="564">
                  <c:v>1.967114479</c:v>
                </c:pt>
                <c:pt idx="565">
                  <c:v>1.9467557876</c:v>
                </c:pt>
                <c:pt idx="566">
                  <c:v>1.9665891717</c:v>
                </c:pt>
                <c:pt idx="567">
                  <c:v>1.8789286386</c:v>
                </c:pt>
                <c:pt idx="568">
                  <c:v>1.7951409466</c:v>
                </c:pt>
                <c:pt idx="569">
                  <c:v>1.715056841</c:v>
                </c:pt>
                <c:pt idx="570">
                  <c:v>1.6385143646</c:v>
                </c:pt>
                <c:pt idx="571">
                  <c:v>1.5653585484</c:v>
                </c:pt>
                <c:pt idx="572">
                  <c:v>1.4954411151</c:v>
                </c:pt>
                <c:pt idx="573">
                  <c:v>1.2460298293</c:v>
                </c:pt>
                <c:pt idx="574">
                  <c:v>1.0173893975</c:v>
                </c:pt>
                <c:pt idx="575">
                  <c:v>0.8080870485</c:v>
                </c:pt>
                <c:pt idx="576">
                  <c:v>0.6167803607</c:v>
                </c:pt>
                <c:pt idx="577">
                  <c:v>0.4422118565</c:v>
                </c:pt>
                <c:pt idx="578">
                  <c:v>0.2832039105</c:v>
                </c:pt>
                <c:pt idx="579">
                  <c:v>0.1386539512</c:v>
                </c:pt>
                <c:pt idx="580">
                  <c:v>0.0075299412</c:v>
                </c:pt>
                <c:pt idx="581">
                  <c:v>-0.1111338799</c:v>
                </c:pt>
                <c:pt idx="582">
                  <c:v>-0.2182410058</c:v>
                </c:pt>
                <c:pt idx="583">
                  <c:v>-0.3146364398</c:v>
                </c:pt>
                <c:pt idx="584">
                  <c:v>-0.4011102509</c:v>
                </c:pt>
                <c:pt idx="585">
                  <c:v>-0.4784009224</c:v>
                </c:pt>
                <c:pt idx="586">
                  <c:v>-0.5471985045</c:v>
                </c:pt>
                <c:pt idx="587">
                  <c:v>-0.8766426019</c:v>
                </c:pt>
                <c:pt idx="588">
                  <c:v>-1.1382914758</c:v>
                </c:pt>
                <c:pt idx="589">
                  <c:v>-1.3944921303</c:v>
                </c:pt>
                <c:pt idx="590">
                  <c:v>-1.6021281644</c:v>
                </c:pt>
                <c:pt idx="591">
                  <c:v>-1.786194245</c:v>
                </c:pt>
                <c:pt idx="592">
                  <c:v>-1.9484955357</c:v>
                </c:pt>
                <c:pt idx="593">
                  <c:v>-2.0907171855</c:v>
                </c:pt>
                <c:pt idx="594">
                  <c:v>-2.2144317406</c:v>
                </c:pt>
                <c:pt idx="595">
                  <c:v>-2.3211061206</c:v>
                </c:pt>
                <c:pt idx="596">
                  <c:v>-2.4121081799</c:v>
                </c:pt>
                <c:pt idx="597">
                  <c:v>-2.4887128825</c:v>
                </c:pt>
                <c:pt idx="598">
                  <c:v>-2.5521081084</c:v>
                </c:pt>
                <c:pt idx="599">
                  <c:v>-2.6034001156</c:v>
                </c:pt>
                <c:pt idx="600">
                  <c:v>-2.643618676</c:v>
                </c:pt>
                <c:pt idx="601">
                  <c:v>-2.6737219049</c:v>
                </c:pt>
                <c:pt idx="602">
                  <c:v>-2.6946008007</c:v>
                </c:pt>
                <c:pt idx="603">
                  <c:v>-2.7070835128</c:v>
                </c:pt>
                <c:pt idx="604">
                  <c:v>-2.7119393528</c:v>
                </c:pt>
                <c:pt idx="605">
                  <c:v>-2.7098825635</c:v>
                </c:pt>
                <c:pt idx="606">
                  <c:v>-2.7015758609</c:v>
                </c:pt>
                <c:pt idx="607">
                  <c:v>-2.6876337608</c:v>
                </c:pt>
                <c:pt idx="608">
                  <c:v>-2.6686257046</c:v>
                </c:pt>
                <c:pt idx="609">
                  <c:v>-2.6450789936</c:v>
                </c:pt>
                <c:pt idx="610">
                  <c:v>-2.7139642531</c:v>
                </c:pt>
                <c:pt idx="611">
                  <c:v>-2.5427700157</c:v>
                </c:pt>
                <c:pt idx="612">
                  <c:v>-2.3818189099</c:v>
                </c:pt>
                <c:pt idx="613">
                  <c:v>-2.2305190062</c:v>
                </c:pt>
                <c:pt idx="614">
                  <c:v>-2.0883117486</c:v>
                </c:pt>
                <c:pt idx="615">
                  <c:v>-1.9546701071</c:v>
                </c:pt>
                <c:pt idx="616">
                  <c:v>-1.8290968315</c:v>
                </c:pt>
                <c:pt idx="617">
                  <c:v>-1.7111227999</c:v>
                </c:pt>
                <c:pt idx="618">
                  <c:v>-1.6003054581</c:v>
                </c:pt>
                <c:pt idx="619">
                  <c:v>-1.4962273436</c:v>
                </c:pt>
                <c:pt idx="620">
                  <c:v>-1.3984946912</c:v>
                </c:pt>
                <c:pt idx="621">
                  <c:v>-1.3564227834</c:v>
                </c:pt>
                <c:pt idx="622">
                  <c:v>-1.1981922769</c:v>
                </c:pt>
                <c:pt idx="623">
                  <c:v>-1.1114835578</c:v>
                </c:pt>
                <c:pt idx="624">
                  <c:v>-0.8907886503</c:v>
                </c:pt>
                <c:pt idx="625">
                  <c:v>-0.6889768377</c:v>
                </c:pt>
                <c:pt idx="626">
                  <c:v>-0.5047311793</c:v>
                </c:pt>
                <c:pt idx="627">
                  <c:v>-0.3368182755</c:v>
                </c:pt>
                <c:pt idx="628">
                  <c:v>-0.1840832516</c:v>
                </c:pt>
                <c:pt idx="629">
                  <c:v>-0.0454450323</c:v>
                </c:pt>
                <c:pt idx="630">
                  <c:v>0.0801081103</c:v>
                </c:pt>
                <c:pt idx="631">
                  <c:v>0.193522749</c:v>
                </c:pt>
                <c:pt idx="632">
                  <c:v>0.2956842506</c:v>
                </c:pt>
                <c:pt idx="633">
                  <c:v>0.3874204946</c:v>
                </c:pt>
                <c:pt idx="634">
                  <c:v>0.4695053743</c:v>
                </c:pt>
                <c:pt idx="635">
                  <c:v>0.542662094</c:v>
                </c:pt>
                <c:pt idx="636">
                  <c:v>0.6075662721</c:v>
                </c:pt>
                <c:pt idx="637">
                  <c:v>0.5945685758</c:v>
                </c:pt>
                <c:pt idx="638">
                  <c:v>0.7467958711</c:v>
                </c:pt>
                <c:pt idx="639">
                  <c:v>0.8827605185</c:v>
                </c:pt>
                <c:pt idx="640">
                  <c:v>1.0036867121</c:v>
                </c:pt>
                <c:pt idx="641">
                  <c:v>1.1107179187</c:v>
                </c:pt>
                <c:pt idx="642">
                  <c:v>1.2049218402</c:v>
                </c:pt>
                <c:pt idx="643">
                  <c:v>1.2872950834</c:v>
                </c:pt>
                <c:pt idx="644">
                  <c:v>1.3993951741</c:v>
                </c:pt>
                <c:pt idx="645">
                  <c:v>1.5101609678</c:v>
                </c:pt>
                <c:pt idx="646">
                  <c:v>1.5769943958</c:v>
                </c:pt>
                <c:pt idx="647">
                  <c:v>1.6763674821</c:v>
                </c:pt>
                <c:pt idx="648">
                  <c:v>1.6619196318</c:v>
                </c:pt>
                <c:pt idx="649">
                  <c:v>1.6448936856</c:v>
                </c:pt>
                <c:pt idx="650">
                  <c:v>1.6255754792</c:v>
                </c:pt>
                <c:pt idx="651">
                  <c:v>1.6042290997</c:v>
                </c:pt>
                <c:pt idx="652">
                  <c:v>1.6235372827</c:v>
                </c:pt>
                <c:pt idx="653">
                  <c:v>1.537267682</c:v>
                </c:pt>
                <c:pt idx="654">
                  <c:v>1.4555512219</c:v>
                </c:pt>
                <c:pt idx="655">
                  <c:v>1.3781489821</c:v>
                </c:pt>
                <c:pt idx="656">
                  <c:v>1.1602130585</c:v>
                </c:pt>
                <c:pt idx="657">
                  <c:v>1.3521119062</c:v>
                </c:pt>
                <c:pt idx="658">
                  <c:v>1.4740409717</c:v>
                </c:pt>
                <c:pt idx="659">
                  <c:v>1.5808608444</c:v>
                </c:pt>
                <c:pt idx="660">
                  <c:v>1.6737552755</c:v>
                </c:pt>
                <c:pt idx="661">
                  <c:v>1.7538284903</c:v>
                </c:pt>
                <c:pt idx="662">
                  <c:v>1.822110129</c:v>
                </c:pt>
                <c:pt idx="663">
                  <c:v>1.879559896</c:v>
                </c:pt>
                <c:pt idx="664">
                  <c:v>1.9270719318</c:v>
                </c:pt>
                <c:pt idx="665">
                  <c:v>1.965478926</c:v>
                </c:pt>
                <c:pt idx="666">
                  <c:v>2.0384411672</c:v>
                </c:pt>
                <c:pt idx="667">
                  <c:v>1.9986827069</c:v>
                </c:pt>
                <c:pt idx="668">
                  <c:v>1.9579537596</c:v>
                </c:pt>
                <c:pt idx="669">
                  <c:v>1.9164435558</c:v>
                </c:pt>
                <c:pt idx="670">
                  <c:v>1.874325177</c:v>
                </c:pt>
                <c:pt idx="671">
                  <c:v>1.8317566799</c:v>
                </c:pt>
                <c:pt idx="672">
                  <c:v>1.9182183743</c:v>
                </c:pt>
                <c:pt idx="673">
                  <c:v>1.8700913989</c:v>
                </c:pt>
                <c:pt idx="674">
                  <c:v>1.8220961694</c:v>
                </c:pt>
                <c:pt idx="675">
                  <c:v>1.7743343082</c:v>
                </c:pt>
                <c:pt idx="676">
                  <c:v>1.7268972125</c:v>
                </c:pt>
                <c:pt idx="677">
                  <c:v>1.679866809</c:v>
                </c:pt>
                <c:pt idx="678">
                  <c:v>1.633316261</c:v>
                </c:pt>
                <c:pt idx="679">
                  <c:v>1.618592837</c:v>
                </c:pt>
                <c:pt idx="680">
                  <c:v>1.6014205972</c:v>
                </c:pt>
                <c:pt idx="681">
                  <c:v>1.5820734226</c:v>
                </c:pt>
                <c:pt idx="682">
                  <c:v>1.5608043043</c:v>
                </c:pt>
                <c:pt idx="683">
                  <c:v>1.5378467294</c:v>
                </c:pt>
                <c:pt idx="684">
                  <c:v>1.513415982</c:v>
                </c:pt>
                <c:pt idx="685">
                  <c:v>1.4877103632</c:v>
                </c:pt>
                <c:pt idx="686">
                  <c:v>1.6188771964</c:v>
                </c:pt>
                <c:pt idx="687">
                  <c:v>1.59095812</c:v>
                </c:pt>
                <c:pt idx="688">
                  <c:v>1.6204745229</c:v>
                </c:pt>
                <c:pt idx="689">
                  <c:v>1.6433276583</c:v>
                </c:pt>
                <c:pt idx="690">
                  <c:v>1.660097262</c:v>
                </c:pt>
                <c:pt idx="691">
                  <c:v>1.671322371</c:v>
                </c:pt>
                <c:pt idx="692">
                  <c:v>1.677503914</c:v>
                </c:pt>
                <c:pt idx="693">
                  <c:v>1.6791071465</c:v>
                </c:pt>
                <c:pt idx="694">
                  <c:v>1.676563939</c:v>
                </c:pt>
                <c:pt idx="695">
                  <c:v>1.6702749266</c:v>
                </c:pt>
                <c:pt idx="696">
                  <c:v>1.6606115287</c:v>
                </c:pt>
                <c:pt idx="697">
                  <c:v>1.6479178455</c:v>
                </c:pt>
                <c:pt idx="698">
                  <c:v>1.6325124396</c:v>
                </c:pt>
                <c:pt idx="699">
                  <c:v>1.6146900084</c:v>
                </c:pt>
                <c:pt idx="700">
                  <c:v>1.5947229541</c:v>
                </c:pt>
                <c:pt idx="701">
                  <c:v>1.5728628576</c:v>
                </c:pt>
                <c:pt idx="702">
                  <c:v>1.5493418614</c:v>
                </c:pt>
                <c:pt idx="703">
                  <c:v>1.5243739674</c:v>
                </c:pt>
                <c:pt idx="704">
                  <c:v>1.498156254</c:v>
                </c:pt>
                <c:pt idx="705">
                  <c:v>1.4708700177</c:v>
                </c:pt>
                <c:pt idx="706">
                  <c:v>1.4426818443</c:v>
                </c:pt>
                <c:pt idx="707">
                  <c:v>1.4137446119</c:v>
                </c:pt>
                <c:pt idx="708">
                  <c:v>1.3841984321</c:v>
                </c:pt>
                <c:pt idx="709">
                  <c:v>1.3854537406</c:v>
                </c:pt>
                <c:pt idx="710">
                  <c:v>1.2868114857</c:v>
                </c:pt>
                <c:pt idx="711">
                  <c:v>1.4215643589</c:v>
                </c:pt>
                <c:pt idx="712">
                  <c:v>1.5401125118</c:v>
                </c:pt>
                <c:pt idx="713">
                  <c:v>1.6437160525</c:v>
                </c:pt>
                <c:pt idx="714">
                  <c:v>1.7335507207</c:v>
                </c:pt>
                <c:pt idx="715">
                  <c:v>1.8107131198</c:v>
                </c:pt>
                <c:pt idx="716">
                  <c:v>1.8762256396</c:v>
                </c:pt>
                <c:pt idx="717">
                  <c:v>1.9310410867</c:v>
                </c:pt>
                <c:pt idx="718">
                  <c:v>1.9760470397</c:v>
                </c:pt>
                <c:pt idx="719">
                  <c:v>2.0120699458</c:v>
                </c:pt>
                <c:pt idx="720">
                  <c:v>2.0398789719</c:v>
                </c:pt>
                <c:pt idx="721">
                  <c:v>2.0105029571</c:v>
                </c:pt>
                <c:pt idx="722">
                  <c:v>2.0960762444</c:v>
                </c:pt>
                <c:pt idx="723">
                  <c:v>2.1092063478</c:v>
                </c:pt>
                <c:pt idx="724">
                  <c:v>2.2556639374</c:v>
                </c:pt>
                <c:pt idx="725">
                  <c:v>2.3828189923</c:v>
                </c:pt>
                <c:pt idx="726">
                  <c:v>2.4922059443</c:v>
                </c:pt>
                <c:pt idx="727">
                  <c:v>2.5852554677</c:v>
                </c:pt>
                <c:pt idx="728">
                  <c:v>2.6633009496</c:v>
                </c:pt>
                <c:pt idx="729">
                  <c:v>2.7275845767</c:v>
                </c:pt>
                <c:pt idx="730">
                  <c:v>2.7792630597</c:v>
                </c:pt>
                <c:pt idx="731">
                  <c:v>2.8194130157</c:v>
                </c:pt>
                <c:pt idx="732">
                  <c:v>2.8490360298</c:v>
                </c:pt>
                <c:pt idx="733">
                  <c:v>2.8690634125</c:v>
                </c:pt>
                <c:pt idx="734">
                  <c:v>2.8803606724</c:v>
                </c:pt>
                <c:pt idx="735">
                  <c:v>2.8837317191</c:v>
                </c:pt>
                <c:pt idx="736">
                  <c:v>2.8799228134</c:v>
                </c:pt>
                <c:pt idx="737">
                  <c:v>2.7993459909</c:v>
                </c:pt>
                <c:pt idx="738">
                  <c:v>2.8851809488</c:v>
                </c:pt>
                <c:pt idx="739">
                  <c:v>2.9559850284</c:v>
                </c:pt>
                <c:pt idx="740">
                  <c:v>2.8956258634</c:v>
                </c:pt>
                <c:pt idx="741">
                  <c:v>2.8341231864</c:v>
                </c:pt>
                <c:pt idx="742">
                  <c:v>2.6407877447</c:v>
                </c:pt>
                <c:pt idx="743">
                  <c:v>2.4307911036</c:v>
                </c:pt>
                <c:pt idx="744">
                  <c:v>2.2620974076</c:v>
                </c:pt>
                <c:pt idx="745">
                  <c:v>1.8937316444</c:v>
                </c:pt>
                <c:pt idx="746">
                  <c:v>1.5261165624</c:v>
                </c:pt>
                <c:pt idx="747">
                  <c:v>1.232505397</c:v>
                </c:pt>
                <c:pt idx="748">
                  <c:v>0.8635264476</c:v>
                </c:pt>
                <c:pt idx="749">
                  <c:v>0.5276065305</c:v>
                </c:pt>
                <c:pt idx="750">
                  <c:v>0.2223986714</c:v>
                </c:pt>
                <c:pt idx="751">
                  <c:v>-0.0542938103</c:v>
                </c:pt>
                <c:pt idx="752">
                  <c:v>-0.2620874239</c:v>
                </c:pt>
                <c:pt idx="753">
                  <c:v>-0.5493621394</c:v>
                </c:pt>
                <c:pt idx="754">
                  <c:v>-0.8079923555</c:v>
                </c:pt>
                <c:pt idx="755">
                  <c:v>-1.0400887868</c:v>
                </c:pt>
                <c:pt idx="756">
                  <c:v>-1.3922458577</c:v>
                </c:pt>
                <c:pt idx="757">
                  <c:v>-1.498161764</c:v>
                </c:pt>
                <c:pt idx="758">
                  <c:v>-1.590434958</c:v>
                </c:pt>
                <c:pt idx="759">
                  <c:v>-1.6701442372</c:v>
                </c:pt>
                <c:pt idx="760">
                  <c:v>-1.7382956223</c:v>
                </c:pt>
                <c:pt idx="761">
                  <c:v>-1.7958268895</c:v>
                </c:pt>
                <c:pt idx="762">
                  <c:v>-1.8436118345</c:v>
                </c:pt>
                <c:pt idx="763">
                  <c:v>-1.8824642827</c:v>
                </c:pt>
                <c:pt idx="764">
                  <c:v>-1.9131418604</c:v>
                </c:pt>
                <c:pt idx="765">
                  <c:v>-1.9363495406</c:v>
                </c:pt>
                <c:pt idx="766">
                  <c:v>-1.9098577939</c:v>
                </c:pt>
                <c:pt idx="767">
                  <c:v>-2.2296325553</c:v>
                </c:pt>
                <c:pt idx="768">
                  <c:v>-2.5136733899</c:v>
                </c:pt>
                <c:pt idx="769">
                  <c:v>-2.7647052195</c:v>
                </c:pt>
                <c:pt idx="770">
                  <c:v>-2.9852721699</c:v>
                </c:pt>
                <c:pt idx="771">
                  <c:v>-3.1777487238</c:v>
                </c:pt>
                <c:pt idx="772">
                  <c:v>-3.3443502171</c:v>
                </c:pt>
                <c:pt idx="773">
                  <c:v>-3.4871427144</c:v>
                </c:pt>
                <c:pt idx="774">
                  <c:v>-3.6080522992</c:v>
                </c:pt>
                <c:pt idx="775">
                  <c:v>-3.7088738143</c:v>
                </c:pt>
                <c:pt idx="776">
                  <c:v>-3.7912790813</c:v>
                </c:pt>
                <c:pt idx="777">
                  <c:v>-3.8568246312</c:v>
                </c:pt>
                <c:pt idx="778">
                  <c:v>-3.8978352326</c:v>
                </c:pt>
                <c:pt idx="779">
                  <c:v>-3.9048048802</c:v>
                </c:pt>
                <c:pt idx="780">
                  <c:v>-3.9018234302</c:v>
                </c:pt>
                <c:pt idx="781">
                  <c:v>-3.8898449463</c:v>
                </c:pt>
                <c:pt idx="782">
                  <c:v>-3.8697541011</c:v>
                </c:pt>
                <c:pt idx="783">
                  <c:v>-3.8423706754</c:v>
                </c:pt>
                <c:pt idx="784">
                  <c:v>-3.8084537832</c:v>
                </c:pt>
                <c:pt idx="785">
                  <c:v>-3.7687058398</c:v>
                </c:pt>
                <c:pt idx="786">
                  <c:v>-3.9467831214</c:v>
                </c:pt>
                <c:pt idx="787">
                  <c:v>-4.1440145982</c:v>
                </c:pt>
                <c:pt idx="788">
                  <c:v>-4.2055652612</c:v>
                </c:pt>
                <c:pt idx="789">
                  <c:v>-4.2512553769</c:v>
                </c:pt>
                <c:pt idx="790">
                  <c:v>-4.2824855988</c:v>
                </c:pt>
                <c:pt idx="791">
                  <c:v>-4.3005576845</c:v>
                </c:pt>
                <c:pt idx="792">
                  <c:v>-4.4240751416</c:v>
                </c:pt>
                <c:pt idx="793">
                  <c:v>-4.5253153905</c:v>
                </c:pt>
                <c:pt idx="794">
                  <c:v>-4.6061575809</c:v>
                </c:pt>
                <c:pt idx="795">
                  <c:v>-4.6683505559</c:v>
                </c:pt>
                <c:pt idx="796">
                  <c:v>-4.7135210927</c:v>
                </c:pt>
                <c:pt idx="797">
                  <c:v>-4.7431816493</c:v>
                </c:pt>
                <c:pt idx="798">
                  <c:v>-4.7587376458</c:v>
                </c:pt>
                <c:pt idx="799">
                  <c:v>-4.7614943075</c:v>
                </c:pt>
                <c:pt idx="800">
                  <c:v>-4.7526630952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6"/>
        </c:scaling>
        <c:delete val="0"/>
        <c:axPos val="l"/>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Total (a.u.)</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50112"/>
        <c:majorUnit val="2"/>
      </c:valAx>
      <c:valAx>
        <c:axId val="48650112"/>
        <c:scaling>
          <c:orientation val="minMax"/>
          <c:max val="1.2"/>
          <c:min val="0.4"/>
        </c:scaling>
        <c:delete val="0"/>
        <c:axPos val="b"/>
        <c:title>
          <c:tx>
            <c:rich>
              <a:bodyPr xmlns:a="http://schemas.openxmlformats.org/drawingml/2006/main"/>
              <a:lstStyle xmlns:a="http://schemas.openxmlformats.org/drawingml/2006/main"/>
              <a:p xmlns:a="http://schemas.openxmlformats.org/drawingml/2006/main">
                <a:r>
                  <a:rPr sz="1500">
                    <a:solidFill>
                      <a:srgbClr val="617184"/>
                    </a:solidFill>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sz="1500">
                  <a:solidFill>
                    <a:srgbClr val="617184"/>
                  </a:solidFill>
                  <a:latin typeface="Arial"/>
                  <a:ea typeface="Arial"/>
                  <a:cs typeface="Arial"/>
                </a:defRPr>
              </a:pPr>
            </a:p>
          </c:txPr>
        </c:title>
        <c:numFmt formatCode="0.0"/>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350">
                <a:solidFill>
                  <a:srgbClr val="617184"/>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213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536289-CB59-4E37-90AE-E1BA2FCD77DF}"/>
              </a:ext>
            </a:extLst>
          </p:cNvPr>
          <p:cNvSpPr>
            <a:spLocks xmlns:a="http://schemas.openxmlformats.org/drawingml/2006/main" noGrp="1"/>
          </p:cNvSpPr>
          <p:nvPr/>
        </p:nvSpPr>
        <p:spPr>
          <a:xfrm xmlns:a="http://schemas.openxmlformats.org/drawingml/2006/main">
            <a:off x="628650" y="53340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71D4D1"/>
                </a:solidFill>
                <a:latin typeface="Arial"/>
                <a:ea typeface="Arial"/>
                <a:cs typeface="Arial"/>
              </a:defRPr>
            </a:pPr>
            <a:r>
              <a:rPr sz="1725" b="1">
                <a:solidFill>
                  <a:srgbClr val="71D4D1"/>
                </a:solidFill>
                <a:latin typeface="Arial"/>
                <a:ea typeface="Arial"/>
                <a:cs typeface="Arial"/>
              </a:rPr>
              <a:t>NEURADOCK EEG 101     LESSON 1</a:t>
            </a:r>
          </a:p>
        </p:txBody>
      </p:sp>
      <p:sp>
        <p:nvSpPr>
          <p:cNvPr id="2" name="slide-title">
            <a:extLst xmlns:a="http://schemas.openxmlformats.org/drawingml/2006/main">
              <a:ext uri="{FF2B5EF4-FFF2-40B4-BE49-F238E27FC236}">
                <a16:creationId xmlns:a16="http://schemas.microsoft.com/office/drawing/2014/main" id="{8F3F3B4B-B156-494D-8CCD-A0A5E78DF367}"/>
              </a:ext>
            </a:extLst>
          </p:cNvPr>
          <p:cNvSpPr>
            <a:spLocks xmlns:a="http://schemas.openxmlformats.org/drawingml/2006/main" noGrp="1"/>
          </p:cNvSpPr>
          <p:nvPr/>
        </p:nvSpPr>
        <p:spPr>
          <a:xfrm xmlns:a="http://schemas.openxmlformats.org/drawingml/2006/main">
            <a:off x="628650" y="1524000"/>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How spikes become</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an EEG-like signal</a:t>
            </a:r>
          </a:p>
        </p:txBody>
      </p:sp>
      <p:sp>
        <p:nvSpPr>
          <p:cNvPr id="3" name="">
            <a:extLst xmlns:a="http://schemas.openxmlformats.org/drawingml/2006/main">
              <a:ext uri="{FF2B5EF4-FFF2-40B4-BE49-F238E27FC236}">
                <a16:creationId xmlns:a16="http://schemas.microsoft.com/office/drawing/2014/main" id="{1F6CCA66-20EA-47A7-8944-D9B56D9C7EC4}"/>
              </a:ext>
            </a:extLst>
          </p:cNvPr>
          <p:cNvSpPr>
            <a:spLocks xmlns:a="http://schemas.openxmlformats.org/drawingml/2006/main" noGrp="1"/>
          </p:cNvSpPr>
          <p:nvPr/>
        </p:nvSpPr>
        <p:spPr>
          <a:xfrm xmlns:a="http://schemas.openxmlformats.org/drawingml/2006/main">
            <a:off x="647700" y="3476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CD3E3"/>
                </a:solidFill>
                <a:latin typeface="Arial"/>
                <a:ea typeface="Arial"/>
                <a:cs typeface="Arial"/>
              </a:defRPr>
            </a:pPr>
            <a:r>
              <a:rPr sz="2100" b="0">
                <a:solidFill>
                  <a:srgbClr val="BCD3E3"/>
                </a:solidFill>
                <a:latin typeface="Arial"/>
                <a:ea typeface="Arial"/>
                <a:cs typeface="Arial"/>
              </a:rPr>
              <a:t>A 60-minute lecture with the original spike2eeg notebook</a:t>
            </a:r>
          </a:p>
        </p:txBody>
      </p:sp>
      <p:sp>
        <p:nvSpPr>
          <p:cNvPr id="4" name="">
            <a:extLst xmlns:a="http://schemas.openxmlformats.org/drawingml/2006/main">
              <a:ext uri="{FF2B5EF4-FFF2-40B4-BE49-F238E27FC236}">
                <a16:creationId xmlns:a16="http://schemas.microsoft.com/office/drawing/2014/main" id="{D97DBB51-3312-4E72-A0BE-78A2BE28A42E}"/>
              </a:ext>
            </a:extLst>
          </p:cNvPr>
          <p:cNvSpPr>
            <a:spLocks xmlns:a="http://schemas.openxmlformats.org/drawingml/2006/main" noGrp="1"/>
          </p:cNvSpPr>
          <p:nvPr/>
        </p:nvSpPr>
        <p:spPr>
          <a:xfrm xmlns:a="http://schemas.openxmlformats.org/drawingml/2006/main">
            <a:off x="647700" y="433387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71D4D1"/>
                </a:solidFill>
                <a:latin typeface="Arial"/>
                <a:ea typeface="Arial"/>
                <a:cs typeface="Arial"/>
              </a:defRPr>
            </a:pPr>
            <a:r>
              <a:rPr sz="1875" b="1">
                <a:solidFill>
                  <a:srgbClr val="71D4D1"/>
                </a:solidFill>
                <a:latin typeface="Arial"/>
                <a:ea typeface="Arial"/>
                <a:cs typeface="Arial"/>
              </a:rPr>
              <a:t>Learning goals</a:t>
            </a:r>
          </a:p>
        </p:txBody>
      </p:sp>
      <p:sp>
        <p:nvSpPr>
          <p:cNvPr id="5" name="">
            <a:extLst xmlns:a="http://schemas.openxmlformats.org/drawingml/2006/main">
              <a:ext uri="{FF2B5EF4-FFF2-40B4-BE49-F238E27FC236}">
                <a16:creationId xmlns:a16="http://schemas.microsoft.com/office/drawing/2014/main" id="{9F5AB737-1F90-4EDF-A5B8-93119065E0C0}"/>
              </a:ext>
            </a:extLst>
          </p:cNvPr>
          <p:cNvSpPr>
            <a:spLocks xmlns:a="http://schemas.openxmlformats.org/drawingml/2006/main" noGrp="1"/>
          </p:cNvSpPr>
          <p:nvPr/>
        </p:nvSpPr>
        <p:spPr>
          <a:xfrm xmlns:a="http://schemas.openxmlformats.org/drawingml/2006/main">
            <a:off x="666750" y="4829175"/>
            <a:ext cx="10382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spcAft>
                <a:spcPts val="1200"/>
              </a:spcAft>
              <a:buChar char="•"/>
              <a:defRPr sz="2100" b="0">
                <a:solidFill>
                  <a:srgbClr val="FFFFFF"/>
                </a:solidFill>
                <a:latin typeface="Arial"/>
                <a:ea typeface="Arial"/>
                <a:cs typeface="Arial"/>
              </a:defRPr>
            </a:pPr>
            <a:r>
              <a:t>Explain how timed events become a waveform.</a:t>
            </a:r>
          </a:p>
          <a:p xmlns:a="http://schemas.openxmlformats.org/drawingml/2006/main">
            <a:pPr marL="215900" indent="-114300">
              <a:spcAft>
                <a:spcPts val="1200"/>
              </a:spcAft>
              <a:buChar char="•"/>
              <a:defRPr sz="2100" b="0">
                <a:solidFill>
                  <a:srgbClr val="FFFFFF"/>
                </a:solidFill>
                <a:latin typeface="Arial"/>
                <a:ea typeface="Arial"/>
                <a:cs typeface="Arial"/>
              </a:defRPr>
            </a:pPr>
            <a:r>
              <a:t>Predict how event frequency and relative timing change it.</a:t>
            </a:r>
          </a:p>
        </p:txBody>
      </p:sp>
      <p:sp>
        <p:nvSpPr>
          <p:cNvPr id="6" name="">
            <a:extLst xmlns:a="http://schemas.openxmlformats.org/drawingml/2006/main">
              <a:ext uri="{FF2B5EF4-FFF2-40B4-BE49-F238E27FC236}">
                <a16:creationId xmlns:a16="http://schemas.microsoft.com/office/drawing/2014/main" id="{A98B2411-CB00-4FEE-9645-A5DAA0161FD7}"/>
              </a:ext>
            </a:extLst>
          </p:cNvPr>
          <p:cNvSpPr>
            <a:spLocks xmlns:a="http://schemas.openxmlformats.org/drawingml/2006/main" noGrp="1"/>
          </p:cNvSpPr>
          <p:nvPr/>
        </p:nvSpPr>
        <p:spPr>
          <a:xfrm xmlns:a="http://schemas.openxmlformats.org/drawingml/2006/main">
            <a:off x="647700" y="63531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CD3E3"/>
                </a:solidFill>
                <a:latin typeface="Arial"/>
                <a:ea typeface="Arial"/>
                <a:cs typeface="Arial"/>
              </a:defRPr>
            </a:pPr>
            <a:r>
              <a:rPr sz="1350" b="0">
                <a:solidFill>
                  <a:srgbClr val="BCD3E3"/>
                </a:solidFill>
                <a:latin typeface="Arial"/>
                <a:ea typeface="Arial"/>
                <a:cs typeface="Arial"/>
              </a:rPr>
              <a:t>Teaching simulation in arbitrary units</a:t>
            </a:r>
          </a:p>
        </p:txBody>
      </p:sp>
      <p:sp>
        <p:nvSpPr>
          <p:cNvPr id="7" name="">
            <a:extLst xmlns:a="http://schemas.openxmlformats.org/drawingml/2006/main">
              <a:ext uri="{FF2B5EF4-FFF2-40B4-BE49-F238E27FC236}">
                <a16:creationId xmlns:a16="http://schemas.microsoft.com/office/drawing/2014/main" id="{3D84DD21-C9ED-4E3A-AA05-C8A36515EEE6}"/>
              </a:ext>
            </a:extLst>
          </p:cNvPr>
          <p:cNvSpPr>
            <a:spLocks xmlns:a="http://schemas.openxmlformats.org/drawingml/2006/main" noGrp="1"/>
          </p:cNvSpPr>
          <p:nvPr/>
        </p:nvSpPr>
        <p:spPr>
          <a:xfrm xmlns:a="http://schemas.openxmlformats.org/drawingml/2006/main">
            <a:off x="10572750" y="6353175"/>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BCD3E3"/>
                </a:solidFill>
                <a:latin typeface="Arial"/>
                <a:ea typeface="Arial"/>
                <a:cs typeface="Arial"/>
              </a:defRPr>
            </a:pPr>
            <a:r>
              <a:rPr sz="1350" b="0">
                <a:solidFill>
                  <a:srgbClr val="BCD3E3"/>
                </a:solidFill>
                <a:latin typeface="Arial"/>
                <a:ea typeface="Arial"/>
                <a:cs typeface="Arial"/>
              </a:rPr>
              <a:t>01 / 10</a:t>
            </a:r>
          </a:p>
        </p:txBody>
      </p:sp>
    </p:spTree>
    <p:extLst>
      <p:ext uri="{BB962C8B-B14F-4D97-AF65-F5344CB8AC3E}">
        <p14:creationId xmlns:p14="http://schemas.microsoft.com/office/powerpoint/2010/main" val="9756751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D2F91CE-15A3-4AB5-9E74-BF5C97A9CA89}"/>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Real EEG and our teaching model</a:t>
            </a:r>
          </a:p>
        </p:txBody>
      </p:sp>
      <p:sp>
        <p:nvSpPr>
          <p:cNvPr id="2" name="">
            <a:extLst xmlns:a="http://schemas.openxmlformats.org/drawingml/2006/main">
              <a:ext uri="{FF2B5EF4-FFF2-40B4-BE49-F238E27FC236}">
                <a16:creationId xmlns:a16="http://schemas.microsoft.com/office/drawing/2014/main" id="{9C2E160E-CA4D-4405-996E-5AC9E92C4ABA}"/>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Spikes can trigger synaptic currents. Neuronal currents create extracellular fields. [1, 2]</a:t>
            </a:r>
          </a:p>
        </p:txBody>
      </p:sp>
      <p:sp>
        <p:nvSpPr>
          <p:cNvPr id="3" name="">
            <a:extLst xmlns:a="http://schemas.openxmlformats.org/drawingml/2006/main">
              <a:ext uri="{FF2B5EF4-FFF2-40B4-BE49-F238E27FC236}">
                <a16:creationId xmlns:a16="http://schemas.microsoft.com/office/drawing/2014/main" id="{B41CE52E-3DED-48CF-88A1-E456A5B1EBDF}"/>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3A24CA63-370E-4D6C-A9BD-91BD916962DB}"/>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02 / 10</a:t>
            </a:r>
          </a:p>
        </p:txBody>
      </p:sp>
      <p:graphicFrame>
        <p:nvGraphicFramePr>
          <p:cNvPr id="11" name=""/>
          <p:cNvGraphicFramePr/>
          <p:nvPr/>
        </p:nvGraphicFramePr>
        <p:xfrm>
          <a:off xmlns:a="http://schemas.openxmlformats.org/drawingml/2006/main" x="628650" y="1943100"/>
          <a:ext xmlns:a="http://schemas.openxmlformats.org/drawingml/2006/main" cx="10934700" cy="3143250"/>
        </p:xfrm>
        <a:graphic xmlns:a="http://schemas.openxmlformats.org/drawingml/2006/main">
          <a:graphicData uri="http://schemas.openxmlformats.org/drawingml/2006/table">
            <a:tbl>
              <a:tblPr/>
              <a:tblGrid>
                <a:gridCol w="5467350"/>
                <a:gridCol w="5467350"/>
              </a:tblGrid>
              <a:tr h="552450">
                <a:tc>
                  <a:txBody>
                    <a:bodyPr>
                      <a:noAutofit/>
                    </a:bodyPr>
                    <a:lstStyle/>
                    <a:p>
                      <a:r>
                        <a:rPr sz="1950" b="1">
                          <a:solidFill>
                            <a:srgbClr val="FFFFFF"/>
                          </a:solidFill>
                          <a:latin typeface="Arial"/>
                          <a:ea typeface="Arial"/>
                          <a:cs typeface="Arial"/>
                        </a:rPr>
                        <a:t>Real EEG</a:t>
                      </a:r>
                    </a:p>
                  </a:txBody>
                  <a:tcPr marL="152400" marR="152400" marT="114300" marB="114300" anchor="ctr">
                    <a:solidFill>
                      <a:srgbClr val="0B2138"/>
                    </a:solidFill>
                  </a:tcPr>
                </a:tc>
                <a:tc>
                  <a:txBody>
                    <a:bodyPr>
                      <a:noAutofit/>
                    </a:bodyPr>
                    <a:lstStyle/>
                    <a:p>
                      <a:r>
                        <a:rPr sz="1950" b="1">
                          <a:solidFill>
                            <a:srgbClr val="FFFFFF"/>
                          </a:solidFill>
                          <a:latin typeface="Arial"/>
                          <a:ea typeface="Arial"/>
                          <a:cs typeface="Arial"/>
                        </a:rPr>
                        <a:t>This notebook</a:t>
                      </a:r>
                    </a:p>
                  </a:txBody>
                  <a:tcPr marL="152400" marR="152400" marT="114300" marB="114300" anchor="ctr">
                    <a:solidFill>
                      <a:srgbClr val="0B2138"/>
                    </a:solidFill>
                  </a:tcPr>
                </a:tc>
              </a:tr>
              <a:tr h="866775">
                <a:tc>
                  <a:txBody>
                    <a:bodyPr>
                      <a:noAutofit/>
                    </a:bodyPr>
                    <a:lstStyle/>
                    <a:p>
                      <a:r>
                        <a:rPr sz="1800" b="0">
                          <a:solidFill>
                            <a:srgbClr val="1D2938"/>
                          </a:solidFill>
                          <a:latin typeface="Arial"/>
                          <a:ea typeface="Arial"/>
                          <a:cs typeface="Arial"/>
                        </a:rPr>
                        <a:t>Synaptic and other transmembrane currents</a:t>
                      </a:r>
                    </a:p>
                  </a:txBody>
                  <a:tcPr marL="152400" marR="152400" marT="114300" marB="114300" anchor="ctr">
                    <a:solidFill>
                      <a:srgbClr val="F5F8FA"/>
                    </a:solidFill>
                  </a:tcPr>
                </a:tc>
                <a:tc>
                  <a:txBody>
                    <a:bodyPr>
                      <a:noAutofit/>
                    </a:bodyPr>
                    <a:lstStyle/>
                    <a:p>
                      <a:r>
                        <a:rPr sz="1800" b="0">
                          <a:solidFill>
                            <a:srgbClr val="1D2938"/>
                          </a:solidFill>
                          <a:latin typeface="Arial"/>
                          <a:ea typeface="Arial"/>
                          <a:cs typeface="Arial"/>
                        </a:rPr>
                        <a:t>One fixed response shape per event</a:t>
                      </a:r>
                    </a:p>
                  </a:txBody>
                  <a:tcPr marL="152400" marR="152400" marT="114300" marB="114300" anchor="ctr">
                    <a:solidFill>
                      <a:srgbClr val="F5F8FA"/>
                    </a:solidFill>
                  </a:tcPr>
                </a:tc>
              </a:tr>
              <a:tr h="866775">
                <a:tc>
                  <a:txBody>
                    <a:bodyPr>
                      <a:noAutofit/>
                    </a:bodyPr>
                    <a:lstStyle/>
                    <a:p>
                      <a:r>
                        <a:rPr sz="1800" b="0">
                          <a:solidFill>
                            <a:srgbClr val="1D2938"/>
                          </a:solidFill>
                          <a:latin typeface="Arial"/>
                          <a:ea typeface="Arial"/>
                          <a:cs typeface="Arial"/>
                        </a:rPr>
                        <a:t>Source geometry, head tissues and electrode reference</a:t>
                      </a:r>
                    </a:p>
                  </a:txBody>
                  <a:tcPr marL="152400" marR="152400" marT="114300" marB="114300" anchor="ctr">
                    <a:solidFill>
                      <a:srgbClr val="FFFFFF"/>
                    </a:solidFill>
                  </a:tcPr>
                </a:tc>
                <a:tc>
                  <a:txBody>
                    <a:bodyPr>
                      <a:noAutofit/>
                    </a:bodyPr>
                    <a:lstStyle/>
                    <a:p>
                      <a:r>
                        <a:rPr sz="1800" b="0">
                          <a:solidFill>
                            <a:srgbClr val="1D2938"/>
                          </a:solidFill>
                          <a:latin typeface="Arial"/>
                          <a:ea typeface="Arial"/>
                          <a:cs typeface="Arial"/>
                        </a:rPr>
                        <a:t>Signed coefficients for 20 model sources</a:t>
                      </a:r>
                    </a:p>
                  </a:txBody>
                  <a:tcPr marL="152400" marR="152400" marT="114300" marB="114300" anchor="ctr">
                    <a:solidFill>
                      <a:srgbClr val="FFFFFF"/>
                    </a:solidFill>
                  </a:tcPr>
                </a:tc>
              </a:tr>
              <a:tr h="866775">
                <a:tc>
                  <a:txBody>
                    <a:bodyPr>
                      <a:noAutofit/>
                    </a:bodyPr>
                    <a:lstStyle/>
                    <a:p>
                      <a:r>
                        <a:rPr sz="1800" b="0">
                          <a:solidFill>
                            <a:srgbClr val="1D2938"/>
                          </a:solidFill>
                          <a:latin typeface="Arial"/>
                          <a:ea typeface="Arial"/>
                          <a:cs typeface="Arial"/>
                        </a:rPr>
                        <a:t>Voltage differences measured at electrodes</a:t>
                      </a:r>
                    </a:p>
                  </a:txBody>
                  <a:tcPr marL="152400" marR="152400" marT="114300" marB="114300" anchor="ctr">
                    <a:solidFill>
                      <a:srgbClr val="F5F8FA"/>
                    </a:solidFill>
                  </a:tcPr>
                </a:tc>
                <a:tc>
                  <a:txBody>
                    <a:bodyPr>
                      <a:noAutofit/>
                    </a:bodyPr>
                    <a:lstStyle/>
                    <a:p>
                      <a:r>
                        <a:rPr sz="1800" b="0">
                          <a:solidFill>
                            <a:srgbClr val="1D2938"/>
                          </a:solidFill>
                          <a:latin typeface="Arial"/>
                          <a:ea typeface="Arial"/>
                          <a:cs typeface="Arial"/>
                        </a:rPr>
                        <a:t>One synthetic waveform in arbitrary units (a.u.)</a:t>
                      </a:r>
                    </a:p>
                  </a:txBody>
                  <a:tcPr marL="152400" marR="152400" marT="114300" marB="114300" anchor="ctr">
                    <a:solidFill>
                      <a:srgbClr val="F5F8FA"/>
                    </a:solidFill>
                  </a:tcPr>
                </a:tc>
              </a:tr>
            </a:tbl>
          </a:graphicData>
        </a:graphic>
      </p:graphicFrame>
      <p:sp>
        <p:nvSpPr>
          <p:cNvPr id="6" name="">
            <a:extLst xmlns:a="http://schemas.openxmlformats.org/drawingml/2006/main">
              <a:ext uri="{FF2B5EF4-FFF2-40B4-BE49-F238E27FC236}">
                <a16:creationId xmlns:a16="http://schemas.microsoft.com/office/drawing/2014/main" id="{19482B29-1B39-48CE-9577-63F0273B5BCC}"/>
              </a:ext>
            </a:extLst>
          </p:cNvPr>
          <p:cNvSpPr>
            <a:spLocks xmlns:a="http://schemas.openxmlformats.org/drawingml/2006/main" noGrp="1"/>
          </p:cNvSpPr>
          <p:nvPr/>
        </p:nvSpPr>
        <p:spPr>
          <a:xfrm xmlns:a="http://schemas.openxmlformats.org/drawingml/2006/main">
            <a:off x="647700" y="543877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The model isolates timing and addition. A scalp-voltage prediction needs a biophysical forward model. [1, 3]</a:t>
            </a:r>
          </a:p>
        </p:txBody>
      </p:sp>
    </p:spTree>
    <p:extLst>
      <p:ext uri="{BB962C8B-B14F-4D97-AF65-F5344CB8AC3E}">
        <p14:creationId xmlns:p14="http://schemas.microsoft.com/office/powerpoint/2010/main" val="11353216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E646CFFA-6CA3-43FD-B343-6A2D75650C6C}"/>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Spike trains record when events occur</a:t>
            </a:r>
          </a:p>
        </p:txBody>
      </p:sp>
      <p:sp>
        <p:nvSpPr>
          <p:cNvPr id="2" name="">
            <a:extLst xmlns:a="http://schemas.openxmlformats.org/drawingml/2006/main">
              <a:ext uri="{FF2B5EF4-FFF2-40B4-BE49-F238E27FC236}">
                <a16:creationId xmlns:a16="http://schemas.microsoft.com/office/drawing/2014/main" id="{EC4AC708-3425-427A-B41A-DD3B5CFB26AA}"/>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Each mark represents one event time. Rows identify different model neurons. [2]</a:t>
            </a:r>
          </a:p>
        </p:txBody>
      </p:sp>
      <p:sp>
        <p:nvSpPr>
          <p:cNvPr id="3" name="">
            <a:extLst xmlns:a="http://schemas.openxmlformats.org/drawingml/2006/main">
              <a:ext uri="{FF2B5EF4-FFF2-40B4-BE49-F238E27FC236}">
                <a16:creationId xmlns:a16="http://schemas.microsoft.com/office/drawing/2014/main" id="{23CDFB01-10F1-4E24-87A3-AAF114A75471}"/>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1BD9879C-E4D9-49AB-BE08-001BB8FECE87}"/>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03 / 10</a:t>
            </a:r>
          </a:p>
        </p:txBody>
      </p:sp>
      <p:graphicFrame>
        <p:nvGraphicFramePr>
          <p:cNvPr id="16" name="Chart"/>
          <p:cNvGraphicFramePr/>
          <p:nvPr/>
        </p:nvGraphicFramePr>
        <p:xfrm>
          <a:off xmlns:a="http://schemas.openxmlformats.org/drawingml/2006/main" x="457200" y="1781175"/>
          <a:ext xmlns:a="http://schemas.openxmlformats.org/drawingml/2006/main" cx="7486650" cy="3810000"/>
        </p:xfrm>
        <a:graphic xmlns:a="http://schemas.openxmlformats.org/drawingml/2006/main">
          <a:graphicData uri="http://schemas.openxmlformats.org/drawingml/2006/chart">
            <c:chart xmlns:r="http://schemas.openxmlformats.org/officeDocument/2006/relationships" xmlns:c="http://schemas.openxmlformats.org/drawingml/2006/chart" r:id="Rae41d60790ef4f15"/>
          </a:graphicData>
        </a:graphic>
      </p:graphicFrame>
      <p:sp>
        <p:nvSpPr>
          <p:cNvPr id="6" name="">
            <a:extLst xmlns:a="http://schemas.openxmlformats.org/drawingml/2006/main">
              <a:ext uri="{FF2B5EF4-FFF2-40B4-BE49-F238E27FC236}">
                <a16:creationId xmlns:a16="http://schemas.microsoft.com/office/drawing/2014/main" id="{CE3ABE33-37B1-4167-B8E6-6BC008872B9A}"/>
              </a:ext>
            </a:extLst>
          </p:cNvPr>
          <p:cNvSpPr>
            <a:spLocks xmlns:a="http://schemas.openxmlformats.org/drawingml/2006/main" noGrp="1"/>
          </p:cNvSpPr>
          <p:nvPr/>
        </p:nvSpPr>
        <p:spPr>
          <a:xfrm xmlns:a="http://schemas.openxmlformats.org/drawingml/2006/main">
            <a:off x="8239125" y="2009775"/>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12 periodic sources</a:t>
            </a:r>
          </a:p>
        </p:txBody>
      </p:sp>
      <p:sp>
        <p:nvSpPr>
          <p:cNvPr id="7" name="">
            <a:extLst xmlns:a="http://schemas.openxmlformats.org/drawingml/2006/main">
              <a:ext uri="{FF2B5EF4-FFF2-40B4-BE49-F238E27FC236}">
                <a16:creationId xmlns:a16="http://schemas.microsoft.com/office/drawing/2014/main" id="{0A9C688D-BCCA-4EE4-889F-63D7982A56A0}"/>
              </a:ext>
            </a:extLst>
          </p:cNvPr>
          <p:cNvSpPr>
            <a:spLocks xmlns:a="http://schemas.openxmlformats.org/drawingml/2006/main" noGrp="1"/>
          </p:cNvSpPr>
          <p:nvPr/>
        </p:nvSpPr>
        <p:spPr>
          <a:xfrm xmlns:a="http://schemas.openxmlformats.org/drawingml/2006/main">
            <a:off x="8239125" y="2476500"/>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10 events per second</a:t>
            </a:r>
          </a:p>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0.1 s between events</a:t>
            </a:r>
          </a:p>
        </p:txBody>
      </p:sp>
      <p:sp>
        <p:nvSpPr>
          <p:cNvPr id="8" name="">
            <a:extLst xmlns:a="http://schemas.openxmlformats.org/drawingml/2006/main">
              <a:ext uri="{FF2B5EF4-FFF2-40B4-BE49-F238E27FC236}">
                <a16:creationId xmlns:a16="http://schemas.microsoft.com/office/drawing/2014/main" id="{2D25E4C1-861D-478B-A0C6-E41DAE260964}"/>
              </a:ext>
            </a:extLst>
          </p:cNvPr>
          <p:cNvSpPr>
            <a:spLocks xmlns:a="http://schemas.openxmlformats.org/drawingml/2006/main" noGrp="1"/>
          </p:cNvSpPr>
          <p:nvPr/>
        </p:nvSpPr>
        <p:spPr>
          <a:xfrm xmlns:a="http://schemas.openxmlformats.org/drawingml/2006/main">
            <a:off x="8239125" y="3533775"/>
            <a:ext cx="331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C26630"/>
                </a:solidFill>
                <a:latin typeface="Arial"/>
                <a:ea typeface="Arial"/>
                <a:cs typeface="Arial"/>
              </a:defRPr>
            </a:pPr>
            <a:r>
              <a:rPr sz="2100" b="1">
                <a:solidFill>
                  <a:srgbClr val="C26630"/>
                </a:solidFill>
                <a:latin typeface="Arial"/>
                <a:ea typeface="Arial"/>
                <a:cs typeface="Arial"/>
              </a:rPr>
              <a:t>8 background sources</a:t>
            </a:r>
          </a:p>
        </p:txBody>
      </p:sp>
      <p:sp>
        <p:nvSpPr>
          <p:cNvPr id="9" name="">
            <a:extLst xmlns:a="http://schemas.openxmlformats.org/drawingml/2006/main">
              <a:ext uri="{FF2B5EF4-FFF2-40B4-BE49-F238E27FC236}">
                <a16:creationId xmlns:a16="http://schemas.microsoft.com/office/drawing/2014/main" id="{2CCD3C3A-1C45-41BC-A667-32FE6E4C0CE4}"/>
              </a:ext>
            </a:extLst>
          </p:cNvPr>
          <p:cNvSpPr>
            <a:spLocks xmlns:a="http://schemas.openxmlformats.org/drawingml/2006/main" noGrp="1"/>
          </p:cNvSpPr>
          <p:nvPr/>
        </p:nvSpPr>
        <p:spPr>
          <a:xfrm xmlns:a="http://schemas.openxmlformats.org/drawingml/2006/main">
            <a:off x="8239125" y="4000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Irregular intervals</a:t>
            </a:r>
          </a:p>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Rate parameter: 5/s</a:t>
            </a:r>
          </a:p>
        </p:txBody>
      </p:sp>
      <p:sp>
        <p:nvSpPr>
          <p:cNvPr id="10" name="">
            <a:extLst xmlns:a="http://schemas.openxmlformats.org/drawingml/2006/main">
              <a:ext uri="{FF2B5EF4-FFF2-40B4-BE49-F238E27FC236}">
                <a16:creationId xmlns:a16="http://schemas.microsoft.com/office/drawing/2014/main" id="{D3700ED3-295B-409F-815C-163C13E9F3AA}"/>
              </a:ext>
            </a:extLst>
          </p:cNvPr>
          <p:cNvSpPr>
            <a:spLocks xmlns:a="http://schemas.openxmlformats.org/drawingml/2006/main" noGrp="1"/>
          </p:cNvSpPr>
          <p:nvPr/>
        </p:nvSpPr>
        <p:spPr>
          <a:xfrm xmlns:a="http://schemas.openxmlformats.org/drawingml/2006/main">
            <a:off x="8239125" y="50101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Both groups contribute.</a:t>
            </a:r>
          </a:p>
        </p:txBody>
      </p:sp>
      <p:sp>
        <p:nvSpPr>
          <p:cNvPr id="11" name="">
            <a:extLst xmlns:a="http://schemas.openxmlformats.org/drawingml/2006/main">
              <a:ext uri="{FF2B5EF4-FFF2-40B4-BE49-F238E27FC236}">
                <a16:creationId xmlns:a16="http://schemas.microsoft.com/office/drawing/2014/main" id="{998353B8-5111-4B46-BBEE-B80B18DDDB8B}"/>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Question: why do the blue events form bands instead of one vertical line?</a:t>
            </a:r>
          </a:p>
        </p:txBody>
      </p:sp>
    </p:spTree>
    <p:extLst>
      <p:ext uri="{BB962C8B-B14F-4D97-AF65-F5344CB8AC3E}">
        <p14:creationId xmlns:p14="http://schemas.microsoft.com/office/powerpoint/2010/main" val="2205777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BCA2FD97-6EF0-4FA1-A8CE-CD4165C00544}"/>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One event produces a lasting response</a:t>
            </a:r>
          </a:p>
        </p:txBody>
      </p:sp>
      <p:sp>
        <p:nvSpPr>
          <p:cNvPr id="2" name="">
            <a:extLst xmlns:a="http://schemas.openxmlformats.org/drawingml/2006/main">
              <a:ext uri="{FF2B5EF4-FFF2-40B4-BE49-F238E27FC236}">
                <a16:creationId xmlns:a16="http://schemas.microsoft.com/office/drawing/2014/main" id="{27D0CB3B-9182-45B8-868F-9C8AA99B657F}"/>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The fixed kernel approximates the shape of a postsynaptic potential (PSP). [2]</a:t>
            </a:r>
          </a:p>
        </p:txBody>
      </p:sp>
      <p:sp>
        <p:nvSpPr>
          <p:cNvPr id="3" name="">
            <a:extLst xmlns:a="http://schemas.openxmlformats.org/drawingml/2006/main">
              <a:ext uri="{FF2B5EF4-FFF2-40B4-BE49-F238E27FC236}">
                <a16:creationId xmlns:a16="http://schemas.microsoft.com/office/drawing/2014/main" id="{877F83E4-4165-474E-AC16-B4F7B9856A77}"/>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D2F862DF-E242-4730-8B27-CDE3CE9B1587}"/>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04 / 10</a:t>
            </a:r>
          </a:p>
        </p:txBody>
      </p:sp>
      <p:graphicFrame>
        <p:nvGraphicFramePr>
          <p:cNvPr id="19" name="Chart"/>
          <p:cNvGraphicFramePr/>
          <p:nvPr/>
        </p:nvGraphicFramePr>
        <p:xfrm>
          <a:off xmlns:a="http://schemas.openxmlformats.org/drawingml/2006/main" x="457200" y="1619250"/>
          <a:ext xmlns:a="http://schemas.openxmlformats.org/drawingml/2006/main" cx="7400925" cy="1181100"/>
        </p:xfrm>
        <a:graphic xmlns:a="http://schemas.openxmlformats.org/drawingml/2006/main">
          <a:graphicData uri="http://schemas.openxmlformats.org/drawingml/2006/chart">
            <c:chart xmlns:r="http://schemas.openxmlformats.org/officeDocument/2006/relationships" xmlns:c="http://schemas.openxmlformats.org/drawingml/2006/chart" r:id="R493d656d9dcb418c"/>
          </a:graphicData>
        </a:graphic>
      </p:graphicFrame>
      <p:graphicFrame>
        <p:nvGraphicFramePr>
          <p:cNvPr id="20" name="Chart"/>
          <p:cNvGraphicFramePr/>
          <p:nvPr/>
        </p:nvGraphicFramePr>
        <p:xfrm>
          <a:off xmlns:a="http://schemas.openxmlformats.org/drawingml/2006/main" x="457200" y="3000375"/>
          <a:ext xmlns:a="http://schemas.openxmlformats.org/drawingml/2006/main" cx="7400925" cy="1228725"/>
        </p:xfrm>
        <a:graphic xmlns:a="http://schemas.openxmlformats.org/drawingml/2006/main">
          <a:graphicData uri="http://schemas.openxmlformats.org/drawingml/2006/chart">
            <c:chart xmlns:r="http://schemas.openxmlformats.org/officeDocument/2006/relationships" xmlns:c="http://schemas.openxmlformats.org/drawingml/2006/chart" r:id="R4975de678cbb48b9"/>
          </a:graphicData>
        </a:graphic>
      </p:graphicFrame>
      <p:graphicFrame>
        <p:nvGraphicFramePr>
          <p:cNvPr id="21" name="Chart"/>
          <p:cNvGraphicFramePr/>
          <p:nvPr/>
        </p:nvGraphicFramePr>
        <p:xfrm>
          <a:off xmlns:a="http://schemas.openxmlformats.org/drawingml/2006/main" x="457200" y="4381500"/>
          <a:ext xmlns:a="http://schemas.openxmlformats.org/drawingml/2006/main" cx="7400925" cy="1381125"/>
        </p:xfrm>
        <a:graphic xmlns:a="http://schemas.openxmlformats.org/drawingml/2006/main">
          <a:graphicData uri="http://schemas.openxmlformats.org/drawingml/2006/chart">
            <c:chart xmlns:r="http://schemas.openxmlformats.org/officeDocument/2006/relationships" xmlns:c="http://schemas.openxmlformats.org/drawingml/2006/chart" r:id="Rebf0280453124cd5"/>
          </a:graphicData>
        </a:graphic>
      </p:graphicFrame>
      <p:sp>
        <p:nvSpPr>
          <p:cNvPr id="8" name="">
            <a:extLst xmlns:a="http://schemas.openxmlformats.org/drawingml/2006/main">
              <a:ext uri="{FF2B5EF4-FFF2-40B4-BE49-F238E27FC236}">
                <a16:creationId xmlns:a16="http://schemas.microsoft.com/office/drawing/2014/main" id="{16F30011-DEA5-4BDD-B502-9DE47C6D7FEF}"/>
              </a:ext>
            </a:extLst>
          </p:cNvPr>
          <p:cNvSpPr>
            <a:spLocks xmlns:a="http://schemas.openxmlformats.org/drawingml/2006/main" noGrp="1"/>
          </p:cNvSpPr>
          <p:nvPr/>
        </p:nvSpPr>
        <p:spPr>
          <a:xfrm xmlns:a="http://schemas.openxmlformats.org/drawingml/2006/main">
            <a:off x="8134350" y="18383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Event at 0.597 s</a:t>
            </a:r>
          </a:p>
        </p:txBody>
      </p:sp>
      <p:sp>
        <p:nvSpPr>
          <p:cNvPr id="9" name="">
            <a:extLst xmlns:a="http://schemas.openxmlformats.org/drawingml/2006/main">
              <a:ext uri="{FF2B5EF4-FFF2-40B4-BE49-F238E27FC236}">
                <a16:creationId xmlns:a16="http://schemas.microsoft.com/office/drawing/2014/main" id="{1D236139-7A15-4B67-85E8-9A01F27D547F}"/>
              </a:ext>
            </a:extLst>
          </p:cNvPr>
          <p:cNvSpPr>
            <a:spLocks xmlns:a="http://schemas.openxmlformats.org/drawingml/2006/main" noGrp="1"/>
          </p:cNvSpPr>
          <p:nvPr/>
        </p:nvSpPr>
        <p:spPr>
          <a:xfrm xmlns:a="http://schemas.openxmlformats.org/drawingml/2006/main">
            <a:off x="8134350" y="2324100"/>
            <a:ext cx="3381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D2938"/>
                </a:solidFill>
                <a:latin typeface="Arial"/>
                <a:ea typeface="Arial"/>
                <a:cs typeface="Arial"/>
              </a:defRPr>
            </a:pPr>
            <a:r>
              <a:rPr sz="1800" b="0">
                <a:solidFill>
                  <a:srgbClr val="1D2938"/>
                </a:solidFill>
                <a:latin typeface="Arial"/>
                <a:ea typeface="Arial"/>
                <a:cs typeface="Arial"/>
              </a:rPr>
              <a:t>Round to a 1 ms sample bin.</a:t>
            </a:r>
          </a:p>
        </p:txBody>
      </p:sp>
      <p:sp>
        <p:nvSpPr>
          <p:cNvPr id="10" name="">
            <a:extLst xmlns:a="http://schemas.openxmlformats.org/drawingml/2006/main">
              <a:ext uri="{FF2B5EF4-FFF2-40B4-BE49-F238E27FC236}">
                <a16:creationId xmlns:a16="http://schemas.microsoft.com/office/drawing/2014/main" id="{9CDA2BD5-5254-4FA9-9352-D1532BD757FD}"/>
              </a:ext>
            </a:extLst>
          </p:cNvPr>
          <p:cNvSpPr>
            <a:spLocks xmlns:a="http://schemas.openxmlformats.org/drawingml/2006/main" noGrp="1"/>
          </p:cNvSpPr>
          <p:nvPr/>
        </p:nvSpPr>
        <p:spPr>
          <a:xfrm xmlns:a="http://schemas.openxmlformats.org/drawingml/2006/main">
            <a:off x="8134350" y="3114675"/>
            <a:ext cx="34004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Response peaks 20 ms later</a:t>
            </a:r>
          </a:p>
        </p:txBody>
      </p:sp>
      <p:sp>
        <p:nvSpPr>
          <p:cNvPr id="11" name="">
            <a:extLst xmlns:a="http://schemas.openxmlformats.org/drawingml/2006/main">
              <a:ext uri="{FF2B5EF4-FFF2-40B4-BE49-F238E27FC236}">
                <a16:creationId xmlns:a16="http://schemas.microsoft.com/office/drawing/2014/main" id="{087F560C-3D5D-43D6-A52E-48373E460CEB}"/>
              </a:ext>
            </a:extLst>
          </p:cNvPr>
          <p:cNvSpPr>
            <a:spLocks xmlns:a="http://schemas.openxmlformats.org/drawingml/2006/main" noGrp="1"/>
          </p:cNvSpPr>
          <p:nvPr/>
        </p:nvSpPr>
        <p:spPr>
          <a:xfrm xmlns:a="http://schemas.openxmlformats.org/drawingml/2006/main">
            <a:off x="8134350" y="3886200"/>
            <a:ext cx="338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D2938"/>
                </a:solidFill>
                <a:latin typeface="Arial"/>
                <a:ea typeface="Arial"/>
                <a:cs typeface="Arial"/>
              </a:defRPr>
            </a:pPr>
            <a:r>
              <a:rPr sz="1800" b="0">
                <a:solidFill>
                  <a:srgbClr val="1D2938"/>
                </a:solidFill>
                <a:latin typeface="Arial"/>
                <a:ea typeface="Arial"/>
                <a:cs typeface="Arial"/>
              </a:rPr>
              <a:t>Fixed 100 ms kernel window.</a:t>
            </a:r>
          </a:p>
        </p:txBody>
      </p:sp>
      <p:sp>
        <p:nvSpPr>
          <p:cNvPr id="12" name="">
            <a:extLst xmlns:a="http://schemas.openxmlformats.org/drawingml/2006/main">
              <a:ext uri="{FF2B5EF4-FFF2-40B4-BE49-F238E27FC236}">
                <a16:creationId xmlns:a16="http://schemas.microsoft.com/office/drawing/2014/main" id="{800FCE80-FDA7-4C63-8FD2-7202CB5DD9D9}"/>
              </a:ext>
            </a:extLst>
          </p:cNvPr>
          <p:cNvSpPr>
            <a:spLocks xmlns:a="http://schemas.openxmlformats.org/drawingml/2006/main" noGrp="1"/>
          </p:cNvSpPr>
          <p:nvPr/>
        </p:nvSpPr>
        <p:spPr>
          <a:xfrm xmlns:a="http://schemas.openxmlformats.org/drawingml/2006/main">
            <a:off x="8134350" y="4572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C26630"/>
                </a:solidFill>
                <a:latin typeface="Arial"/>
                <a:ea typeface="Arial"/>
                <a:cs typeface="Arial"/>
              </a:defRPr>
            </a:pPr>
            <a:r>
              <a:rPr sz="2025" b="1">
                <a:solidFill>
                  <a:srgbClr val="C26630"/>
                </a:solidFill>
                <a:latin typeface="Arial"/>
                <a:ea typeface="Arial"/>
                <a:cs typeface="Arial"/>
              </a:rPr>
              <a:t>Weight w₀ = +0.497</a:t>
            </a:r>
          </a:p>
        </p:txBody>
      </p:sp>
      <p:sp>
        <p:nvSpPr>
          <p:cNvPr id="13" name="">
            <a:extLst xmlns:a="http://schemas.openxmlformats.org/drawingml/2006/main">
              <a:ext uri="{FF2B5EF4-FFF2-40B4-BE49-F238E27FC236}">
                <a16:creationId xmlns:a16="http://schemas.microsoft.com/office/drawing/2014/main" id="{11381182-9C0C-46F9-AAD1-3175E692675D}"/>
              </a:ext>
            </a:extLst>
          </p:cNvPr>
          <p:cNvSpPr>
            <a:spLocks xmlns:a="http://schemas.openxmlformats.org/drawingml/2006/main" noGrp="1"/>
          </p:cNvSpPr>
          <p:nvPr/>
        </p:nvSpPr>
        <p:spPr>
          <a:xfrm xmlns:a="http://schemas.openxmlformats.org/drawingml/2006/main">
            <a:off x="8134350" y="5038725"/>
            <a:ext cx="338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D2938"/>
                </a:solidFill>
                <a:latin typeface="Arial"/>
                <a:ea typeface="Arial"/>
                <a:cs typeface="Arial"/>
              </a:defRPr>
            </a:pPr>
            <a:r>
              <a:rPr sz="1800" b="0">
                <a:solidFill>
                  <a:srgbClr val="1D2938"/>
                </a:solidFill>
                <a:latin typeface="Arial"/>
                <a:ea typeface="Arial"/>
                <a:cs typeface="Arial"/>
              </a:rPr>
              <a:t>The weight scales the response.</a:t>
            </a:r>
          </a:p>
        </p:txBody>
      </p:sp>
      <p:sp>
        <p:nvSpPr>
          <p:cNvPr id="14" name="">
            <a:extLst xmlns:a="http://schemas.openxmlformats.org/drawingml/2006/main">
              <a:ext uri="{FF2B5EF4-FFF2-40B4-BE49-F238E27FC236}">
                <a16:creationId xmlns:a16="http://schemas.microsoft.com/office/drawing/2014/main" id="{921B5DCD-980E-4CE7-AF89-849A0C9302D6}"/>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Question: why does the contribution continue after the spike event?</a:t>
            </a:r>
          </a:p>
        </p:txBody>
      </p:sp>
    </p:spTree>
    <p:extLst>
      <p:ext uri="{BB962C8B-B14F-4D97-AF65-F5344CB8AC3E}">
        <p14:creationId xmlns:p14="http://schemas.microsoft.com/office/powerpoint/2010/main" val="14299338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3DD6D90-A608-43D9-B166-9451AFE76937}"/>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Overlapping responses add together</a:t>
            </a:r>
          </a:p>
        </p:txBody>
      </p:sp>
      <p:sp>
        <p:nvSpPr>
          <p:cNvPr id="2" name="">
            <a:extLst xmlns:a="http://schemas.openxmlformats.org/drawingml/2006/main">
              <a:ext uri="{FF2B5EF4-FFF2-40B4-BE49-F238E27FC236}">
                <a16:creationId xmlns:a16="http://schemas.microsoft.com/office/drawing/2014/main" id="{B0F8274B-E3B0-403E-9BC1-1CB342AD3FE9}"/>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Three nearby events from the same background neuron show temporal summation.</a:t>
            </a:r>
          </a:p>
        </p:txBody>
      </p:sp>
      <p:sp>
        <p:nvSpPr>
          <p:cNvPr id="3" name="">
            <a:extLst xmlns:a="http://schemas.openxmlformats.org/drawingml/2006/main">
              <a:ext uri="{FF2B5EF4-FFF2-40B4-BE49-F238E27FC236}">
                <a16:creationId xmlns:a16="http://schemas.microsoft.com/office/drawing/2014/main" id="{12F699C7-CCAD-4E4E-91C1-179CADC4152C}"/>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7705C4B2-389F-4619-B230-C593742C4960}"/>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05 / 10</a:t>
            </a:r>
          </a:p>
        </p:txBody>
      </p:sp>
      <p:graphicFrame>
        <p:nvGraphicFramePr>
          <p:cNvPr id="16" name="Chart"/>
          <p:cNvGraphicFramePr/>
          <p:nvPr/>
        </p:nvGraphicFramePr>
        <p:xfrm>
          <a:off xmlns:a="http://schemas.openxmlformats.org/drawingml/2006/main" x="457200" y="1828800"/>
          <a:ext xmlns:a="http://schemas.openxmlformats.org/drawingml/2006/main" cx="7467600" cy="1790700"/>
        </p:xfrm>
        <a:graphic xmlns:a="http://schemas.openxmlformats.org/drawingml/2006/main">
          <a:graphicData uri="http://schemas.openxmlformats.org/drawingml/2006/chart">
            <c:chart xmlns:r="http://schemas.openxmlformats.org/officeDocument/2006/relationships" xmlns:c="http://schemas.openxmlformats.org/drawingml/2006/chart" r:id="Rcab18feede4e4ce9"/>
          </a:graphicData>
        </a:graphic>
      </p:graphicFrame>
      <p:graphicFrame>
        <p:nvGraphicFramePr>
          <p:cNvPr id="17" name="Chart"/>
          <p:cNvGraphicFramePr/>
          <p:nvPr/>
        </p:nvGraphicFramePr>
        <p:xfrm>
          <a:off xmlns:a="http://schemas.openxmlformats.org/drawingml/2006/main" x="457200" y="3819525"/>
          <a:ext xmlns:a="http://schemas.openxmlformats.org/drawingml/2006/main" cx="7467600" cy="1809750"/>
        </p:xfrm>
        <a:graphic xmlns:a="http://schemas.openxmlformats.org/drawingml/2006/main">
          <a:graphicData uri="http://schemas.openxmlformats.org/drawingml/2006/chart">
            <c:chart xmlns:r="http://schemas.openxmlformats.org/officeDocument/2006/relationships" xmlns:c="http://schemas.openxmlformats.org/drawingml/2006/chart" r:id="R2bcb443b5a3a4e44"/>
          </a:graphicData>
        </a:graphic>
      </p:graphicFrame>
      <p:sp>
        <p:nvSpPr>
          <p:cNvPr id="7" name="">
            <a:extLst xmlns:a="http://schemas.openxmlformats.org/drawingml/2006/main">
              <a:ext uri="{FF2B5EF4-FFF2-40B4-BE49-F238E27FC236}">
                <a16:creationId xmlns:a16="http://schemas.microsoft.com/office/drawing/2014/main" id="{06500191-0DFB-401A-9E90-86993F28AEC0}"/>
              </a:ext>
            </a:extLst>
          </p:cNvPr>
          <p:cNvSpPr>
            <a:spLocks xmlns:a="http://schemas.openxmlformats.org/drawingml/2006/main" noGrp="1"/>
          </p:cNvSpPr>
          <p:nvPr/>
        </p:nvSpPr>
        <p:spPr>
          <a:xfrm xmlns:a="http://schemas.openxmlformats.org/drawingml/2006/main">
            <a:off x="8201025" y="19335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B2138"/>
                </a:solidFill>
                <a:latin typeface="Arial"/>
                <a:ea typeface="Arial"/>
                <a:cs typeface="Arial"/>
              </a:defRPr>
            </a:pPr>
            <a:r>
              <a:rPr sz="2100" b="1">
                <a:solidFill>
                  <a:srgbClr val="0B2138"/>
                </a:solidFill>
                <a:latin typeface="Arial"/>
                <a:ea typeface="Arial"/>
                <a:cs typeface="Arial"/>
              </a:rPr>
              <a:t>Place the same response</a:t>
            </a:r>
          </a:p>
          <a:p xmlns:a="http://schemas.openxmlformats.org/drawingml/2006/main">
            <a:pPr>
              <a:defRPr sz="2100" b="1">
                <a:solidFill>
                  <a:srgbClr val="0B2138"/>
                </a:solidFill>
                <a:latin typeface="Arial"/>
                <a:ea typeface="Arial"/>
                <a:cs typeface="Arial"/>
              </a:defRPr>
            </a:pPr>
            <a:r>
              <a:rPr sz="2100" b="1">
                <a:solidFill>
                  <a:srgbClr val="0B2138"/>
                </a:solidFill>
                <a:latin typeface="Arial"/>
                <a:ea typeface="Arial"/>
                <a:cs typeface="Arial"/>
              </a:rPr>
              <a:t>at each event time.</a:t>
            </a:r>
          </a:p>
        </p:txBody>
      </p:sp>
      <p:sp>
        <p:nvSpPr>
          <p:cNvPr id="8" name="">
            <a:extLst xmlns:a="http://schemas.openxmlformats.org/drawingml/2006/main">
              <a:ext uri="{FF2B5EF4-FFF2-40B4-BE49-F238E27FC236}">
                <a16:creationId xmlns:a16="http://schemas.microsoft.com/office/drawing/2014/main" id="{A55CD8EA-3F5E-4861-86C7-23ED1D37AD4A}"/>
              </a:ext>
            </a:extLst>
          </p:cNvPr>
          <p:cNvSpPr>
            <a:spLocks xmlns:a="http://schemas.openxmlformats.org/drawingml/2006/main" noGrp="1"/>
          </p:cNvSpPr>
          <p:nvPr/>
        </p:nvSpPr>
        <p:spPr>
          <a:xfrm xmlns:a="http://schemas.openxmlformats.org/drawingml/2006/main">
            <a:off x="8201025" y="31051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B2138"/>
                </a:solidFill>
                <a:latin typeface="Arial"/>
                <a:ea typeface="Arial"/>
                <a:cs typeface="Arial"/>
              </a:defRPr>
            </a:pPr>
            <a:r>
              <a:rPr sz="2100" b="1">
                <a:solidFill>
                  <a:srgbClr val="0B2138"/>
                </a:solidFill>
                <a:latin typeface="Arial"/>
                <a:ea typeface="Arial"/>
                <a:cs typeface="Arial"/>
              </a:rPr>
              <a:t>Then add the responses</a:t>
            </a:r>
          </a:p>
          <a:p xmlns:a="http://schemas.openxmlformats.org/drawingml/2006/main">
            <a:pPr>
              <a:defRPr sz="2100" b="1">
                <a:solidFill>
                  <a:srgbClr val="0B2138"/>
                </a:solidFill>
                <a:latin typeface="Arial"/>
                <a:ea typeface="Arial"/>
                <a:cs typeface="Arial"/>
              </a:defRPr>
            </a:pPr>
            <a:r>
              <a:rPr sz="2100" b="1">
                <a:solidFill>
                  <a:srgbClr val="0B2138"/>
                </a:solidFill>
                <a:latin typeface="Arial"/>
                <a:ea typeface="Arial"/>
                <a:cs typeface="Arial"/>
              </a:rPr>
              <a:t>at each sample.</a:t>
            </a:r>
          </a:p>
        </p:txBody>
      </p:sp>
      <p:sp>
        <p:nvSpPr>
          <p:cNvPr id="9" name="">
            <a:extLst xmlns:a="http://schemas.openxmlformats.org/drawingml/2006/main">
              <a:ext uri="{FF2B5EF4-FFF2-40B4-BE49-F238E27FC236}">
                <a16:creationId xmlns:a16="http://schemas.microsoft.com/office/drawing/2014/main" id="{88796979-E936-45E7-925D-311E54620BBE}"/>
              </a:ext>
            </a:extLst>
          </p:cNvPr>
          <p:cNvSpPr>
            <a:spLocks xmlns:a="http://schemas.openxmlformats.org/drawingml/2006/main" noGrp="1"/>
          </p:cNvSpPr>
          <p:nvPr/>
        </p:nvSpPr>
        <p:spPr>
          <a:xfrm xmlns:a="http://schemas.openxmlformats.org/drawingml/2006/main">
            <a:off x="8201025" y="42957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This operation is convolution. [2]</a:t>
            </a:r>
          </a:p>
        </p:txBody>
      </p:sp>
      <p:sp>
        <p:nvSpPr>
          <p:cNvPr id="10" name="">
            <a:extLst xmlns:a="http://schemas.openxmlformats.org/drawingml/2006/main">
              <a:ext uri="{FF2B5EF4-FFF2-40B4-BE49-F238E27FC236}">
                <a16:creationId xmlns:a16="http://schemas.microsoft.com/office/drawing/2014/main" id="{1BF9D681-6DF7-4642-A188-677E608A2947}"/>
              </a:ext>
            </a:extLst>
          </p:cNvPr>
          <p:cNvSpPr>
            <a:spLocks xmlns:a="http://schemas.openxmlformats.org/drawingml/2006/main" noGrp="1"/>
          </p:cNvSpPr>
          <p:nvPr/>
        </p:nvSpPr>
        <p:spPr>
          <a:xfrm xmlns:a="http://schemas.openxmlformats.org/drawingml/2006/main">
            <a:off x="8201025" y="5248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17184"/>
                </a:solidFill>
                <a:latin typeface="Arial"/>
                <a:ea typeface="Arial"/>
                <a:cs typeface="Arial"/>
              </a:defRPr>
            </a:pPr>
            <a:r>
              <a:rPr sz="1725" b="0">
                <a:solidFill>
                  <a:srgbClr val="617184"/>
                </a:solidFill>
                <a:latin typeface="Arial"/>
                <a:ea typeface="Arial"/>
                <a:cs typeface="Arial"/>
              </a:rPr>
              <a:t>One source, unchanged weight.</a:t>
            </a:r>
          </a:p>
        </p:txBody>
      </p:sp>
      <p:sp>
        <p:nvSpPr>
          <p:cNvPr id="11" name="">
            <a:extLst xmlns:a="http://schemas.openxmlformats.org/drawingml/2006/main">
              <a:ext uri="{FF2B5EF4-FFF2-40B4-BE49-F238E27FC236}">
                <a16:creationId xmlns:a16="http://schemas.microsoft.com/office/drawing/2014/main" id="{1734DCE8-388A-45E4-89FF-10955D9438AC}"/>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Question: where does one event’s response overlap the next?</a:t>
            </a:r>
          </a:p>
        </p:txBody>
      </p:sp>
    </p:spTree>
    <p:extLst>
      <p:ext uri="{BB962C8B-B14F-4D97-AF65-F5344CB8AC3E}">
        <p14:creationId xmlns:p14="http://schemas.microsoft.com/office/powerpoint/2010/main" val="401172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31C0BBB-B35A-4029-A87B-14B9DD9D39EC}"/>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A weighted sum creates the final trace</a:t>
            </a:r>
          </a:p>
        </p:txBody>
      </p:sp>
      <p:sp>
        <p:nvSpPr>
          <p:cNvPr id="2" name="">
            <a:extLst xmlns:a="http://schemas.openxmlformats.org/drawingml/2006/main">
              <a:ext uri="{FF2B5EF4-FFF2-40B4-BE49-F238E27FC236}">
                <a16:creationId xmlns:a16="http://schemas.microsoft.com/office/drawing/2014/main" id="{463FF116-41A1-442E-825F-1F576161F10C}"/>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Every model neuron contributes. Positive and negative coefficients can cancel.</a:t>
            </a:r>
          </a:p>
        </p:txBody>
      </p:sp>
      <p:sp>
        <p:nvSpPr>
          <p:cNvPr id="3" name="">
            <a:extLst xmlns:a="http://schemas.openxmlformats.org/drawingml/2006/main">
              <a:ext uri="{FF2B5EF4-FFF2-40B4-BE49-F238E27FC236}">
                <a16:creationId xmlns:a16="http://schemas.microsoft.com/office/drawing/2014/main" id="{FA24D12A-1BA1-45FB-8CF0-750B860C54B2}"/>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AE51ADFE-6E8E-45D8-8A35-05695FE97437}"/>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06 / 10</a:t>
            </a:r>
          </a:p>
        </p:txBody>
      </p:sp>
      <p:graphicFrame>
        <p:nvGraphicFramePr>
          <p:cNvPr id="17" name="Chart"/>
          <p:cNvGraphicFramePr/>
          <p:nvPr/>
        </p:nvGraphicFramePr>
        <p:xfrm>
          <a:off xmlns:a="http://schemas.openxmlformats.org/drawingml/2006/main" x="457200" y="1819275"/>
          <a:ext xmlns:a="http://schemas.openxmlformats.org/drawingml/2006/main" cx="7467600" cy="1771650"/>
        </p:xfrm>
        <a:graphic xmlns:a="http://schemas.openxmlformats.org/drawingml/2006/main">
          <a:graphicData uri="http://schemas.openxmlformats.org/drawingml/2006/chart">
            <c:chart xmlns:r="http://schemas.openxmlformats.org/officeDocument/2006/relationships" xmlns:c="http://schemas.openxmlformats.org/drawingml/2006/chart" r:id="R530aa2b89bf04491"/>
          </a:graphicData>
        </a:graphic>
      </p:graphicFrame>
      <p:graphicFrame>
        <p:nvGraphicFramePr>
          <p:cNvPr id="18" name="Chart"/>
          <p:cNvGraphicFramePr/>
          <p:nvPr/>
        </p:nvGraphicFramePr>
        <p:xfrm>
          <a:off xmlns:a="http://schemas.openxmlformats.org/drawingml/2006/main" x="457200" y="3857625"/>
          <a:ext xmlns:a="http://schemas.openxmlformats.org/drawingml/2006/main" cx="7467600" cy="1771650"/>
        </p:xfrm>
        <a:graphic xmlns:a="http://schemas.openxmlformats.org/drawingml/2006/main">
          <a:graphicData uri="http://schemas.openxmlformats.org/drawingml/2006/chart">
            <c:chart xmlns:r="http://schemas.openxmlformats.org/officeDocument/2006/relationships" xmlns:c="http://schemas.openxmlformats.org/drawingml/2006/chart" r:id="R0c29f4d20c3e4690"/>
          </a:graphicData>
        </a:graphic>
      </p:graphicFrame>
      <p:sp>
        <p:nvSpPr>
          <p:cNvPr id="7" name="">
            <a:extLst xmlns:a="http://schemas.openxmlformats.org/drawingml/2006/main">
              <a:ext uri="{FF2B5EF4-FFF2-40B4-BE49-F238E27FC236}">
                <a16:creationId xmlns:a16="http://schemas.microsoft.com/office/drawing/2014/main" id="{A2ABA83B-62D4-4910-AF79-04A130BD8876}"/>
              </a:ext>
            </a:extLst>
          </p:cNvPr>
          <p:cNvSpPr>
            <a:spLocks xmlns:a="http://schemas.openxmlformats.org/drawingml/2006/main" noGrp="1"/>
          </p:cNvSpPr>
          <p:nvPr/>
        </p:nvSpPr>
        <p:spPr>
          <a:xfrm xmlns:a="http://schemas.openxmlformats.org/drawingml/2006/main">
            <a:off x="8201025" y="19335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87"/>
                </a:solidFill>
                <a:latin typeface="Arial"/>
                <a:ea typeface="Arial"/>
                <a:cs typeface="Arial"/>
              </a:defRPr>
            </a:pPr>
            <a:r>
              <a:rPr sz="2025" b="1">
                <a:solidFill>
                  <a:srgbClr val="176B87"/>
                </a:solidFill>
                <a:latin typeface="Arial"/>
                <a:ea typeface="Arial"/>
                <a:cs typeface="Arial"/>
              </a:rPr>
              <a:t>Four example sources</a:t>
            </a:r>
          </a:p>
        </p:txBody>
      </p:sp>
      <p:sp>
        <p:nvSpPr>
          <p:cNvPr id="8" name="">
            <a:extLst xmlns:a="http://schemas.openxmlformats.org/drawingml/2006/main">
              <a:ext uri="{FF2B5EF4-FFF2-40B4-BE49-F238E27FC236}">
                <a16:creationId xmlns:a16="http://schemas.microsoft.com/office/drawing/2014/main" id="{0A0FA829-7BB0-47D7-953B-75F4231E13C1}"/>
              </a:ext>
            </a:extLst>
          </p:cNvPr>
          <p:cNvSpPr>
            <a:spLocks xmlns:a="http://schemas.openxmlformats.org/drawingml/2006/main" noGrp="1"/>
          </p:cNvSpPr>
          <p:nvPr/>
        </p:nvSpPr>
        <p:spPr>
          <a:xfrm xmlns:a="http://schemas.openxmlformats.org/drawingml/2006/main">
            <a:off x="8201025" y="24955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A negative coefficient</a:t>
            </a:r>
          </a:p>
          <a:p xmlns:a="http://schemas.openxmlformats.org/drawingml/2006/main">
            <a:pPr>
              <a:defRPr sz="1950" b="0">
                <a:solidFill>
                  <a:srgbClr val="1D2938"/>
                </a:solidFill>
                <a:latin typeface="Arial"/>
                <a:ea typeface="Arial"/>
                <a:cs typeface="Arial"/>
              </a:defRPr>
            </a:pPr>
            <a:r>
              <a:rPr sz="1950" b="0">
                <a:solidFill>
                  <a:srgbClr val="1D2938"/>
                </a:solidFill>
                <a:latin typeface="Arial"/>
                <a:ea typeface="Arial"/>
                <a:cs typeface="Arial"/>
              </a:rPr>
              <a:t>reverses a contribution.</a:t>
            </a:r>
          </a:p>
        </p:txBody>
      </p:sp>
      <p:sp>
        <p:nvSpPr>
          <p:cNvPr id="9" name="">
            <a:extLst xmlns:a="http://schemas.openxmlformats.org/drawingml/2006/main">
              <a:ext uri="{FF2B5EF4-FFF2-40B4-BE49-F238E27FC236}">
                <a16:creationId xmlns:a16="http://schemas.microsoft.com/office/drawing/2014/main" id="{398137EE-E065-4729-8531-B7D2D2BF4335}"/>
              </a:ext>
            </a:extLst>
          </p:cNvPr>
          <p:cNvSpPr>
            <a:spLocks xmlns:a="http://schemas.openxmlformats.org/drawingml/2006/main" noGrp="1"/>
          </p:cNvSpPr>
          <p:nvPr/>
        </p:nvSpPr>
        <p:spPr>
          <a:xfrm xmlns:a="http://schemas.openxmlformats.org/drawingml/2006/main">
            <a:off x="8201025" y="3657600"/>
            <a:ext cx="333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B2138"/>
                </a:solidFill>
                <a:latin typeface="Arial"/>
                <a:ea typeface="Arial"/>
                <a:cs typeface="Arial"/>
              </a:defRPr>
            </a:pPr>
            <a:r>
              <a:rPr sz="2025" b="1">
                <a:solidFill>
                  <a:srgbClr val="0B2138"/>
                </a:solidFill>
                <a:latin typeface="Arial"/>
                <a:ea typeface="Arial"/>
                <a:cs typeface="Arial"/>
              </a:rPr>
              <a:t>Total uses all 20 sources</a:t>
            </a:r>
          </a:p>
        </p:txBody>
      </p:sp>
      <p:sp>
        <p:nvSpPr>
          <p:cNvPr id="10" name="">
            <a:extLst xmlns:a="http://schemas.openxmlformats.org/drawingml/2006/main">
              <a:ext uri="{FF2B5EF4-FFF2-40B4-BE49-F238E27FC236}">
                <a16:creationId xmlns:a16="http://schemas.microsoft.com/office/drawing/2014/main" id="{DD01090D-7B8B-47CD-9FCB-78E7ADADCD72}"/>
              </a:ext>
            </a:extLst>
          </p:cNvPr>
          <p:cNvSpPr>
            <a:spLocks xmlns:a="http://schemas.openxmlformats.org/drawingml/2006/main" noGrp="1"/>
          </p:cNvSpPr>
          <p:nvPr/>
        </p:nvSpPr>
        <p:spPr>
          <a:xfrm xmlns:a="http://schemas.openxmlformats.org/drawingml/2006/main">
            <a:off x="8201025" y="4505325"/>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B2138"/>
                </a:solidFill>
                <a:latin typeface="Arial"/>
                <a:ea typeface="Arial"/>
                <a:cs typeface="Arial"/>
              </a:defRPr>
            </a:pPr>
            <a:r>
              <a:rPr sz="2325" b="1">
                <a:solidFill>
                  <a:srgbClr val="0B2138"/>
                </a:solidFill>
                <a:latin typeface="Arial"/>
                <a:ea typeface="Arial"/>
                <a:cs typeface="Arial"/>
              </a:rPr>
              <a:t>y[n] = Σᵢ wᵢ rᵢ[n]</a:t>
            </a:r>
          </a:p>
        </p:txBody>
      </p:sp>
      <p:sp>
        <p:nvSpPr>
          <p:cNvPr id="11" name="">
            <a:extLst xmlns:a="http://schemas.openxmlformats.org/drawingml/2006/main">
              <a:ext uri="{FF2B5EF4-FFF2-40B4-BE49-F238E27FC236}">
                <a16:creationId xmlns:a16="http://schemas.microsoft.com/office/drawing/2014/main" id="{C591117D-8286-4FB8-9314-83E358F2F829}"/>
              </a:ext>
            </a:extLst>
          </p:cNvPr>
          <p:cNvSpPr>
            <a:spLocks xmlns:a="http://schemas.openxmlformats.org/drawingml/2006/main" noGrp="1"/>
          </p:cNvSpPr>
          <p:nvPr/>
        </p:nvSpPr>
        <p:spPr>
          <a:xfrm xmlns:a="http://schemas.openxmlformats.org/drawingml/2006/main">
            <a:off x="8201025" y="509587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D2938"/>
                </a:solidFill>
                <a:latin typeface="Arial"/>
                <a:ea typeface="Arial"/>
                <a:cs typeface="Arial"/>
              </a:defRPr>
            </a:pPr>
            <a:r>
              <a:rPr sz="1800" b="0">
                <a:solidFill>
                  <a:srgbClr val="1D2938"/>
                </a:solidFill>
                <a:latin typeface="Arial"/>
                <a:ea typeface="Arial"/>
                <a:cs typeface="Arial"/>
              </a:rPr>
              <a:t>rᵢ: response</a:t>
            </a:r>
          </a:p>
          <a:p xmlns:a="http://schemas.openxmlformats.org/drawingml/2006/main">
            <a:pPr>
              <a:defRPr sz="1800" b="0">
                <a:solidFill>
                  <a:srgbClr val="1D2938"/>
                </a:solidFill>
                <a:latin typeface="Arial"/>
                <a:ea typeface="Arial"/>
                <a:cs typeface="Arial"/>
              </a:defRPr>
            </a:pPr>
            <a:r>
              <a:rPr sz="1800" b="0">
                <a:solidFill>
                  <a:srgbClr val="1D2938"/>
                </a:solidFill>
                <a:latin typeface="Arial"/>
                <a:ea typeface="Arial"/>
                <a:cs typeface="Arial"/>
              </a:rPr>
              <a:t>wᵢ: signed weight</a:t>
            </a:r>
          </a:p>
        </p:txBody>
      </p:sp>
      <p:sp>
        <p:nvSpPr>
          <p:cNvPr id="12" name="">
            <a:extLst xmlns:a="http://schemas.openxmlformats.org/drawingml/2006/main">
              <a:ext uri="{FF2B5EF4-FFF2-40B4-BE49-F238E27FC236}">
                <a16:creationId xmlns:a16="http://schemas.microsoft.com/office/drawing/2014/main" id="{5D2C3321-1015-47C1-8835-54B5D1E810BB}"/>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Question: can two large contributions produce a small total?</a:t>
            </a:r>
          </a:p>
        </p:txBody>
      </p:sp>
    </p:spTree>
    <p:extLst>
      <p:ext uri="{BB962C8B-B14F-4D97-AF65-F5344CB8AC3E}">
        <p14:creationId xmlns:p14="http://schemas.microsoft.com/office/powerpoint/2010/main" val="7404407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F0255D4-520B-4FE4-A091-915E48F2DB07}"/>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Event frequency changes the spacing</a:t>
            </a:r>
          </a:p>
        </p:txBody>
      </p:sp>
      <p:sp>
        <p:nvSpPr>
          <p:cNvPr id="2" name="">
            <a:extLst xmlns:a="http://schemas.openxmlformats.org/drawingml/2006/main">
              <a:ext uri="{FF2B5EF4-FFF2-40B4-BE49-F238E27FC236}">
                <a16:creationId xmlns:a16="http://schemas.microsoft.com/office/drawing/2014/main" id="{3120FAED-FABB-4BDE-8245-3639F08E137C}"/>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Only target_freq changes. The kernel, weights and other settings stay fixed.</a:t>
            </a:r>
          </a:p>
        </p:txBody>
      </p:sp>
      <p:sp>
        <p:nvSpPr>
          <p:cNvPr id="3" name="">
            <a:extLst xmlns:a="http://schemas.openxmlformats.org/drawingml/2006/main">
              <a:ext uri="{FF2B5EF4-FFF2-40B4-BE49-F238E27FC236}">
                <a16:creationId xmlns:a16="http://schemas.microsoft.com/office/drawing/2014/main" id="{9B32BEA0-334D-4597-92E0-D45D48A83011}"/>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934E7E9F-244A-4401-B2E9-AB1AB90DA4C7}"/>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07 / 10</a:t>
            </a:r>
          </a:p>
        </p:txBody>
      </p:sp>
      <p:sp>
        <p:nvSpPr>
          <p:cNvPr id="5" name="">
            <a:extLst xmlns:a="http://schemas.openxmlformats.org/drawingml/2006/main">
              <a:ext uri="{FF2B5EF4-FFF2-40B4-BE49-F238E27FC236}">
                <a16:creationId xmlns:a16="http://schemas.microsoft.com/office/drawing/2014/main" id="{59BD77BE-AC50-4CEF-B397-DB8AA394A0F0}"/>
              </a:ext>
            </a:extLst>
          </p:cNvPr>
          <p:cNvSpPr>
            <a:spLocks xmlns:a="http://schemas.openxmlformats.org/drawingml/2006/main" noGrp="1"/>
          </p:cNvSpPr>
          <p:nvPr/>
        </p:nvSpPr>
        <p:spPr>
          <a:xfrm xmlns:a="http://schemas.openxmlformats.org/drawingml/2006/main">
            <a:off x="647700" y="1714500"/>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B2138"/>
                </a:solidFill>
                <a:latin typeface="Arial"/>
                <a:ea typeface="Arial"/>
                <a:cs typeface="Arial"/>
              </a:defRPr>
            </a:pPr>
            <a:r>
              <a:rPr sz="2025" b="1">
                <a:solidFill>
                  <a:srgbClr val="0B2138"/>
                </a:solidFill>
                <a:latin typeface="Arial"/>
                <a:ea typeface="Arial"/>
                <a:cs typeface="Arial"/>
              </a:rPr>
              <a:t>5 Hz: one event every 0.2 s</a:t>
            </a:r>
          </a:p>
        </p:txBody>
      </p:sp>
      <p:graphicFrame>
        <p:nvGraphicFramePr>
          <p:cNvPr id="18" name="Chart"/>
          <p:cNvGraphicFramePr/>
          <p:nvPr/>
        </p:nvGraphicFramePr>
        <p:xfrm>
          <a:off xmlns:a="http://schemas.openxmlformats.org/drawingml/2006/main" x="619125" y="2209800"/>
          <a:ext xmlns:a="http://schemas.openxmlformats.org/drawingml/2006/main" cx="5286375" cy="1438275"/>
        </p:xfrm>
        <a:graphic xmlns:a="http://schemas.openxmlformats.org/drawingml/2006/main">
          <a:graphicData uri="http://schemas.openxmlformats.org/drawingml/2006/chart">
            <c:chart xmlns:r="http://schemas.openxmlformats.org/officeDocument/2006/relationships" xmlns:c="http://schemas.openxmlformats.org/drawingml/2006/chart" r:id="R7bb0303d7d8e4b34"/>
          </a:graphicData>
        </a:graphic>
      </p:graphicFrame>
      <p:graphicFrame>
        <p:nvGraphicFramePr>
          <p:cNvPr id="19" name="Chart"/>
          <p:cNvGraphicFramePr/>
          <p:nvPr/>
        </p:nvGraphicFramePr>
        <p:xfrm>
          <a:off xmlns:a="http://schemas.openxmlformats.org/drawingml/2006/main" x="514350" y="3886200"/>
          <a:ext xmlns:a="http://schemas.openxmlformats.org/drawingml/2006/main" cx="5391150" cy="1657350"/>
        </p:xfrm>
        <a:graphic xmlns:a="http://schemas.openxmlformats.org/drawingml/2006/main">
          <a:graphicData uri="http://schemas.openxmlformats.org/drawingml/2006/chart">
            <c:chart xmlns:r="http://schemas.openxmlformats.org/officeDocument/2006/relationships" xmlns:c="http://schemas.openxmlformats.org/drawingml/2006/chart" r:id="R4a50458ec33847ba"/>
          </a:graphicData>
        </a:graphic>
      </p:graphicFrame>
      <p:sp>
        <p:nvSpPr>
          <p:cNvPr id="8" name="">
            <a:extLst xmlns:a="http://schemas.openxmlformats.org/drawingml/2006/main">
              <a:ext uri="{FF2B5EF4-FFF2-40B4-BE49-F238E27FC236}">
                <a16:creationId xmlns:a16="http://schemas.microsoft.com/office/drawing/2014/main" id="{AEEF7D5D-4B64-4524-8659-6C5DD45CA622}"/>
              </a:ext>
            </a:extLst>
          </p:cNvPr>
          <p:cNvSpPr>
            <a:spLocks xmlns:a="http://schemas.openxmlformats.org/drawingml/2006/main" noGrp="1"/>
          </p:cNvSpPr>
          <p:nvPr/>
        </p:nvSpPr>
        <p:spPr>
          <a:xfrm xmlns:a="http://schemas.openxmlformats.org/drawingml/2006/main">
            <a:off x="6429375" y="1714500"/>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B2138"/>
                </a:solidFill>
                <a:latin typeface="Arial"/>
                <a:ea typeface="Arial"/>
                <a:cs typeface="Arial"/>
              </a:defRPr>
            </a:pPr>
            <a:r>
              <a:rPr sz="2025" b="1">
                <a:solidFill>
                  <a:srgbClr val="0B2138"/>
                </a:solidFill>
                <a:latin typeface="Arial"/>
                <a:ea typeface="Arial"/>
                <a:cs typeface="Arial"/>
              </a:rPr>
              <a:t>10 Hz: one event every 0.1 s</a:t>
            </a:r>
          </a:p>
        </p:txBody>
      </p:sp>
      <p:graphicFrame>
        <p:nvGraphicFramePr>
          <p:cNvPr id="21" name="Chart"/>
          <p:cNvGraphicFramePr/>
          <p:nvPr/>
        </p:nvGraphicFramePr>
        <p:xfrm>
          <a:off xmlns:a="http://schemas.openxmlformats.org/drawingml/2006/main" x="6400800" y="2209800"/>
          <a:ext xmlns:a="http://schemas.openxmlformats.org/drawingml/2006/main" cx="5286375" cy="1438275"/>
        </p:xfrm>
        <a:graphic xmlns:a="http://schemas.openxmlformats.org/drawingml/2006/main">
          <a:graphicData uri="http://schemas.openxmlformats.org/drawingml/2006/chart">
            <c:chart xmlns:r="http://schemas.openxmlformats.org/officeDocument/2006/relationships" xmlns:c="http://schemas.openxmlformats.org/drawingml/2006/chart" r:id="Rea6b6a3008d14506"/>
          </a:graphicData>
        </a:graphic>
      </p:graphicFrame>
      <p:graphicFrame>
        <p:nvGraphicFramePr>
          <p:cNvPr id="22" name="Chart"/>
          <p:cNvGraphicFramePr/>
          <p:nvPr/>
        </p:nvGraphicFramePr>
        <p:xfrm>
          <a:off xmlns:a="http://schemas.openxmlformats.org/drawingml/2006/main" x="6296025" y="3886200"/>
          <a:ext xmlns:a="http://schemas.openxmlformats.org/drawingml/2006/main" cx="5391150" cy="1657350"/>
        </p:xfrm>
        <a:graphic xmlns:a="http://schemas.openxmlformats.org/drawingml/2006/main">
          <a:graphicData uri="http://schemas.openxmlformats.org/drawingml/2006/chart">
            <c:chart xmlns:r="http://schemas.openxmlformats.org/officeDocument/2006/relationships" xmlns:c="http://schemas.openxmlformats.org/drawingml/2006/chart" r:id="Re98c0bb895574ec8"/>
          </a:graphicData>
        </a:graphic>
      </p:graphicFrame>
      <p:sp>
        <p:nvSpPr>
          <p:cNvPr id="11" name="">
            <a:extLst xmlns:a="http://schemas.openxmlformats.org/drawingml/2006/main">
              <a:ext uri="{FF2B5EF4-FFF2-40B4-BE49-F238E27FC236}">
                <a16:creationId xmlns:a16="http://schemas.microsoft.com/office/drawing/2014/main" id="{8E913289-AA8A-452B-91B2-0B933DFD92DA}"/>
              </a:ext>
            </a:extLst>
          </p:cNvPr>
          <p:cNvSpPr>
            <a:spLocks xmlns:a="http://schemas.openxmlformats.org/drawingml/2006/main" noGrp="1"/>
          </p:cNvSpPr>
          <p:nvPr/>
        </p:nvSpPr>
        <p:spPr>
          <a:xfrm xmlns:a="http://schemas.openxmlformats.org/drawingml/2006/main">
            <a:off x="647700" y="5581650"/>
            <a:ext cx="1076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17184"/>
                </a:solidFill>
                <a:latin typeface="Arial"/>
                <a:ea typeface="Arial"/>
                <a:cs typeface="Arial"/>
              </a:defRPr>
            </a:pPr>
            <a:r>
              <a:rPr sz="1425" b="0">
                <a:solidFill>
                  <a:srgbClr val="617184"/>
                </a:solidFill>
                <a:latin typeface="Arial"/>
                <a:ea typeface="Arial"/>
                <a:cs typeface="Arial"/>
              </a:rPr>
              <a:t>Blue: periodic sources     Orange: background sources     Matched axes</a:t>
            </a:r>
          </a:p>
        </p:txBody>
      </p:sp>
      <p:sp>
        <p:nvSpPr>
          <p:cNvPr id="12" name="">
            <a:extLst xmlns:a="http://schemas.openxmlformats.org/drawingml/2006/main">
              <a:ext uri="{FF2B5EF4-FFF2-40B4-BE49-F238E27FC236}">
                <a16:creationId xmlns:a16="http://schemas.microsoft.com/office/drawing/2014/main" id="{6D41EBD3-2B17-4C91-ACEC-B0D84FCCD0B9}"/>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Prediction: if frequency doubles, what happens to the event interval?</a:t>
            </a:r>
          </a:p>
        </p:txBody>
      </p:sp>
    </p:spTree>
    <p:extLst>
      <p:ext uri="{BB962C8B-B14F-4D97-AF65-F5344CB8AC3E}">
        <p14:creationId xmlns:p14="http://schemas.microsoft.com/office/powerpoint/2010/main" val="19719384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55FA58D9-80EE-44F1-8A5F-41C7D557AC65}"/>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Phase changes relative timing</a:t>
            </a:r>
          </a:p>
        </p:txBody>
      </p:sp>
      <p:sp>
        <p:nvSpPr>
          <p:cNvPr id="2" name="">
            <a:extLst xmlns:a="http://schemas.openxmlformats.org/drawingml/2006/main">
              <a:ext uri="{FF2B5EF4-FFF2-40B4-BE49-F238E27FC236}">
                <a16:creationId xmlns:a16="http://schemas.microsoft.com/office/drawing/2014/main" id="{0C3B051D-A8D7-4CF1-BB00-C42DED7819B4}"/>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Only phase_variation changes. Each periodic neuron still fires every 0.1 s.</a:t>
            </a:r>
          </a:p>
        </p:txBody>
      </p:sp>
      <p:sp>
        <p:nvSpPr>
          <p:cNvPr id="3" name="">
            <a:extLst xmlns:a="http://schemas.openxmlformats.org/drawingml/2006/main">
              <a:ext uri="{FF2B5EF4-FFF2-40B4-BE49-F238E27FC236}">
                <a16:creationId xmlns:a16="http://schemas.microsoft.com/office/drawing/2014/main" id="{38F9D15D-E010-477D-B306-D5D45A1490EB}"/>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0DC23FAC-504A-4CB9-B005-ECBAB5FCE2F0}"/>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08 / 10</a:t>
            </a:r>
          </a:p>
        </p:txBody>
      </p:sp>
      <p:sp>
        <p:nvSpPr>
          <p:cNvPr id="5" name="">
            <a:extLst xmlns:a="http://schemas.openxmlformats.org/drawingml/2006/main">
              <a:ext uri="{FF2B5EF4-FFF2-40B4-BE49-F238E27FC236}">
                <a16:creationId xmlns:a16="http://schemas.microsoft.com/office/drawing/2014/main" id="{C5270B14-19D1-4E91-9B42-18B9D2703D90}"/>
              </a:ext>
            </a:extLst>
          </p:cNvPr>
          <p:cNvSpPr>
            <a:spLocks xmlns:a="http://schemas.openxmlformats.org/drawingml/2006/main" noGrp="1"/>
          </p:cNvSpPr>
          <p:nvPr/>
        </p:nvSpPr>
        <p:spPr>
          <a:xfrm xmlns:a="http://schemas.openxmlformats.org/drawingml/2006/main">
            <a:off x="647700" y="1714500"/>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B2138"/>
                </a:solidFill>
                <a:latin typeface="Arial"/>
                <a:ea typeface="Arial"/>
                <a:cs typeface="Arial"/>
              </a:defRPr>
            </a:pPr>
            <a:r>
              <a:rPr sz="2025" b="1">
                <a:solidFill>
                  <a:srgbClr val="0B2138"/>
                </a:solidFill>
                <a:latin typeface="Arial"/>
                <a:ea typeface="Arial"/>
                <a:cs typeface="Arial"/>
              </a:rPr>
              <a:t>Same phase: spread = 0</a:t>
            </a:r>
          </a:p>
        </p:txBody>
      </p:sp>
      <p:graphicFrame>
        <p:nvGraphicFramePr>
          <p:cNvPr id="18" name="Chart"/>
          <p:cNvGraphicFramePr/>
          <p:nvPr/>
        </p:nvGraphicFramePr>
        <p:xfrm>
          <a:off xmlns:a="http://schemas.openxmlformats.org/drawingml/2006/main" x="619125" y="2209800"/>
          <a:ext xmlns:a="http://schemas.openxmlformats.org/drawingml/2006/main" cx="5286375" cy="1438275"/>
        </p:xfrm>
        <a:graphic xmlns:a="http://schemas.openxmlformats.org/drawingml/2006/main">
          <a:graphicData uri="http://schemas.openxmlformats.org/drawingml/2006/chart">
            <c:chart xmlns:r="http://schemas.openxmlformats.org/officeDocument/2006/relationships" xmlns:c="http://schemas.openxmlformats.org/drawingml/2006/chart" r:id="R6ce96ab0717343d1"/>
          </a:graphicData>
        </a:graphic>
      </p:graphicFrame>
      <p:graphicFrame>
        <p:nvGraphicFramePr>
          <p:cNvPr id="19" name="Chart"/>
          <p:cNvGraphicFramePr/>
          <p:nvPr/>
        </p:nvGraphicFramePr>
        <p:xfrm>
          <a:off xmlns:a="http://schemas.openxmlformats.org/drawingml/2006/main" x="514350" y="3886200"/>
          <a:ext xmlns:a="http://schemas.openxmlformats.org/drawingml/2006/main" cx="5391150" cy="1657350"/>
        </p:xfrm>
        <a:graphic xmlns:a="http://schemas.openxmlformats.org/drawingml/2006/main">
          <a:graphicData uri="http://schemas.openxmlformats.org/drawingml/2006/chart">
            <c:chart xmlns:r="http://schemas.openxmlformats.org/officeDocument/2006/relationships" xmlns:c="http://schemas.openxmlformats.org/drawingml/2006/chart" r:id="Rc8f2b14879e94251"/>
          </a:graphicData>
        </a:graphic>
      </p:graphicFrame>
      <p:sp>
        <p:nvSpPr>
          <p:cNvPr id="8" name="">
            <a:extLst xmlns:a="http://schemas.openxmlformats.org/drawingml/2006/main">
              <a:ext uri="{FF2B5EF4-FFF2-40B4-BE49-F238E27FC236}">
                <a16:creationId xmlns:a16="http://schemas.microsoft.com/office/drawing/2014/main" id="{091F6991-BBAD-4D95-9BAD-E7861EDAD2CE}"/>
              </a:ext>
            </a:extLst>
          </p:cNvPr>
          <p:cNvSpPr>
            <a:spLocks xmlns:a="http://schemas.openxmlformats.org/drawingml/2006/main" noGrp="1"/>
          </p:cNvSpPr>
          <p:nvPr/>
        </p:nvSpPr>
        <p:spPr>
          <a:xfrm xmlns:a="http://schemas.openxmlformats.org/drawingml/2006/main">
            <a:off x="6429375" y="1714500"/>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B2138"/>
                </a:solidFill>
                <a:latin typeface="Arial"/>
                <a:ea typeface="Arial"/>
                <a:cs typeface="Arial"/>
              </a:defRPr>
            </a:pPr>
            <a:r>
              <a:rPr sz="2025" b="1">
                <a:solidFill>
                  <a:srgbClr val="0B2138"/>
                </a:solidFill>
                <a:latin typeface="Arial"/>
                <a:ea typeface="Arial"/>
                <a:cs typeface="Arial"/>
              </a:rPr>
              <a:t>Dispersed phases: spread = π</a:t>
            </a:r>
          </a:p>
        </p:txBody>
      </p:sp>
      <p:graphicFrame>
        <p:nvGraphicFramePr>
          <p:cNvPr id="21" name="Chart"/>
          <p:cNvGraphicFramePr/>
          <p:nvPr/>
        </p:nvGraphicFramePr>
        <p:xfrm>
          <a:off xmlns:a="http://schemas.openxmlformats.org/drawingml/2006/main" x="6400800" y="2209800"/>
          <a:ext xmlns:a="http://schemas.openxmlformats.org/drawingml/2006/main" cx="5286375" cy="1438275"/>
        </p:xfrm>
        <a:graphic xmlns:a="http://schemas.openxmlformats.org/drawingml/2006/main">
          <a:graphicData uri="http://schemas.openxmlformats.org/drawingml/2006/chart">
            <c:chart xmlns:r="http://schemas.openxmlformats.org/officeDocument/2006/relationships" xmlns:c="http://schemas.openxmlformats.org/drawingml/2006/chart" r:id="Rc1a01c7f013b485e"/>
          </a:graphicData>
        </a:graphic>
      </p:graphicFrame>
      <p:graphicFrame>
        <p:nvGraphicFramePr>
          <p:cNvPr id="22" name="Chart"/>
          <p:cNvGraphicFramePr/>
          <p:nvPr/>
        </p:nvGraphicFramePr>
        <p:xfrm>
          <a:off xmlns:a="http://schemas.openxmlformats.org/drawingml/2006/main" x="6296025" y="3886200"/>
          <a:ext xmlns:a="http://schemas.openxmlformats.org/drawingml/2006/main" cx="5391150" cy="1657350"/>
        </p:xfrm>
        <a:graphic xmlns:a="http://schemas.openxmlformats.org/drawingml/2006/main">
          <a:graphicData uri="http://schemas.openxmlformats.org/drawingml/2006/chart">
            <c:chart xmlns:r="http://schemas.openxmlformats.org/officeDocument/2006/relationships" xmlns:c="http://schemas.openxmlformats.org/drawingml/2006/chart" r:id="Rb99d437abce24fca"/>
          </a:graphicData>
        </a:graphic>
      </p:graphicFrame>
      <p:sp>
        <p:nvSpPr>
          <p:cNvPr id="11" name="">
            <a:extLst xmlns:a="http://schemas.openxmlformats.org/drawingml/2006/main">
              <a:ext uri="{FF2B5EF4-FFF2-40B4-BE49-F238E27FC236}">
                <a16:creationId xmlns:a16="http://schemas.microsoft.com/office/drawing/2014/main" id="{3F74B8C8-CB5D-4BF4-AE86-A8DE0BBE9CE2}"/>
              </a:ext>
            </a:extLst>
          </p:cNvPr>
          <p:cNvSpPr>
            <a:spLocks xmlns:a="http://schemas.openxmlformats.org/drawingml/2006/main" noGrp="1"/>
          </p:cNvSpPr>
          <p:nvPr/>
        </p:nvSpPr>
        <p:spPr>
          <a:xfrm xmlns:a="http://schemas.openxmlformats.org/drawingml/2006/main">
            <a:off x="647700" y="5581650"/>
            <a:ext cx="1076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17184"/>
                </a:solidFill>
                <a:latin typeface="Arial"/>
                <a:ea typeface="Arial"/>
                <a:cs typeface="Arial"/>
              </a:defRPr>
            </a:pPr>
            <a:r>
              <a:rPr sz="1425" b="0">
                <a:solidFill>
                  <a:srgbClr val="617184"/>
                </a:solidFill>
                <a:latin typeface="Arial"/>
                <a:ea typeface="Arial"/>
                <a:cs typeface="Arial"/>
              </a:rPr>
              <a:t>Blue: periodic sources     Orange: background sources     Matched axes</a:t>
            </a:r>
          </a:p>
        </p:txBody>
      </p:sp>
      <p:sp>
        <p:nvSpPr>
          <p:cNvPr id="12" name="">
            <a:extLst xmlns:a="http://schemas.openxmlformats.org/drawingml/2006/main">
              <a:ext uri="{FF2B5EF4-FFF2-40B4-BE49-F238E27FC236}">
                <a16:creationId xmlns:a16="http://schemas.microsoft.com/office/drawing/2014/main" id="{3FFB64C0-881F-4090-AA57-53AB9B3C0555}"/>
              </a:ext>
            </a:extLst>
          </p:cNvPr>
          <p:cNvSpPr>
            <a:spLocks xmlns:a="http://schemas.openxmlformats.org/drawingml/2006/main" noGrp="1"/>
          </p:cNvSpPr>
          <p:nvPr/>
        </p:nvSpPr>
        <p:spPr>
          <a:xfrm xmlns:a="http://schemas.openxmlformats.org/drawingml/2006/main">
            <a:off x="628650" y="58864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76B87"/>
                </a:solidFill>
                <a:latin typeface="Arial"/>
                <a:ea typeface="Arial"/>
                <a:cs typeface="Arial"/>
              </a:defRPr>
            </a:pPr>
            <a:r>
              <a:rPr sz="1875" b="1">
                <a:solidFill>
                  <a:srgbClr val="176B87"/>
                </a:solidFill>
                <a:latin typeface="Arial"/>
                <a:ea typeface="Arial"/>
                <a:cs typeface="Arial"/>
              </a:rPr>
              <a:t>With signed weights, closer timing can strengthen or cancel contributions.</a:t>
            </a:r>
          </a:p>
        </p:txBody>
      </p:sp>
    </p:spTree>
    <p:extLst>
      <p:ext uri="{BB962C8B-B14F-4D97-AF65-F5344CB8AC3E}">
        <p14:creationId xmlns:p14="http://schemas.microsoft.com/office/powerpoint/2010/main" val="20053143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6FC7414-4B51-465E-B529-EDC355FDB86B}"/>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Your notebook experiment</a:t>
            </a:r>
          </a:p>
        </p:txBody>
      </p:sp>
      <p:sp>
        <p:nvSpPr>
          <p:cNvPr id="2" name="">
            <a:extLst xmlns:a="http://schemas.openxmlformats.org/drawingml/2006/main">
              <a:ext uri="{FF2B5EF4-FFF2-40B4-BE49-F238E27FC236}">
                <a16:creationId xmlns:a16="http://schemas.microsoft.com/office/drawing/2014/main" id="{45D38696-F760-4FB4-AD41-E3AF09EC66D5}"/>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One population-contribution figure and five sentences complete the lesson.</a:t>
            </a:r>
          </a:p>
        </p:txBody>
      </p:sp>
      <p:sp>
        <p:nvSpPr>
          <p:cNvPr id="3" name="">
            <a:extLst xmlns:a="http://schemas.openxmlformats.org/drawingml/2006/main">
              <a:ext uri="{FF2B5EF4-FFF2-40B4-BE49-F238E27FC236}">
                <a16:creationId xmlns:a16="http://schemas.microsoft.com/office/drawing/2014/main" id="{D9F96218-B1E6-4AD7-9FF0-DD46E5F32A15}"/>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2AEC7A5A-031E-4476-A2B8-9CDE32185D72}"/>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09 / 10</a:t>
            </a:r>
          </a:p>
        </p:txBody>
      </p:sp>
      <p:sp>
        <p:nvSpPr>
          <p:cNvPr id="5" name="">
            <a:extLst xmlns:a="http://schemas.openxmlformats.org/drawingml/2006/main">
              <a:ext uri="{FF2B5EF4-FFF2-40B4-BE49-F238E27FC236}">
                <a16:creationId xmlns:a16="http://schemas.microsoft.com/office/drawing/2014/main" id="{325D2A01-BC94-4E49-B7A4-913CCBCFC3B6}"/>
              </a:ext>
            </a:extLst>
          </p:cNvPr>
          <p:cNvSpPr>
            <a:spLocks xmlns:a="http://schemas.openxmlformats.org/drawingml/2006/main" noGrp="1"/>
          </p:cNvSpPr>
          <p:nvPr/>
        </p:nvSpPr>
        <p:spPr>
          <a:xfrm xmlns:a="http://schemas.openxmlformats.org/drawingml/2006/main">
            <a:off x="647700" y="19145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In VS Code</a:t>
            </a:r>
          </a:p>
        </p:txBody>
      </p:sp>
      <p:sp>
        <p:nvSpPr>
          <p:cNvPr id="6" name="">
            <a:extLst xmlns:a="http://schemas.openxmlformats.org/drawingml/2006/main">
              <a:ext uri="{FF2B5EF4-FFF2-40B4-BE49-F238E27FC236}">
                <a16:creationId xmlns:a16="http://schemas.microsoft.com/office/drawing/2014/main" id="{669718A7-3468-4C70-8B79-7909AFB01274}"/>
              </a:ext>
            </a:extLst>
          </p:cNvPr>
          <p:cNvSpPr>
            <a:spLocks xmlns:a="http://schemas.openxmlformats.org/drawingml/2006/main" noGrp="1"/>
          </p:cNvSpPr>
          <p:nvPr/>
        </p:nvSpPr>
        <p:spPr>
          <a:xfrm xmlns:a="http://schemas.openxmlformats.org/drawingml/2006/main">
            <a:off x="666750" y="2486025"/>
            <a:ext cx="48768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spcAft>
                <a:spcPts val="1200"/>
              </a:spcAft>
              <a:buChar char="•"/>
              <a:defRPr sz="1950" b="0">
                <a:solidFill>
                  <a:srgbClr val="1D2938"/>
                </a:solidFill>
                <a:latin typeface="Arial"/>
                <a:ea typeface="Arial"/>
                <a:cs typeface="Arial"/>
              </a:defRPr>
            </a:pPr>
            <a:r>
              <a:t>Open Lesson 1 and select the course kernel.</a:t>
            </a:r>
          </a:p>
          <a:p xmlns:a="http://schemas.openxmlformats.org/drawingml/2006/main">
            <a:pPr marL="215900" indent="-114300">
              <a:spcAft>
                <a:spcPts val="1200"/>
              </a:spcAft>
              <a:buChar char="•"/>
              <a:defRPr sz="1950" b="0">
                <a:solidFill>
                  <a:srgbClr val="1D2938"/>
                </a:solidFill>
                <a:latin typeface="Arial"/>
                <a:ea typeface="Arial"/>
                <a:cs typeface="Arial"/>
              </a:defRPr>
            </a:pPr>
            <a:r>
              <a:t>Run All, then follow sections 2 and 3.</a:t>
            </a:r>
          </a:p>
          <a:p xmlns:a="http://schemas.openxmlformats.org/drawingml/2006/main">
            <a:pPr marL="215900" indent="-114300">
              <a:spcAft>
                <a:spcPts val="1200"/>
              </a:spcAft>
              <a:buChar char="•"/>
              <a:defRPr sz="1950" b="0">
                <a:solidFill>
                  <a:srgbClr val="1D2938"/>
                </a:solidFill>
                <a:latin typeface="Arial"/>
                <a:ea typeface="Arial"/>
                <a:cs typeface="Arial"/>
              </a:defRPr>
            </a:pPr>
            <a:r>
              <a:t>Predict the frequency and phase comparisons before reading the outputs.</a:t>
            </a:r>
          </a:p>
        </p:txBody>
      </p:sp>
      <p:sp>
        <p:nvSpPr>
          <p:cNvPr id="7" name="">
            <a:extLst xmlns:a="http://schemas.openxmlformats.org/drawingml/2006/main">
              <a:ext uri="{FF2B5EF4-FFF2-40B4-BE49-F238E27FC236}">
                <a16:creationId xmlns:a16="http://schemas.microsoft.com/office/drawing/2014/main" id="{7CBEBC8C-CCEE-437E-963B-39EC14413C78}"/>
              </a:ext>
            </a:extLst>
          </p:cNvPr>
          <p:cNvSpPr>
            <a:spLocks xmlns:a="http://schemas.openxmlformats.org/drawingml/2006/main" noGrp="1"/>
          </p:cNvSpPr>
          <p:nvPr/>
        </p:nvSpPr>
        <p:spPr>
          <a:xfrm xmlns:a="http://schemas.openxmlformats.org/drawingml/2006/main">
            <a:off x="6238875" y="1914525"/>
            <a:ext cx="5305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Explain in your own words</a:t>
            </a:r>
          </a:p>
        </p:txBody>
      </p:sp>
      <p:sp>
        <p:nvSpPr>
          <p:cNvPr id="8" name="">
            <a:extLst xmlns:a="http://schemas.openxmlformats.org/drawingml/2006/main">
              <a:ext uri="{FF2B5EF4-FFF2-40B4-BE49-F238E27FC236}">
                <a16:creationId xmlns:a16="http://schemas.microsoft.com/office/drawing/2014/main" id="{AD3CB6B2-746E-4D36-9C0C-761A7C3FB90A}"/>
              </a:ext>
            </a:extLst>
          </p:cNvPr>
          <p:cNvSpPr>
            <a:spLocks xmlns:a="http://schemas.openxmlformats.org/drawingml/2006/main" noGrp="1"/>
          </p:cNvSpPr>
          <p:nvPr/>
        </p:nvSpPr>
        <p:spPr>
          <a:xfrm xmlns:a="http://schemas.openxmlformats.org/drawingml/2006/main">
            <a:off x="6248400" y="2486025"/>
            <a:ext cx="5286375" cy="3019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spcAft>
                <a:spcPts val="1200"/>
              </a:spcAft>
              <a:buChar char="•"/>
              <a:defRPr sz="1875" b="0">
                <a:solidFill>
                  <a:srgbClr val="1D2938"/>
                </a:solidFill>
                <a:latin typeface="Arial"/>
                <a:ea typeface="Arial"/>
                <a:cs typeface="Arial"/>
              </a:defRPr>
            </a:pPr>
            <a:r>
              <a:t>What does one spike mark mean?</a:t>
            </a:r>
          </a:p>
          <a:p xmlns:a="http://schemas.openxmlformats.org/drawingml/2006/main">
            <a:pPr marL="215900" indent="-114300">
              <a:spcAft>
                <a:spcPts val="1200"/>
              </a:spcAft>
              <a:buChar char="•"/>
              <a:defRPr sz="1875" b="0">
                <a:solidFill>
                  <a:srgbClr val="1D2938"/>
                </a:solidFill>
                <a:latin typeface="Arial"/>
                <a:ea typeface="Arial"/>
                <a:cs typeface="Arial"/>
              </a:defRPr>
            </a:pPr>
            <a:r>
              <a:t>Why does its response last longer?</a:t>
            </a:r>
          </a:p>
          <a:p xmlns:a="http://schemas.openxmlformats.org/drawingml/2006/main">
            <a:pPr marL="215900" indent="-114300">
              <a:spcAft>
                <a:spcPts val="1200"/>
              </a:spcAft>
              <a:buChar char="•"/>
              <a:defRPr sz="1875" b="0">
                <a:solidFill>
                  <a:srgbClr val="1D2938"/>
                </a:solidFill>
                <a:latin typeface="Arial"/>
                <a:ea typeface="Arial"/>
                <a:cs typeface="Arial"/>
              </a:defRPr>
            </a:pPr>
            <a:r>
              <a:t>What happens when responses overlap?</a:t>
            </a:r>
          </a:p>
          <a:p xmlns:a="http://schemas.openxmlformats.org/drawingml/2006/main">
            <a:pPr marL="215900" indent="-114300">
              <a:spcAft>
                <a:spcPts val="1200"/>
              </a:spcAft>
              <a:buChar char="•"/>
              <a:defRPr sz="1875" b="0">
                <a:solidFill>
                  <a:srgbClr val="1D2938"/>
                </a:solidFill>
                <a:latin typeface="Arial"/>
                <a:ea typeface="Arial"/>
                <a:cs typeface="Arial"/>
              </a:defRPr>
            </a:pPr>
            <a:r>
              <a:t>Why can contributions cancel?</a:t>
            </a:r>
          </a:p>
          <a:p xmlns:a="http://schemas.openxmlformats.org/drawingml/2006/main">
            <a:pPr marL="215900" indent="-114300">
              <a:spcAft>
                <a:spcPts val="1200"/>
              </a:spcAft>
              <a:buChar char="•"/>
              <a:defRPr sz="1875" b="0">
                <a:solidFill>
                  <a:srgbClr val="1D2938"/>
                </a:solidFill>
                <a:latin typeface="Arial"/>
                <a:ea typeface="Arial"/>
                <a:cs typeface="Arial"/>
              </a:defRPr>
            </a:pPr>
            <a:r>
              <a:t>How does the final curve use all sources?</a:t>
            </a:r>
          </a:p>
        </p:txBody>
      </p:sp>
      <p:sp>
        <p:nvSpPr>
          <p:cNvPr id="9" name="">
            <a:extLst xmlns:a="http://schemas.openxmlformats.org/drawingml/2006/main">
              <a:ext uri="{FF2B5EF4-FFF2-40B4-BE49-F238E27FC236}">
                <a16:creationId xmlns:a16="http://schemas.microsoft.com/office/drawing/2014/main" id="{BF3E0832-EC4B-4CFD-B651-77086DA8D80A}"/>
              </a:ext>
            </a:extLst>
          </p:cNvPr>
          <p:cNvSpPr>
            <a:spLocks xmlns:a="http://schemas.openxmlformats.org/drawingml/2006/main" noGrp="1"/>
          </p:cNvSpPr>
          <p:nvPr/>
        </p:nvSpPr>
        <p:spPr>
          <a:xfrm xmlns:a="http://schemas.openxmlformats.org/drawingml/2006/main">
            <a:off x="657225" y="5762625"/>
            <a:ext cx="10839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B2138"/>
                </a:solidFill>
                <a:latin typeface="Arial"/>
                <a:ea typeface="Arial"/>
                <a:cs typeface="Arial"/>
              </a:defRPr>
            </a:pPr>
            <a:r>
              <a:rPr sz="1875" b="1">
                <a:solidFill>
                  <a:srgbClr val="0B2138"/>
                </a:solidFill>
                <a:latin typeface="Arial"/>
                <a:ea typeface="Arial"/>
                <a:cs typeface="Arial"/>
              </a:rPr>
              <a:t>Later laboratory: eyes-open and eyes-closed EEG with NeuraDock, after consent and signal-quality checks.</a:t>
            </a:r>
          </a:p>
        </p:txBody>
      </p:sp>
    </p:spTree>
    <p:extLst>
      <p:ext uri="{BB962C8B-B14F-4D97-AF65-F5344CB8AC3E}">
        <p14:creationId xmlns:p14="http://schemas.microsoft.com/office/powerpoint/2010/main" val="19358476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2480DD0-B4F9-453A-A8C5-2E13333EC17F}"/>
              </a:ext>
            </a:extLst>
          </p:cNvPr>
          <p:cNvSpPr>
            <a:spLocks xmlns:a="http://schemas.openxmlformats.org/drawingml/2006/main" noGrp="1"/>
          </p:cNvSpPr>
          <p:nvPr/>
        </p:nvSpPr>
        <p:spPr>
          <a:xfrm xmlns:a="http://schemas.openxmlformats.org/drawingml/2006/main">
            <a:off x="609600" y="381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2138"/>
                </a:solidFill>
                <a:latin typeface="Arial"/>
                <a:ea typeface="Arial"/>
                <a:cs typeface="Arial"/>
              </a:defRPr>
            </a:pPr>
            <a:r>
              <a:rPr sz="3150" b="1">
                <a:solidFill>
                  <a:srgbClr val="0B2138"/>
                </a:solidFill>
                <a:latin typeface="Arial"/>
                <a:ea typeface="Arial"/>
                <a:cs typeface="Arial"/>
              </a:rPr>
              <a:t>References and further reading</a:t>
            </a:r>
          </a:p>
        </p:txBody>
      </p:sp>
      <p:sp>
        <p:nvSpPr>
          <p:cNvPr id="2" name="">
            <a:extLst xmlns:a="http://schemas.openxmlformats.org/drawingml/2006/main">
              <a:ext uri="{FF2B5EF4-FFF2-40B4-BE49-F238E27FC236}">
                <a16:creationId xmlns:a16="http://schemas.microsoft.com/office/drawing/2014/main" id="{2A4610C7-C5E5-4422-B2C4-A054C3269881}"/>
              </a:ext>
            </a:extLst>
          </p:cNvPr>
          <p:cNvSpPr>
            <a:spLocks xmlns:a="http://schemas.openxmlformats.org/drawingml/2006/main" noGrp="1"/>
          </p:cNvSpPr>
          <p:nvPr/>
        </p:nvSpPr>
        <p:spPr>
          <a:xfrm xmlns:a="http://schemas.openxmlformats.org/drawingml/2006/main">
            <a:off x="628650" y="1047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7184"/>
                </a:solidFill>
                <a:latin typeface="Arial"/>
                <a:ea typeface="Arial"/>
                <a:cs typeface="Arial"/>
              </a:defRPr>
            </a:pPr>
            <a:r>
              <a:rPr sz="1800" b="0">
                <a:solidFill>
                  <a:srgbClr val="617184"/>
                </a:solidFill>
                <a:latin typeface="Arial"/>
                <a:ea typeface="Arial"/>
                <a:cs typeface="Arial"/>
              </a:rPr>
              <a:t>The readings explain the biology and modeling ideas. The notebook defines this toy example.</a:t>
            </a:r>
          </a:p>
        </p:txBody>
      </p:sp>
      <p:sp>
        <p:nvSpPr>
          <p:cNvPr id="3" name="">
            <a:extLst xmlns:a="http://schemas.openxmlformats.org/drawingml/2006/main">
              <a:ext uri="{FF2B5EF4-FFF2-40B4-BE49-F238E27FC236}">
                <a16:creationId xmlns:a16="http://schemas.microsoft.com/office/drawing/2014/main" id="{F4041F19-F540-4952-B1CF-DD4B26015559}"/>
              </a:ext>
            </a:extLst>
          </p:cNvPr>
          <p:cNvSpPr>
            <a:spLocks xmlns:a="http://schemas.openxmlformats.org/drawingml/2006/main" noGrp="1"/>
          </p:cNvSpPr>
          <p:nvPr/>
        </p:nvSpPr>
        <p:spPr>
          <a:xfrm xmlns:a="http://schemas.openxmlformats.org/drawingml/2006/main">
            <a:off x="609600" y="6505575"/>
            <a:ext cx="6953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NeuraDock EEG 101   /   Lesson 1</a:t>
            </a:r>
          </a:p>
        </p:txBody>
      </p:sp>
      <p:sp>
        <p:nvSpPr>
          <p:cNvPr id="4" name="">
            <a:extLst xmlns:a="http://schemas.openxmlformats.org/drawingml/2006/main">
              <a:ext uri="{FF2B5EF4-FFF2-40B4-BE49-F238E27FC236}">
                <a16:creationId xmlns:a16="http://schemas.microsoft.com/office/drawing/2014/main" id="{AE2E97B3-EB75-4015-A619-A47EAC5BAA35}"/>
              </a:ext>
            </a:extLst>
          </p:cNvPr>
          <p:cNvSpPr>
            <a:spLocks xmlns:a="http://schemas.openxmlformats.org/drawingml/2006/main" noGrp="1"/>
          </p:cNvSpPr>
          <p:nvPr/>
        </p:nvSpPr>
        <p:spPr>
          <a:xfrm xmlns:a="http://schemas.openxmlformats.org/drawingml/2006/main">
            <a:off x="10572750" y="6505575"/>
            <a:ext cx="1009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17184"/>
                </a:solidFill>
                <a:latin typeface="Arial"/>
                <a:ea typeface="Arial"/>
                <a:cs typeface="Arial"/>
              </a:defRPr>
            </a:pPr>
            <a:r>
              <a:rPr sz="1125" b="0">
                <a:solidFill>
                  <a:srgbClr val="617184"/>
                </a:solidFill>
                <a:latin typeface="Arial"/>
                <a:ea typeface="Arial"/>
                <a:cs typeface="Arial"/>
              </a:rPr>
              <a:t>10 / 10</a:t>
            </a:r>
          </a:p>
        </p:txBody>
      </p:sp>
      <p:sp>
        <p:nvSpPr>
          <p:cNvPr id="5" name="">
            <a:extLst xmlns:a="http://schemas.openxmlformats.org/drawingml/2006/main">
              <a:ext uri="{FF2B5EF4-FFF2-40B4-BE49-F238E27FC236}">
                <a16:creationId xmlns:a16="http://schemas.microsoft.com/office/drawing/2014/main" id="{7D2322E8-E51D-4F16-948A-F678269B3545}"/>
              </a:ext>
            </a:extLst>
          </p:cNvPr>
          <p:cNvSpPr>
            <a:spLocks xmlns:a="http://schemas.openxmlformats.org/drawingml/2006/main" noGrp="1"/>
          </p:cNvSpPr>
          <p:nvPr/>
        </p:nvSpPr>
        <p:spPr>
          <a:xfrm xmlns:a="http://schemas.openxmlformats.org/drawingml/2006/main">
            <a:off x="638175" y="1790700"/>
            <a:ext cx="1079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76B87"/>
                </a:solidFill>
                <a:latin typeface="Arial"/>
                <a:ea typeface="Arial"/>
                <a:cs typeface="Arial"/>
              </a:defRPr>
            </a:pPr>
            <a:r>
              <a:rPr sz="1800" b="1">
                <a:solidFill>
                  <a:srgbClr val="176B87"/>
                </a:solidFill>
                <a:latin typeface="Arial"/>
                <a:ea typeface="Arial"/>
                <a:cs typeface="Arial"/>
              </a:rPr>
              <a:t>[1] Extracellular fields</a:t>
            </a:r>
          </a:p>
        </p:txBody>
      </p:sp>
      <p:sp>
        <p:nvSpPr>
          <p:cNvPr id="6" name="">
            <a:extLst xmlns:a="http://schemas.openxmlformats.org/drawingml/2006/main">
              <a:ext uri="{FF2B5EF4-FFF2-40B4-BE49-F238E27FC236}">
                <a16:creationId xmlns:a16="http://schemas.microsoft.com/office/drawing/2014/main" id="{28B71A71-EEA8-4F55-8065-CF2985E27061}"/>
              </a:ext>
            </a:extLst>
          </p:cNvPr>
          <p:cNvSpPr>
            <a:spLocks xmlns:a="http://schemas.openxmlformats.org/drawingml/2006/main" noGrp="1"/>
          </p:cNvSpPr>
          <p:nvPr/>
        </p:nvSpPr>
        <p:spPr>
          <a:xfrm xmlns:a="http://schemas.openxmlformats.org/drawingml/2006/main">
            <a:off x="638175" y="2162175"/>
            <a:ext cx="10791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D2938"/>
                </a:solidFill>
                <a:latin typeface="Arial"/>
                <a:ea typeface="Arial"/>
                <a:cs typeface="Arial"/>
              </a:defRPr>
            </a:pPr>
            <a:r>
              <a:rPr sz="1650" b="0">
                <a:solidFill>
                  <a:srgbClr val="1D2938"/>
                </a:solidFill>
                <a:latin typeface="Arial"/>
                <a:ea typeface="Arial"/>
                <a:cs typeface="Arial"/>
              </a:rPr>
              <a:t>Buzsáki, G., Anastassiou, C. A., &amp; Koch, C. (2012). The origin of extracellular fields and currents—EEG, ECoG, LFP and spikes. Nature Reviews Neuroscience, 13, 407–420.</a:t>
            </a:r>
          </a:p>
        </p:txBody>
      </p:sp>
      <p:sp>
        <p:nvSpPr>
          <p:cNvPr id="7" name="">
            <a:extLst xmlns:a="http://schemas.openxmlformats.org/drawingml/2006/main">
              <a:ext uri="{FF2B5EF4-FFF2-40B4-BE49-F238E27FC236}">
                <a16:creationId xmlns:a16="http://schemas.microsoft.com/office/drawing/2014/main" id="{76495026-7F1B-4A29-90E1-CCB0279E89C7}"/>
              </a:ext>
            </a:extLst>
          </p:cNvPr>
          <p:cNvSpPr>
            <a:spLocks xmlns:a="http://schemas.openxmlformats.org/drawingml/2006/main" noGrp="1"/>
          </p:cNvSpPr>
          <p:nvPr/>
        </p:nvSpPr>
        <p:spPr>
          <a:xfrm xmlns:a="http://schemas.openxmlformats.org/drawingml/2006/main">
            <a:off x="638175" y="2800350"/>
            <a:ext cx="10791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76B87"/>
                </a:solidFill>
                <a:latin typeface="Arial"/>
                <a:ea typeface="Arial"/>
                <a:cs typeface="Arial"/>
              </a:defRPr>
            </a:pPr>
            <a:r>
              <a:rPr sz="1500" b="0">
                <a:solidFill>
                  <a:srgbClr val="176B87"/>
                </a:solidFill>
                <a:latin typeface="Arial"/>
                <a:ea typeface="Arial"/>
                <a:cs typeface="Arial"/>
                <a:hlinkClick xmlns:r="http://schemas.openxmlformats.org/officeDocument/2006/relationships" r:id="Rd4330180eb8a47c0"/>
              </a:rPr>
              <a:t>doi.org/10.1038/nrn3241</a:t>
            </a:r>
          </a:p>
        </p:txBody>
      </p:sp>
      <p:sp>
        <p:nvSpPr>
          <p:cNvPr id="8" name="">
            <a:extLst xmlns:a="http://schemas.openxmlformats.org/drawingml/2006/main">
              <a:ext uri="{FF2B5EF4-FFF2-40B4-BE49-F238E27FC236}">
                <a16:creationId xmlns:a16="http://schemas.microsoft.com/office/drawing/2014/main" id="{690AA68E-C32E-4281-8FC4-BABA50F63FBC}"/>
              </a:ext>
            </a:extLst>
          </p:cNvPr>
          <p:cNvSpPr>
            <a:spLocks xmlns:a="http://schemas.openxmlformats.org/drawingml/2006/main" noGrp="1"/>
          </p:cNvSpPr>
          <p:nvPr/>
        </p:nvSpPr>
        <p:spPr>
          <a:xfrm xmlns:a="http://schemas.openxmlformats.org/drawingml/2006/main">
            <a:off x="638175" y="3171825"/>
            <a:ext cx="1079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76B87"/>
                </a:solidFill>
                <a:latin typeface="Arial"/>
                <a:ea typeface="Arial"/>
                <a:cs typeface="Arial"/>
              </a:defRPr>
            </a:pPr>
            <a:r>
              <a:rPr sz="1800" b="1">
                <a:solidFill>
                  <a:srgbClr val="176B87"/>
                </a:solidFill>
                <a:latin typeface="Arial"/>
                <a:ea typeface="Arial"/>
                <a:cs typeface="Arial"/>
              </a:rPr>
              <a:t>[2] Spike trains and response kernels</a:t>
            </a:r>
          </a:p>
        </p:txBody>
      </p:sp>
      <p:sp>
        <p:nvSpPr>
          <p:cNvPr id="9" name="">
            <a:extLst xmlns:a="http://schemas.openxmlformats.org/drawingml/2006/main">
              <a:ext uri="{FF2B5EF4-FFF2-40B4-BE49-F238E27FC236}">
                <a16:creationId xmlns:a16="http://schemas.microsoft.com/office/drawing/2014/main" id="{C2E16838-A44A-40DD-936A-DD4DDAB46C41}"/>
              </a:ext>
            </a:extLst>
          </p:cNvPr>
          <p:cNvSpPr>
            <a:spLocks xmlns:a="http://schemas.openxmlformats.org/drawingml/2006/main" noGrp="1"/>
          </p:cNvSpPr>
          <p:nvPr/>
        </p:nvSpPr>
        <p:spPr>
          <a:xfrm xmlns:a="http://schemas.openxmlformats.org/drawingml/2006/main">
            <a:off x="638175" y="3543300"/>
            <a:ext cx="10791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D2938"/>
                </a:solidFill>
                <a:latin typeface="Arial"/>
                <a:ea typeface="Arial"/>
                <a:cs typeface="Arial"/>
              </a:defRPr>
            </a:pPr>
            <a:r>
              <a:rPr sz="1650" b="0">
                <a:solidFill>
                  <a:srgbClr val="1D2938"/>
                </a:solidFill>
                <a:latin typeface="Arial"/>
                <a:ea typeface="Arial"/>
                <a:cs typeface="Arial"/>
              </a:rPr>
              <a:t>Gerstner, W., Kistler, W. M., Naud, R., &amp; Paninski, L. (2014). Neuronal Dynamics: From Single Neurons to Networks and Models of Cognition. Cambridge University Press. Sections 1.1, 1.2 and 8.2.</a:t>
            </a:r>
          </a:p>
        </p:txBody>
      </p:sp>
      <p:sp>
        <p:nvSpPr>
          <p:cNvPr id="10" name="">
            <a:extLst xmlns:a="http://schemas.openxmlformats.org/drawingml/2006/main">
              <a:ext uri="{FF2B5EF4-FFF2-40B4-BE49-F238E27FC236}">
                <a16:creationId xmlns:a16="http://schemas.microsoft.com/office/drawing/2014/main" id="{F92C40B4-731F-4543-9CAB-53448525F4C5}"/>
              </a:ext>
            </a:extLst>
          </p:cNvPr>
          <p:cNvSpPr>
            <a:spLocks xmlns:a="http://schemas.openxmlformats.org/drawingml/2006/main" noGrp="1"/>
          </p:cNvSpPr>
          <p:nvPr/>
        </p:nvSpPr>
        <p:spPr>
          <a:xfrm xmlns:a="http://schemas.openxmlformats.org/drawingml/2006/main">
            <a:off x="638175" y="4181475"/>
            <a:ext cx="10791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76B87"/>
                </a:solidFill>
                <a:latin typeface="Arial"/>
                <a:ea typeface="Arial"/>
                <a:cs typeface="Arial"/>
              </a:defRPr>
            </a:pPr>
            <a:r>
              <a:rPr sz="1500" b="0">
                <a:solidFill>
                  <a:srgbClr val="176B87"/>
                </a:solidFill>
                <a:latin typeface="Arial"/>
                <a:ea typeface="Arial"/>
                <a:cs typeface="Arial"/>
                <a:hlinkClick xmlns:r="http://schemas.openxmlformats.org/officeDocument/2006/relationships" r:id="Rc5ed71854abb4d91"/>
              </a:rPr>
              <a:t>doi.org/10.1017/CBO9781107447615</a:t>
            </a:r>
          </a:p>
        </p:txBody>
      </p:sp>
      <p:sp>
        <p:nvSpPr>
          <p:cNvPr id="11" name="">
            <a:extLst xmlns:a="http://schemas.openxmlformats.org/drawingml/2006/main">
              <a:ext uri="{FF2B5EF4-FFF2-40B4-BE49-F238E27FC236}">
                <a16:creationId xmlns:a16="http://schemas.microsoft.com/office/drawing/2014/main" id="{5F66F6DD-E0E6-4647-A714-428B70335A32}"/>
              </a:ext>
            </a:extLst>
          </p:cNvPr>
          <p:cNvSpPr>
            <a:spLocks xmlns:a="http://schemas.openxmlformats.org/drawingml/2006/main" noGrp="1"/>
          </p:cNvSpPr>
          <p:nvPr/>
        </p:nvSpPr>
        <p:spPr>
          <a:xfrm xmlns:a="http://schemas.openxmlformats.org/drawingml/2006/main">
            <a:off x="638175" y="4552950"/>
            <a:ext cx="1079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76B87"/>
                </a:solidFill>
                <a:latin typeface="Arial"/>
                <a:ea typeface="Arial"/>
                <a:cs typeface="Arial"/>
              </a:defRPr>
            </a:pPr>
            <a:r>
              <a:rPr sz="1800" b="1">
                <a:solidFill>
                  <a:srgbClr val="176B87"/>
                </a:solidFill>
                <a:latin typeface="Arial"/>
                <a:ea typeface="Arial"/>
                <a:cs typeface="Arial"/>
              </a:rPr>
              <a:t>[3] EEG physics and volume conduction</a:t>
            </a:r>
          </a:p>
        </p:txBody>
      </p:sp>
      <p:sp>
        <p:nvSpPr>
          <p:cNvPr id="12" name="">
            <a:extLst xmlns:a="http://schemas.openxmlformats.org/drawingml/2006/main">
              <a:ext uri="{FF2B5EF4-FFF2-40B4-BE49-F238E27FC236}">
                <a16:creationId xmlns:a16="http://schemas.microsoft.com/office/drawing/2014/main" id="{322E53A0-3152-45E4-9CD5-5C6DF63CF367}"/>
              </a:ext>
            </a:extLst>
          </p:cNvPr>
          <p:cNvSpPr>
            <a:spLocks xmlns:a="http://schemas.openxmlformats.org/drawingml/2006/main" noGrp="1"/>
          </p:cNvSpPr>
          <p:nvPr/>
        </p:nvSpPr>
        <p:spPr>
          <a:xfrm xmlns:a="http://schemas.openxmlformats.org/drawingml/2006/main">
            <a:off x="638175" y="4924425"/>
            <a:ext cx="10791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D2938"/>
                </a:solidFill>
                <a:latin typeface="Arial"/>
                <a:ea typeface="Arial"/>
                <a:cs typeface="Arial"/>
              </a:defRPr>
            </a:pPr>
            <a:r>
              <a:rPr sz="1650" b="0">
                <a:solidFill>
                  <a:srgbClr val="1D2938"/>
                </a:solidFill>
                <a:latin typeface="Arial"/>
                <a:ea typeface="Arial"/>
                <a:cs typeface="Arial"/>
              </a:rPr>
              <a:t>Nunez, P. L., &amp; Srinivasan, R. (2006). Electric Fields of the Brain: The Neurophysics of EEG (2nd ed.). Oxford University Press.</a:t>
            </a:r>
          </a:p>
        </p:txBody>
      </p:sp>
      <p:sp>
        <p:nvSpPr>
          <p:cNvPr id="13" name="">
            <a:extLst xmlns:a="http://schemas.openxmlformats.org/drawingml/2006/main">
              <a:ext uri="{FF2B5EF4-FFF2-40B4-BE49-F238E27FC236}">
                <a16:creationId xmlns:a16="http://schemas.microsoft.com/office/drawing/2014/main" id="{55D8DC6C-916C-47AC-A16C-C9C662F3F05B}"/>
              </a:ext>
            </a:extLst>
          </p:cNvPr>
          <p:cNvSpPr>
            <a:spLocks xmlns:a="http://schemas.openxmlformats.org/drawingml/2006/main" noGrp="1"/>
          </p:cNvSpPr>
          <p:nvPr/>
        </p:nvSpPr>
        <p:spPr>
          <a:xfrm xmlns:a="http://schemas.openxmlformats.org/drawingml/2006/main">
            <a:off x="638175" y="5562600"/>
            <a:ext cx="10791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76B87"/>
                </a:solidFill>
                <a:latin typeface="Arial"/>
                <a:ea typeface="Arial"/>
                <a:cs typeface="Arial"/>
              </a:defRPr>
            </a:pPr>
            <a:r>
              <a:rPr sz="1500" b="0">
                <a:solidFill>
                  <a:srgbClr val="176B87"/>
                </a:solidFill>
                <a:latin typeface="Arial"/>
                <a:ea typeface="Arial"/>
                <a:cs typeface="Arial"/>
                <a:hlinkClick xmlns:r="http://schemas.openxmlformats.org/officeDocument/2006/relationships" r:id="Rfcc7a2a5a2c54b69"/>
              </a:rPr>
              <a:t>doi.org/10.1093/acprof:oso/9780195050387.001.0001</a:t>
            </a:r>
          </a:p>
        </p:txBody>
      </p:sp>
      <p:sp>
        <p:nvSpPr>
          <p:cNvPr id="14" name="">
            <a:extLst xmlns:a="http://schemas.openxmlformats.org/drawingml/2006/main">
              <a:ext uri="{FF2B5EF4-FFF2-40B4-BE49-F238E27FC236}">
                <a16:creationId xmlns:a16="http://schemas.microsoft.com/office/drawing/2014/main" id="{9A735E93-026E-4938-9FE6-EA22CCE0576E}"/>
              </a:ext>
            </a:extLst>
          </p:cNvPr>
          <p:cNvSpPr>
            <a:spLocks xmlns:a="http://schemas.openxmlformats.org/drawingml/2006/main" noGrp="1"/>
          </p:cNvSpPr>
          <p:nvPr/>
        </p:nvSpPr>
        <p:spPr>
          <a:xfrm xmlns:a="http://schemas.openxmlformats.org/drawingml/2006/main">
            <a:off x="647700" y="611505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17184"/>
                </a:solidFill>
                <a:latin typeface="Arial"/>
                <a:ea typeface="Arial"/>
                <a:cs typeface="Arial"/>
              </a:defRPr>
            </a:pPr>
            <a:r>
              <a:rPr sz="1350" b="0">
                <a:solidFill>
                  <a:srgbClr val="617184"/>
                </a:solidFill>
                <a:latin typeface="Arial"/>
                <a:ea typeface="Arial"/>
                <a:cs typeface="Arial"/>
              </a:rPr>
              <a:t>Course code: S1/S1_1_EEG_source.ipynb     Student notebook: 01-from-synchrony-to-eeg.ipynb</a:t>
            </a:r>
          </a:p>
        </p:txBody>
      </p:sp>
    </p:spTree>
    <p:extLst>
      <p:ext uri="{BB962C8B-B14F-4D97-AF65-F5344CB8AC3E}">
        <p14:creationId xmlns:p14="http://schemas.microsoft.com/office/powerpoint/2010/main" val="514964532"/>
      </p:ext>
    </p:extLst>
  </p:cSld>
</p:sld>
</file>

<file path=ppt/theme/theme1.xml><?xml version="1.0" encoding="utf-8"?>
<a:theme xmlns:a="http://schemas.openxmlformats.org/drawingml/2006/main" name="ChatGPT">
  <a:themeElements>
    <a:clrScheme name="NeuraDock lecture">
      <a:dk1>
        <a:srgbClr val="000000"/>
      </a:dk1>
      <a:lt1>
        <a:srgbClr val="FFFFFF"/>
      </a:lt1>
      <a:dk2>
        <a:srgbClr val="0B2138"/>
      </a:dk2>
      <a:lt2>
        <a:srgbClr val="F5F8FA"/>
      </a:lt2>
      <a:accent1>
        <a:srgbClr val="176B87"/>
      </a:accent1>
      <a:accent2>
        <a:srgbClr val="C26630"/>
      </a:accent2>
      <a:accent3>
        <a:srgbClr val="159D9B"/>
      </a:accent3>
      <a:accent4>
        <a:srgbClr val="8064A2"/>
      </a:accent4>
      <a:accent5>
        <a:srgbClr val="C94E4E"/>
      </a:accent5>
      <a:accent6>
        <a:srgbClr val="2A7D61"/>
      </a:accent6>
      <a:hlink>
        <a:srgbClr val="176B87"/>
      </a:hlink>
      <a:folHlink>
        <a:srgbClr val="8064A2"/>
      </a:folHlink>
    </a:clrScheme>
    <a:fontScheme name="Office">
      <a:majorFont>
        <a:latin typeface="Calibri Light"/>
        <a:ea typeface="Calibri Light"/>
        <a:cs typeface="Calibri Light"/>
      </a:majorFont>
      <a:minorFont>
        <a:latin typeface="Calibri"/>
        <a:ea typeface="Calibri"/>
        <a:cs typeface="Calibri"/>
      </a:minorFont>
    </a:fontScheme>
    <a:fmtScheme name="NeuraDock lectu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2026-09-21T02:58:29.4320000Z</dcterms:created>
  <dcterms:modified xsi:type="dcterms:W3CDTF">2026-09-21T02:58:29.4320000Z</dcterms:modified>
</coreProperties>
</file>