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8.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notesSlides/notesSlide9.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3.xml" ContentType="application/vnd.openxmlformats-officedocument.drawingml.chart+xml"/>
  <Override PartName="/ppt/charts/chart14.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5.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6.xml" ContentType="application/vnd.openxmlformats-officedocument.drawingml.chart+xml"/>
  <Override PartName="/ppt/notesSlides/notesSlide17.xml" ContentType="application/vnd.openxmlformats-officedocument.presentationml.notesSlide+xml"/>
  <Override PartName="/ppt/charts/chart17.xml" ContentType="application/vnd.openxmlformats-officedocument.drawingml.chart+xml"/>
  <Override PartName="/ppt/notesSlides/notesSlide18.xml" ContentType="application/vnd.openxmlformats-officedocument.presentationml.notesSlide+xml"/>
  <Override PartName="/ppt/charts/chart18.xml" ContentType="application/vnd.openxmlformats-officedocument.drawingml.chart+xml"/>
  <Override PartName="/ppt/notesSlides/notesSlide19.xml" ContentType="application/vnd.openxmlformats-officedocument.presentationml.notesSlide+xml"/>
  <Override PartName="/ppt/charts/chart19.xml" ContentType="application/vnd.openxmlformats-officedocument.drawingml.chart+xml"/>
  <Override PartName="/ppt/notesSlides/notesSlide20.xml" ContentType="application/vnd.openxmlformats-officedocument.presentationml.notesSlide+xml"/>
  <Override PartName="/ppt/charts/chart20.xml" ContentType="application/vnd.openxmlformats-officedocument.drawingml.chart+xml"/>
  <Override PartName="/ppt/notesSlides/notesSlide21.xml" ContentType="application/vnd.openxmlformats-officedocument.presentationml.notesSlide+xml"/>
  <Override PartName="/ppt/charts/chart21.xml" ContentType="application/vnd.openxmlformats-officedocument.drawingml.chart+xml"/>
  <Override PartName="/ppt/notesSlides/notesSlide22.xml" ContentType="application/vnd.openxmlformats-officedocument.presentationml.notesSlide+xml"/>
  <Override PartName="/ppt/charts/chart22.xml" ContentType="application/vnd.openxmlformats-officedocument.drawingml.chart+xml"/>
  <Override PartName="/ppt/notesSlides/notesSlide23.xml" ContentType="application/vnd.openxmlformats-officedocument.presentationml.notesSlide+xml"/>
  <Override PartName="/ppt/charts/chart23.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0" d="100"/>
          <a:sy n="150" d="100"/>
        </p:scale>
        <p:origin x="456"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21.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Worksheet2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scatterChart>
        <c:scatterStyle val="lineMarker"/>
        <c:varyColors val="1"/>
        <c:ser>
          <c:idx val="0"/>
          <c:order val="0"/>
          <c:tx>
            <c:v>Neuron 0</c:v>
          </c:tx>
          <c:spPr>
            <a:ln w="0">
              <a:noFill/>
            </a:ln>
          </c:spPr>
          <c:marker>
            <c:symbol val="square"/>
            <c:size val="5"/>
            <c:spPr>
              <a:noFill/>
            </c:spPr>
          </c:marker>
          <c:xVal>
            <c:numRef>
              <c:f>'Chart Data'!$A$2:$A$9</c:f>
              <c:numCache>
                <c:formatCode>General</c:formatCode>
                <c:ptCount val="8"/>
                <c:pt idx="0">
                  <c:v>0.49686350297100002</c:v>
                </c:pt>
                <c:pt idx="1">
                  <c:v>0.59686350297099999</c:v>
                </c:pt>
                <c:pt idx="2">
                  <c:v>0.69686350297099997</c:v>
                </c:pt>
                <c:pt idx="3">
                  <c:v>0.79686350297099995</c:v>
                </c:pt>
                <c:pt idx="4">
                  <c:v>0.89686350297100004</c:v>
                </c:pt>
                <c:pt idx="5">
                  <c:v>0.99686350297100002</c:v>
                </c:pt>
                <c:pt idx="6">
                  <c:v>1.09686350297</c:v>
                </c:pt>
                <c:pt idx="7">
                  <c:v>1.1968635029700001</c:v>
                </c:pt>
              </c:numCache>
            </c:numRef>
          </c:xVal>
          <c:yVal>
            <c:numRef>
              <c:f>'Chart Data'!$B$2:$B$9</c:f>
              <c:numCache>
                <c:formatCode>0</c:formatCode>
                <c:ptCount val="8"/>
                <c:pt idx="0">
                  <c:v>0</c:v>
                </c:pt>
                <c:pt idx="1">
                  <c:v>0</c:v>
                </c:pt>
                <c:pt idx="2">
                  <c:v>0</c:v>
                </c:pt>
                <c:pt idx="3">
                  <c:v>0</c:v>
                </c:pt>
                <c:pt idx="4">
                  <c:v>0</c:v>
                </c:pt>
                <c:pt idx="5">
                  <c:v>0</c:v>
                </c:pt>
                <c:pt idx="6">
                  <c:v>0</c:v>
                </c:pt>
                <c:pt idx="7">
                  <c:v>0</c:v>
                </c:pt>
              </c:numCache>
            </c:numRef>
          </c:yVal>
          <c:smooth val="1"/>
          <c:extLst>
            <c:ext xmlns:c16="http://schemas.microsoft.com/office/drawing/2014/chart" uri="{C3380CC4-5D6E-409C-BE32-E72D297353CC}">
              <c16:uniqueId val="{00000000-851C-4937-B6F7-C13213D604ED}"/>
            </c:ext>
          </c:extLst>
        </c:ser>
        <c:ser>
          <c:idx val="1"/>
          <c:order val="1"/>
          <c:tx>
            <c:v>Neuron 1</c:v>
          </c:tx>
          <c:spPr>
            <a:ln w="0">
              <a:noFill/>
            </a:ln>
          </c:spPr>
          <c:marker>
            <c:symbol val="square"/>
            <c:size val="5"/>
            <c:spPr>
              <a:noFill/>
            </c:spPr>
          </c:marker>
          <c:xVal>
            <c:numRef>
              <c:f>'Chart Data'!$C$2:$C$9</c:f>
              <c:numCache>
                <c:formatCode>General</c:formatCode>
                <c:ptCount val="8"/>
                <c:pt idx="0">
                  <c:v>0.41126785766000001</c:v>
                </c:pt>
                <c:pt idx="1">
                  <c:v>0.51126785766000005</c:v>
                </c:pt>
                <c:pt idx="2">
                  <c:v>0.61126785766000002</c:v>
                </c:pt>
                <c:pt idx="3">
                  <c:v>0.71126785766</c:v>
                </c:pt>
                <c:pt idx="4">
                  <c:v>0.81126785765999998</c:v>
                </c:pt>
                <c:pt idx="5">
                  <c:v>0.91126785765999996</c:v>
                </c:pt>
                <c:pt idx="6">
                  <c:v>1.01126785766</c:v>
                </c:pt>
                <c:pt idx="7">
                  <c:v>1.1112678576599999</c:v>
                </c:pt>
              </c:numCache>
            </c:numRef>
          </c:xVal>
          <c:yVal>
            <c:numRef>
              <c:f>'Chart Data'!$D$2:$D$9</c:f>
              <c:numCache>
                <c:formatCode>0</c:formatCode>
                <c:ptCount val="8"/>
                <c:pt idx="0">
                  <c:v>1</c:v>
                </c:pt>
                <c:pt idx="1">
                  <c:v>1</c:v>
                </c:pt>
                <c:pt idx="2">
                  <c:v>1</c:v>
                </c:pt>
                <c:pt idx="3">
                  <c:v>1</c:v>
                </c:pt>
                <c:pt idx="4">
                  <c:v>1</c:v>
                </c:pt>
                <c:pt idx="5">
                  <c:v>1</c:v>
                </c:pt>
                <c:pt idx="6">
                  <c:v>1</c:v>
                </c:pt>
                <c:pt idx="7">
                  <c:v>1</c:v>
                </c:pt>
              </c:numCache>
            </c:numRef>
          </c:yVal>
          <c:smooth val="1"/>
          <c:extLst>
            <c:ext xmlns:c16="http://schemas.microsoft.com/office/drawing/2014/chart" uri="{C3380CC4-5D6E-409C-BE32-E72D297353CC}">
              <c16:uniqueId val="{00000001-851C-4937-B6F7-C13213D604ED}"/>
            </c:ext>
          </c:extLst>
        </c:ser>
        <c:ser>
          <c:idx val="2"/>
          <c:order val="2"/>
          <c:tx>
            <c:v>Neuron 2</c:v>
          </c:tx>
          <c:spPr>
            <a:ln w="0">
              <a:noFill/>
            </a:ln>
          </c:spPr>
          <c:marker>
            <c:symbol val="square"/>
            <c:size val="5"/>
            <c:spPr>
              <a:noFill/>
            </c:spPr>
          </c:marker>
          <c:xVal>
            <c:numRef>
              <c:f>'Chart Data'!$E$2:$E$9</c:f>
              <c:numCache>
                <c:formatCode>General</c:formatCode>
                <c:ptCount val="8"/>
                <c:pt idx="0">
                  <c:v>0.40579984854500001</c:v>
                </c:pt>
                <c:pt idx="1">
                  <c:v>0.50579984854500004</c:v>
                </c:pt>
                <c:pt idx="2">
                  <c:v>0.60579984854500002</c:v>
                </c:pt>
                <c:pt idx="3">
                  <c:v>0.705799848545</c:v>
                </c:pt>
                <c:pt idx="4">
                  <c:v>0.80579984854499997</c:v>
                </c:pt>
                <c:pt idx="5">
                  <c:v>0.90579984854499995</c:v>
                </c:pt>
                <c:pt idx="6">
                  <c:v>1.0057998485499999</c:v>
                </c:pt>
                <c:pt idx="7">
                  <c:v>1.10579984855</c:v>
                </c:pt>
              </c:numCache>
            </c:numRef>
          </c:xVal>
          <c:yVal>
            <c:numRef>
              <c:f>'Chart Data'!$F$2:$F$9</c:f>
              <c:numCache>
                <c:formatCode>0</c:formatCode>
                <c:ptCount val="8"/>
                <c:pt idx="0">
                  <c:v>2</c:v>
                </c:pt>
                <c:pt idx="1">
                  <c:v>2</c:v>
                </c:pt>
                <c:pt idx="2">
                  <c:v>2</c:v>
                </c:pt>
                <c:pt idx="3">
                  <c:v>2</c:v>
                </c:pt>
                <c:pt idx="4">
                  <c:v>2</c:v>
                </c:pt>
                <c:pt idx="5">
                  <c:v>2</c:v>
                </c:pt>
                <c:pt idx="6">
                  <c:v>2</c:v>
                </c:pt>
                <c:pt idx="7">
                  <c:v>2</c:v>
                </c:pt>
              </c:numCache>
            </c:numRef>
          </c:yVal>
          <c:smooth val="1"/>
          <c:extLst>
            <c:ext xmlns:c16="http://schemas.microsoft.com/office/drawing/2014/chart" uri="{C3380CC4-5D6E-409C-BE32-E72D297353CC}">
              <c16:uniqueId val="{00000002-851C-4937-B6F7-C13213D604ED}"/>
            </c:ext>
          </c:extLst>
        </c:ser>
        <c:ser>
          <c:idx val="3"/>
          <c:order val="3"/>
          <c:tx>
            <c:v>Neuron 3</c:v>
          </c:tx>
          <c:spPr>
            <a:ln w="0">
              <a:noFill/>
            </a:ln>
          </c:spPr>
          <c:marker>
            <c:symbol val="square"/>
            <c:size val="5"/>
            <c:spPr>
              <a:noFill/>
            </c:spPr>
          </c:marker>
          <c:xVal>
            <c:numRef>
              <c:f>'Chart Data'!$G$2:$G$9</c:f>
              <c:numCache>
                <c:formatCode>General</c:formatCode>
                <c:ptCount val="8"/>
                <c:pt idx="0">
                  <c:v>0.40246646210499998</c:v>
                </c:pt>
                <c:pt idx="1">
                  <c:v>0.50246646210500001</c:v>
                </c:pt>
                <c:pt idx="2">
                  <c:v>0.60246646210499999</c:v>
                </c:pt>
                <c:pt idx="3">
                  <c:v>0.70246646210499997</c:v>
                </c:pt>
                <c:pt idx="4">
                  <c:v>0.80246646210499994</c:v>
                </c:pt>
                <c:pt idx="5">
                  <c:v>0.90246646210500003</c:v>
                </c:pt>
                <c:pt idx="6">
                  <c:v>1.0024664620999999</c:v>
                </c:pt>
                <c:pt idx="7">
                  <c:v>1.1024664621</c:v>
                </c:pt>
              </c:numCache>
            </c:numRef>
          </c:xVal>
          <c:yVal>
            <c:numRef>
              <c:f>'Chart Data'!$H$2:$H$9</c:f>
              <c:numCache>
                <c:formatCode>0</c:formatCode>
                <c:ptCount val="8"/>
                <c:pt idx="0">
                  <c:v>3</c:v>
                </c:pt>
                <c:pt idx="1">
                  <c:v>3</c:v>
                </c:pt>
                <c:pt idx="2">
                  <c:v>3</c:v>
                </c:pt>
                <c:pt idx="3">
                  <c:v>3</c:v>
                </c:pt>
                <c:pt idx="4">
                  <c:v>3</c:v>
                </c:pt>
                <c:pt idx="5">
                  <c:v>3</c:v>
                </c:pt>
                <c:pt idx="6">
                  <c:v>3</c:v>
                </c:pt>
                <c:pt idx="7">
                  <c:v>3</c:v>
                </c:pt>
              </c:numCache>
            </c:numRef>
          </c:yVal>
          <c:smooth val="1"/>
          <c:extLst>
            <c:ext xmlns:c16="http://schemas.microsoft.com/office/drawing/2014/chart" uri="{C3380CC4-5D6E-409C-BE32-E72D297353CC}">
              <c16:uniqueId val="{00000003-851C-4937-B6F7-C13213D604ED}"/>
            </c:ext>
          </c:extLst>
        </c:ser>
        <c:ser>
          <c:idx val="4"/>
          <c:order val="4"/>
          <c:tx>
            <c:v>Neuron 4</c:v>
          </c:tx>
          <c:spPr>
            <a:ln w="0">
              <a:noFill/>
            </a:ln>
          </c:spPr>
          <c:marker>
            <c:symbol val="square"/>
            <c:size val="5"/>
            <c:spPr>
              <a:noFill/>
            </c:spPr>
          </c:marker>
          <c:xVal>
            <c:numRef>
              <c:f>'Chart Data'!$I$2:$I$9</c:f>
              <c:numCache>
                <c:formatCode>General</c:formatCode>
                <c:ptCount val="8"/>
                <c:pt idx="0">
                  <c:v>0.49140046601100001</c:v>
                </c:pt>
                <c:pt idx="1">
                  <c:v>0.59140046601100005</c:v>
                </c:pt>
                <c:pt idx="2">
                  <c:v>0.69140046601100003</c:v>
                </c:pt>
                <c:pt idx="3">
                  <c:v>0.791400466011</c:v>
                </c:pt>
                <c:pt idx="4">
                  <c:v>0.89140046601099998</c:v>
                </c:pt>
                <c:pt idx="5">
                  <c:v>0.99140046601099996</c:v>
                </c:pt>
                <c:pt idx="6">
                  <c:v>1.0914004660100001</c:v>
                </c:pt>
                <c:pt idx="7">
                  <c:v>1.1914004660099999</c:v>
                </c:pt>
              </c:numCache>
            </c:numRef>
          </c:xVal>
          <c:yVal>
            <c:numRef>
              <c:f>'Chart Data'!$J$2:$J$9</c:f>
              <c:numCache>
                <c:formatCode>0</c:formatCode>
                <c:ptCount val="8"/>
                <c:pt idx="0">
                  <c:v>4</c:v>
                </c:pt>
                <c:pt idx="1">
                  <c:v>4</c:v>
                </c:pt>
                <c:pt idx="2">
                  <c:v>4</c:v>
                </c:pt>
                <c:pt idx="3">
                  <c:v>4</c:v>
                </c:pt>
                <c:pt idx="4">
                  <c:v>4</c:v>
                </c:pt>
                <c:pt idx="5">
                  <c:v>4</c:v>
                </c:pt>
                <c:pt idx="6">
                  <c:v>4</c:v>
                </c:pt>
                <c:pt idx="7">
                  <c:v>4</c:v>
                </c:pt>
              </c:numCache>
            </c:numRef>
          </c:yVal>
          <c:smooth val="1"/>
          <c:extLst>
            <c:ext xmlns:c16="http://schemas.microsoft.com/office/drawing/2014/chart" uri="{C3380CC4-5D6E-409C-BE32-E72D297353CC}">
              <c16:uniqueId val="{00000004-851C-4937-B6F7-C13213D604ED}"/>
            </c:ext>
          </c:extLst>
        </c:ser>
        <c:ser>
          <c:idx val="5"/>
          <c:order val="5"/>
          <c:tx>
            <c:v>Neuron 5</c:v>
          </c:tx>
          <c:spPr>
            <a:ln w="0">
              <a:noFill/>
            </a:ln>
          </c:spPr>
          <c:marker>
            <c:symbol val="square"/>
            <c:size val="5"/>
            <c:spPr>
              <a:noFill/>
            </c:spPr>
          </c:marker>
          <c:xVal>
            <c:numRef>
              <c:f>'Chart Data'!$K$2:$K$9</c:f>
              <c:numCache>
                <c:formatCode>General</c:formatCode>
                <c:ptCount val="8"/>
                <c:pt idx="0">
                  <c:v>0.49139986300799998</c:v>
                </c:pt>
                <c:pt idx="1">
                  <c:v>0.59139986300799996</c:v>
                </c:pt>
                <c:pt idx="2">
                  <c:v>0.69139986300800005</c:v>
                </c:pt>
                <c:pt idx="3">
                  <c:v>0.79139986300800003</c:v>
                </c:pt>
                <c:pt idx="4">
                  <c:v>0.891399863008</c:v>
                </c:pt>
                <c:pt idx="5">
                  <c:v>0.99139986300799998</c:v>
                </c:pt>
                <c:pt idx="6">
                  <c:v>1.0913998630099999</c:v>
                </c:pt>
                <c:pt idx="7">
                  <c:v>1.19139986301</c:v>
                </c:pt>
              </c:numCache>
            </c:numRef>
          </c:xVal>
          <c:yVal>
            <c:numRef>
              <c:f>'Chart Data'!$L$2:$L$9</c:f>
              <c:numCache>
                <c:formatCode>0</c:formatCode>
                <c:ptCount val="8"/>
                <c:pt idx="0">
                  <c:v>5</c:v>
                </c:pt>
                <c:pt idx="1">
                  <c:v>5</c:v>
                </c:pt>
                <c:pt idx="2">
                  <c:v>5</c:v>
                </c:pt>
                <c:pt idx="3">
                  <c:v>5</c:v>
                </c:pt>
                <c:pt idx="4">
                  <c:v>5</c:v>
                </c:pt>
                <c:pt idx="5">
                  <c:v>5</c:v>
                </c:pt>
                <c:pt idx="6">
                  <c:v>5</c:v>
                </c:pt>
                <c:pt idx="7">
                  <c:v>5</c:v>
                </c:pt>
              </c:numCache>
            </c:numRef>
          </c:yVal>
          <c:smooth val="1"/>
          <c:extLst>
            <c:ext xmlns:c16="http://schemas.microsoft.com/office/drawing/2014/chart" uri="{C3380CC4-5D6E-409C-BE32-E72D297353CC}">
              <c16:uniqueId val="{00000005-851C-4937-B6F7-C13213D604ED}"/>
            </c:ext>
          </c:extLst>
        </c:ser>
        <c:ser>
          <c:idx val="6"/>
          <c:order val="6"/>
          <c:tx>
            <c:v>Neuron 6</c:v>
          </c:tx>
          <c:spPr>
            <a:ln w="0">
              <a:noFill/>
            </a:ln>
          </c:spPr>
          <c:marker>
            <c:symbol val="square"/>
            <c:size val="5"/>
            <c:spPr>
              <a:noFill/>
            </c:spPr>
          </c:marker>
          <c:xVal>
            <c:numRef>
              <c:f>'Chart Data'!$M$2:$M$9</c:f>
              <c:numCache>
                <c:formatCode>General</c:formatCode>
                <c:ptCount val="8"/>
                <c:pt idx="0">
                  <c:v>0.488952090304</c:v>
                </c:pt>
                <c:pt idx="1">
                  <c:v>0.58895209030399998</c:v>
                </c:pt>
                <c:pt idx="2">
                  <c:v>0.68895209030399995</c:v>
                </c:pt>
                <c:pt idx="3">
                  <c:v>0.78895209030400004</c:v>
                </c:pt>
                <c:pt idx="4">
                  <c:v>0.88895209030400002</c:v>
                </c:pt>
                <c:pt idx="5">
                  <c:v>0.988952090304</c:v>
                </c:pt>
                <c:pt idx="6">
                  <c:v>1.0889520903000001</c:v>
                </c:pt>
                <c:pt idx="7">
                  <c:v>1.1889520902999999</c:v>
                </c:pt>
              </c:numCache>
            </c:numRef>
          </c:xVal>
          <c:yVal>
            <c:numRef>
              <c:f>'Chart Data'!$N$2:$N$9</c:f>
              <c:numCache>
                <c:formatCode>0</c:formatCode>
                <c:ptCount val="8"/>
                <c:pt idx="0">
                  <c:v>6</c:v>
                </c:pt>
                <c:pt idx="1">
                  <c:v>6</c:v>
                </c:pt>
                <c:pt idx="2">
                  <c:v>6</c:v>
                </c:pt>
                <c:pt idx="3">
                  <c:v>6</c:v>
                </c:pt>
                <c:pt idx="4">
                  <c:v>6</c:v>
                </c:pt>
                <c:pt idx="5">
                  <c:v>6</c:v>
                </c:pt>
                <c:pt idx="6">
                  <c:v>6</c:v>
                </c:pt>
                <c:pt idx="7">
                  <c:v>6</c:v>
                </c:pt>
              </c:numCache>
            </c:numRef>
          </c:yVal>
          <c:smooth val="1"/>
          <c:extLst>
            <c:ext xmlns:c16="http://schemas.microsoft.com/office/drawing/2014/chart" uri="{C3380CC4-5D6E-409C-BE32-E72D297353CC}">
              <c16:uniqueId val="{00000006-851C-4937-B6F7-C13213D604ED}"/>
            </c:ext>
          </c:extLst>
        </c:ser>
        <c:ser>
          <c:idx val="7"/>
          <c:order val="7"/>
          <c:tx>
            <c:v>Neuron 7</c:v>
          </c:tx>
          <c:spPr>
            <a:ln w="0">
              <a:noFill/>
            </a:ln>
          </c:spPr>
          <c:marker>
            <c:symbol val="square"/>
            <c:size val="5"/>
            <c:spPr>
              <a:noFill/>
            </c:spPr>
          </c:marker>
          <c:xVal>
            <c:numRef>
              <c:f>'Chart Data'!$O$2:$O$9</c:f>
              <c:numCache>
                <c:formatCode>General</c:formatCode>
                <c:ptCount val="8"/>
                <c:pt idx="0">
                  <c:v>0.40915440364400002</c:v>
                </c:pt>
                <c:pt idx="1">
                  <c:v>0.509154403644</c:v>
                </c:pt>
                <c:pt idx="2">
                  <c:v>0.60915440364399998</c:v>
                </c:pt>
                <c:pt idx="3">
                  <c:v>0.70915440364399995</c:v>
                </c:pt>
                <c:pt idx="4">
                  <c:v>0.80915440364400004</c:v>
                </c:pt>
                <c:pt idx="5">
                  <c:v>0.90915440364400002</c:v>
                </c:pt>
                <c:pt idx="6">
                  <c:v>1.00915440364</c:v>
                </c:pt>
                <c:pt idx="7">
                  <c:v>1.1091544036400001</c:v>
                </c:pt>
              </c:numCache>
            </c:numRef>
          </c:xVal>
          <c:yVal>
            <c:numRef>
              <c:f>'Chart Data'!$P$2:$P$9</c:f>
              <c:numCache>
                <c:formatCode>0</c:formatCode>
                <c:ptCount val="8"/>
                <c:pt idx="0">
                  <c:v>7</c:v>
                </c:pt>
                <c:pt idx="1">
                  <c:v>7</c:v>
                </c:pt>
                <c:pt idx="2">
                  <c:v>7</c:v>
                </c:pt>
                <c:pt idx="3">
                  <c:v>7</c:v>
                </c:pt>
                <c:pt idx="4">
                  <c:v>7</c:v>
                </c:pt>
                <c:pt idx="5">
                  <c:v>7</c:v>
                </c:pt>
                <c:pt idx="6">
                  <c:v>7</c:v>
                </c:pt>
                <c:pt idx="7">
                  <c:v>7</c:v>
                </c:pt>
              </c:numCache>
            </c:numRef>
          </c:yVal>
          <c:smooth val="1"/>
          <c:extLst>
            <c:ext xmlns:c16="http://schemas.microsoft.com/office/drawing/2014/chart" uri="{C3380CC4-5D6E-409C-BE32-E72D297353CC}">
              <c16:uniqueId val="{00000007-851C-4937-B6F7-C13213D604ED}"/>
            </c:ext>
          </c:extLst>
        </c:ser>
        <c:ser>
          <c:idx val="8"/>
          <c:order val="8"/>
          <c:tx>
            <c:v>Neuron 8</c:v>
          </c:tx>
          <c:spPr>
            <a:ln w="0">
              <a:noFill/>
            </a:ln>
          </c:spPr>
          <c:marker>
            <c:symbol val="square"/>
            <c:size val="5"/>
            <c:spPr>
              <a:noFill/>
            </c:spPr>
          </c:marker>
          <c:xVal>
            <c:numRef>
              <c:f>'Chart Data'!$Q$2:$Q$9</c:f>
              <c:numCache>
                <c:formatCode>General</c:formatCode>
                <c:ptCount val="8"/>
                <c:pt idx="0">
                  <c:v>0.40252787529400003</c:v>
                </c:pt>
                <c:pt idx="1">
                  <c:v>0.502527875294</c:v>
                </c:pt>
                <c:pt idx="2">
                  <c:v>0.60252787529399998</c:v>
                </c:pt>
                <c:pt idx="3">
                  <c:v>0.70252787529399996</c:v>
                </c:pt>
                <c:pt idx="4">
                  <c:v>0.80252787529400005</c:v>
                </c:pt>
                <c:pt idx="5">
                  <c:v>0.90252787529400003</c:v>
                </c:pt>
                <c:pt idx="6">
                  <c:v>1.00252787529</c:v>
                </c:pt>
                <c:pt idx="7">
                  <c:v>1.1025278752900001</c:v>
                </c:pt>
              </c:numCache>
            </c:numRef>
          </c:xVal>
          <c:yVal>
            <c:numRef>
              <c:f>'Chart Data'!$R$2:$R$9</c:f>
              <c:numCache>
                <c:formatCode>0</c:formatCode>
                <c:ptCount val="8"/>
                <c:pt idx="0">
                  <c:v>8</c:v>
                </c:pt>
                <c:pt idx="1">
                  <c:v>8</c:v>
                </c:pt>
                <c:pt idx="2">
                  <c:v>8</c:v>
                </c:pt>
                <c:pt idx="3">
                  <c:v>8</c:v>
                </c:pt>
                <c:pt idx="4">
                  <c:v>8</c:v>
                </c:pt>
                <c:pt idx="5">
                  <c:v>8</c:v>
                </c:pt>
                <c:pt idx="6">
                  <c:v>8</c:v>
                </c:pt>
                <c:pt idx="7">
                  <c:v>8</c:v>
                </c:pt>
              </c:numCache>
            </c:numRef>
          </c:yVal>
          <c:smooth val="1"/>
          <c:extLst>
            <c:ext xmlns:c16="http://schemas.microsoft.com/office/drawing/2014/chart" uri="{C3380CC4-5D6E-409C-BE32-E72D297353CC}">
              <c16:uniqueId val="{00000008-851C-4937-B6F7-C13213D604ED}"/>
            </c:ext>
          </c:extLst>
        </c:ser>
        <c:ser>
          <c:idx val="9"/>
          <c:order val="9"/>
          <c:tx>
            <c:v>Neuron 9</c:v>
          </c:tx>
          <c:spPr>
            <a:ln w="0">
              <a:noFill/>
            </a:ln>
          </c:spPr>
          <c:marker>
            <c:symbol val="square"/>
            <c:size val="5"/>
            <c:spPr>
              <a:noFill/>
            </c:spPr>
          </c:marker>
          <c:xVal>
            <c:numRef>
              <c:f>'Chart Data'!$S$2:$S$9</c:f>
              <c:numCache>
                <c:formatCode>General</c:formatCode>
                <c:ptCount val="8"/>
                <c:pt idx="0">
                  <c:v>0.40520181444499997</c:v>
                </c:pt>
                <c:pt idx="1">
                  <c:v>0.50520181444500001</c:v>
                </c:pt>
                <c:pt idx="2">
                  <c:v>0.60520181444499999</c:v>
                </c:pt>
                <c:pt idx="3">
                  <c:v>0.70520181444499996</c:v>
                </c:pt>
                <c:pt idx="4">
                  <c:v>0.80520181444500005</c:v>
                </c:pt>
                <c:pt idx="5">
                  <c:v>0.90520181444500003</c:v>
                </c:pt>
                <c:pt idx="6">
                  <c:v>1.0052018144399999</c:v>
                </c:pt>
                <c:pt idx="7">
                  <c:v>1.10520181444</c:v>
                </c:pt>
              </c:numCache>
            </c:numRef>
          </c:xVal>
          <c:yVal>
            <c:numRef>
              <c:f>'Chart Data'!$T$2:$T$9</c:f>
              <c:numCache>
                <c:formatCode>0</c:formatCode>
                <c:ptCount val="8"/>
                <c:pt idx="0">
                  <c:v>9</c:v>
                </c:pt>
                <c:pt idx="1">
                  <c:v>9</c:v>
                </c:pt>
                <c:pt idx="2">
                  <c:v>9</c:v>
                </c:pt>
                <c:pt idx="3">
                  <c:v>9</c:v>
                </c:pt>
                <c:pt idx="4">
                  <c:v>9</c:v>
                </c:pt>
                <c:pt idx="5">
                  <c:v>9</c:v>
                </c:pt>
                <c:pt idx="6">
                  <c:v>9</c:v>
                </c:pt>
                <c:pt idx="7">
                  <c:v>9</c:v>
                </c:pt>
              </c:numCache>
            </c:numRef>
          </c:yVal>
          <c:smooth val="1"/>
          <c:extLst>
            <c:ext xmlns:c16="http://schemas.microsoft.com/office/drawing/2014/chart" uri="{C3380CC4-5D6E-409C-BE32-E72D297353CC}">
              <c16:uniqueId val="{00000009-851C-4937-B6F7-C13213D604ED}"/>
            </c:ext>
          </c:extLst>
        </c:ser>
        <c:ser>
          <c:idx val="10"/>
          <c:order val="10"/>
          <c:tx>
            <c:v>Neuron 10</c:v>
          </c:tx>
          <c:spPr>
            <a:ln w="0">
              <a:noFill/>
            </a:ln>
          </c:spPr>
          <c:marker>
            <c:symbol val="square"/>
            <c:size val="5"/>
            <c:spPr>
              <a:noFill/>
            </c:spPr>
          </c:marker>
          <c:xVal>
            <c:numRef>
              <c:f>'Chart Data'!$U$2:$U$9</c:f>
              <c:numCache>
                <c:formatCode>General</c:formatCode>
                <c:ptCount val="8"/>
                <c:pt idx="0">
                  <c:v>0.488014612357</c:v>
                </c:pt>
                <c:pt idx="1">
                  <c:v>0.58801461235700003</c:v>
                </c:pt>
                <c:pt idx="2">
                  <c:v>0.68801461235700001</c:v>
                </c:pt>
                <c:pt idx="3">
                  <c:v>0.78801461235699999</c:v>
                </c:pt>
                <c:pt idx="4">
                  <c:v>0.88801461235699997</c:v>
                </c:pt>
                <c:pt idx="5">
                  <c:v>0.98801461235700005</c:v>
                </c:pt>
                <c:pt idx="6">
                  <c:v>1.0880146123600001</c:v>
                </c:pt>
                <c:pt idx="7">
                  <c:v>1.1880146123599999</c:v>
                </c:pt>
              </c:numCache>
            </c:numRef>
          </c:xVal>
          <c:yVal>
            <c:numRef>
              <c:f>'Chart Data'!$V$2:$V$9</c:f>
              <c:numCache>
                <c:formatCode>0</c:formatCode>
                <c:ptCount val="8"/>
                <c:pt idx="0">
                  <c:v>10</c:v>
                </c:pt>
                <c:pt idx="1">
                  <c:v>10</c:v>
                </c:pt>
                <c:pt idx="2">
                  <c:v>10</c:v>
                </c:pt>
                <c:pt idx="3">
                  <c:v>10</c:v>
                </c:pt>
                <c:pt idx="4">
                  <c:v>10</c:v>
                </c:pt>
                <c:pt idx="5">
                  <c:v>10</c:v>
                </c:pt>
                <c:pt idx="6">
                  <c:v>10</c:v>
                </c:pt>
                <c:pt idx="7">
                  <c:v>10</c:v>
                </c:pt>
              </c:numCache>
            </c:numRef>
          </c:yVal>
          <c:smooth val="1"/>
          <c:extLst>
            <c:ext xmlns:c16="http://schemas.microsoft.com/office/drawing/2014/chart" uri="{C3380CC4-5D6E-409C-BE32-E72D297353CC}">
              <c16:uniqueId val="{0000000A-851C-4937-B6F7-C13213D604ED}"/>
            </c:ext>
          </c:extLst>
        </c:ser>
        <c:ser>
          <c:idx val="11"/>
          <c:order val="11"/>
          <c:tx>
            <c:v>Neuron 11</c:v>
          </c:tx>
          <c:spPr>
            <a:ln w="0">
              <a:noFill/>
            </a:ln>
          </c:spPr>
          <c:marker>
            <c:symbol val="square"/>
            <c:size val="5"/>
            <c:spPr>
              <a:noFill/>
            </c:spPr>
          </c:marker>
          <c:xVal>
            <c:numRef>
              <c:f>'Chart Data'!$W$2:$W$9</c:f>
              <c:numCache>
                <c:formatCode>General</c:formatCode>
                <c:ptCount val="8"/>
                <c:pt idx="0">
                  <c:v>0.41174774630400002</c:v>
                </c:pt>
                <c:pt idx="1">
                  <c:v>0.511747746304</c:v>
                </c:pt>
                <c:pt idx="2">
                  <c:v>0.61174774630399997</c:v>
                </c:pt>
                <c:pt idx="3">
                  <c:v>0.71174774630399995</c:v>
                </c:pt>
                <c:pt idx="4">
                  <c:v>0.81174774630400004</c:v>
                </c:pt>
                <c:pt idx="5">
                  <c:v>0.91174774630400002</c:v>
                </c:pt>
                <c:pt idx="6">
                  <c:v>1.0117477463</c:v>
                </c:pt>
                <c:pt idx="7">
                  <c:v>1.1117477463000001</c:v>
                </c:pt>
              </c:numCache>
            </c:numRef>
          </c:xVal>
          <c:yVal>
            <c:numRef>
              <c:f>'Chart Data'!$X$2:$X$9</c:f>
              <c:numCache>
                <c:formatCode>0</c:formatCode>
                <c:ptCount val="8"/>
                <c:pt idx="0">
                  <c:v>11</c:v>
                </c:pt>
                <c:pt idx="1">
                  <c:v>11</c:v>
                </c:pt>
                <c:pt idx="2">
                  <c:v>11</c:v>
                </c:pt>
                <c:pt idx="3">
                  <c:v>11</c:v>
                </c:pt>
                <c:pt idx="4">
                  <c:v>11</c:v>
                </c:pt>
                <c:pt idx="5">
                  <c:v>11</c:v>
                </c:pt>
                <c:pt idx="6">
                  <c:v>11</c:v>
                </c:pt>
                <c:pt idx="7">
                  <c:v>11</c:v>
                </c:pt>
              </c:numCache>
            </c:numRef>
          </c:yVal>
          <c:smooth val="1"/>
          <c:extLst>
            <c:ext xmlns:c16="http://schemas.microsoft.com/office/drawing/2014/chart" uri="{C3380CC4-5D6E-409C-BE32-E72D297353CC}">
              <c16:uniqueId val="{0000000B-851C-4937-B6F7-C13213D604ED}"/>
            </c:ext>
          </c:extLst>
        </c:ser>
        <c:ser>
          <c:idx val="12"/>
          <c:order val="12"/>
          <c:tx>
            <c:v>Neuron 12</c:v>
          </c:tx>
          <c:spPr>
            <a:ln w="0">
              <a:noFill/>
            </a:ln>
          </c:spPr>
          <c:marker>
            <c:symbol val="square"/>
            <c:size val="5"/>
            <c:spPr>
              <a:noFill/>
            </c:spPr>
          </c:marker>
          <c:xVal>
            <c:numRef>
              <c:f>'Chart Data'!$Y$2:$Y$11</c:f>
              <c:numCache>
                <c:formatCode>General</c:formatCode>
                <c:ptCount val="10"/>
                <c:pt idx="0">
                  <c:v>0.40502343372100003</c:v>
                </c:pt>
                <c:pt idx="1">
                  <c:v>0.44515923147100001</c:v>
                </c:pt>
                <c:pt idx="2">
                  <c:v>0.48568151603699999</c:v>
                </c:pt>
                <c:pt idx="3">
                  <c:v>0.558232261929</c:v>
                </c:pt>
                <c:pt idx="4">
                  <c:v>0.707017828101</c:v>
                </c:pt>
                <c:pt idx="5">
                  <c:v>0.82012524145700005</c:v>
                </c:pt>
                <c:pt idx="6">
                  <c:v>0.88896983996800005</c:v>
                </c:pt>
                <c:pt idx="7">
                  <c:v>1.0782440147500001</c:v>
                </c:pt>
                <c:pt idx="8">
                  <c:v>1.10829092049</c:v>
                </c:pt>
                <c:pt idx="9">
                  <c:v>1.1773940228899999</c:v>
                </c:pt>
              </c:numCache>
            </c:numRef>
          </c:xVal>
          <c:yVal>
            <c:numRef>
              <c:f>'Chart Data'!$Z$2:$Z$11</c:f>
              <c:numCache>
                <c:formatCode>0</c:formatCode>
                <c:ptCount val="10"/>
                <c:pt idx="0">
                  <c:v>12</c:v>
                </c:pt>
                <c:pt idx="1">
                  <c:v>12</c:v>
                </c:pt>
                <c:pt idx="2">
                  <c:v>12</c:v>
                </c:pt>
                <c:pt idx="3">
                  <c:v>12</c:v>
                </c:pt>
                <c:pt idx="4">
                  <c:v>12</c:v>
                </c:pt>
                <c:pt idx="5">
                  <c:v>12</c:v>
                </c:pt>
                <c:pt idx="6">
                  <c:v>12</c:v>
                </c:pt>
                <c:pt idx="7">
                  <c:v>12</c:v>
                </c:pt>
                <c:pt idx="8">
                  <c:v>12</c:v>
                </c:pt>
                <c:pt idx="9">
                  <c:v>12</c:v>
                </c:pt>
              </c:numCache>
            </c:numRef>
          </c:yVal>
          <c:smooth val="1"/>
          <c:extLst>
            <c:ext xmlns:c16="http://schemas.microsoft.com/office/drawing/2014/chart" uri="{C3380CC4-5D6E-409C-BE32-E72D297353CC}">
              <c16:uniqueId val="{0000000C-851C-4937-B6F7-C13213D604ED}"/>
            </c:ext>
          </c:extLst>
        </c:ser>
        <c:ser>
          <c:idx val="13"/>
          <c:order val="13"/>
          <c:tx>
            <c:v>Neuron 13</c:v>
          </c:tx>
          <c:spPr>
            <a:ln w="0">
              <a:noFill/>
            </a:ln>
          </c:spPr>
          <c:marker>
            <c:symbol val="square"/>
            <c:size val="5"/>
            <c:spPr>
              <a:noFill/>
            </c:spPr>
          </c:marker>
          <c:xVal>
            <c:numRef>
              <c:f>'Chart Data'!$AA$2:$AA$5</c:f>
              <c:numCache>
                <c:formatCode>General</c:formatCode>
                <c:ptCount val="4"/>
                <c:pt idx="0">
                  <c:v>0.52048614935000004</c:v>
                </c:pt>
                <c:pt idx="1">
                  <c:v>0.55787839974499998</c:v>
                </c:pt>
                <c:pt idx="2">
                  <c:v>0.57133118592099996</c:v>
                </c:pt>
                <c:pt idx="3">
                  <c:v>1.16606874462</c:v>
                </c:pt>
              </c:numCache>
            </c:numRef>
          </c:xVal>
          <c:yVal>
            <c:numRef>
              <c:f>'Chart Data'!$AB$2:$AB$5</c:f>
              <c:numCache>
                <c:formatCode>0</c:formatCode>
                <c:ptCount val="4"/>
                <c:pt idx="0">
                  <c:v>13</c:v>
                </c:pt>
                <c:pt idx="1">
                  <c:v>13</c:v>
                </c:pt>
                <c:pt idx="2">
                  <c:v>13</c:v>
                </c:pt>
                <c:pt idx="3">
                  <c:v>13</c:v>
                </c:pt>
              </c:numCache>
            </c:numRef>
          </c:yVal>
          <c:smooth val="1"/>
          <c:extLst>
            <c:ext xmlns:c16="http://schemas.microsoft.com/office/drawing/2014/chart" uri="{C3380CC4-5D6E-409C-BE32-E72D297353CC}">
              <c16:uniqueId val="{0000000D-851C-4937-B6F7-C13213D604ED}"/>
            </c:ext>
          </c:extLst>
        </c:ser>
        <c:ser>
          <c:idx val="14"/>
          <c:order val="14"/>
          <c:tx>
            <c:v>Neuron 14</c:v>
          </c:tx>
          <c:spPr>
            <a:ln w="0">
              <a:noFill/>
            </a:ln>
          </c:spPr>
          <c:marker>
            <c:symbol val="square"/>
            <c:size val="5"/>
            <c:spPr>
              <a:noFill/>
            </c:spPr>
          </c:marker>
          <c:xVal>
            <c:numRef>
              <c:f>'Chart Data'!$AC$2:$AC$8</c:f>
              <c:numCache>
                <c:formatCode>General</c:formatCode>
                <c:ptCount val="7"/>
                <c:pt idx="0">
                  <c:v>0.48708332176699998</c:v>
                </c:pt>
                <c:pt idx="1">
                  <c:v>0.54697487713500004</c:v>
                </c:pt>
                <c:pt idx="2">
                  <c:v>0.76422603684799995</c:v>
                </c:pt>
                <c:pt idx="3">
                  <c:v>0.83893535318000001</c:v>
                </c:pt>
                <c:pt idx="4">
                  <c:v>0.98575753236200003</c:v>
                </c:pt>
                <c:pt idx="5">
                  <c:v>1.1440022919599999</c:v>
                </c:pt>
                <c:pt idx="6">
                  <c:v>1.18488001186</c:v>
                </c:pt>
              </c:numCache>
            </c:numRef>
          </c:xVal>
          <c:yVal>
            <c:numRef>
              <c:f>'Chart Data'!$AD$2:$AD$8</c:f>
              <c:numCache>
                <c:formatCode>0</c:formatCode>
                <c:ptCount val="7"/>
                <c:pt idx="0">
                  <c:v>14</c:v>
                </c:pt>
                <c:pt idx="1">
                  <c:v>14</c:v>
                </c:pt>
                <c:pt idx="2">
                  <c:v>14</c:v>
                </c:pt>
                <c:pt idx="3">
                  <c:v>14</c:v>
                </c:pt>
                <c:pt idx="4">
                  <c:v>14</c:v>
                </c:pt>
                <c:pt idx="5">
                  <c:v>14</c:v>
                </c:pt>
                <c:pt idx="6">
                  <c:v>14</c:v>
                </c:pt>
              </c:numCache>
            </c:numRef>
          </c:yVal>
          <c:smooth val="1"/>
          <c:extLst>
            <c:ext xmlns:c16="http://schemas.microsoft.com/office/drawing/2014/chart" uri="{C3380CC4-5D6E-409C-BE32-E72D297353CC}">
              <c16:uniqueId val="{0000000E-851C-4937-B6F7-C13213D604ED}"/>
            </c:ext>
          </c:extLst>
        </c:ser>
        <c:ser>
          <c:idx val="15"/>
          <c:order val="15"/>
          <c:tx>
            <c:v>Neuron 15</c:v>
          </c:tx>
          <c:spPr>
            <a:ln w="0">
              <a:noFill/>
            </a:ln>
          </c:spPr>
          <c:marker>
            <c:symbol val="square"/>
            <c:size val="5"/>
            <c:spPr>
              <a:noFill/>
            </c:spPr>
          </c:marker>
          <c:xVal>
            <c:numRef>
              <c:f>'Chart Data'!$AE$2:$AE$6</c:f>
              <c:numCache>
                <c:formatCode>General</c:formatCode>
                <c:ptCount val="5"/>
                <c:pt idx="0">
                  <c:v>0.64623946947300004</c:v>
                </c:pt>
                <c:pt idx="1">
                  <c:v>0.73448486937900004</c:v>
                </c:pt>
                <c:pt idx="2">
                  <c:v>0.80044543740600005</c:v>
                </c:pt>
                <c:pt idx="3">
                  <c:v>0.95692685404699995</c:v>
                </c:pt>
                <c:pt idx="4">
                  <c:v>0.98730648361200002</c:v>
                </c:pt>
              </c:numCache>
            </c:numRef>
          </c:xVal>
          <c:yVal>
            <c:numRef>
              <c:f>'Chart Data'!$AF$2:$AF$6</c:f>
              <c:numCache>
                <c:formatCode>0</c:formatCode>
                <c:ptCount val="5"/>
                <c:pt idx="0">
                  <c:v>15</c:v>
                </c:pt>
                <c:pt idx="1">
                  <c:v>15</c:v>
                </c:pt>
                <c:pt idx="2">
                  <c:v>15</c:v>
                </c:pt>
                <c:pt idx="3">
                  <c:v>15</c:v>
                </c:pt>
                <c:pt idx="4">
                  <c:v>15</c:v>
                </c:pt>
              </c:numCache>
            </c:numRef>
          </c:yVal>
          <c:smooth val="1"/>
          <c:extLst>
            <c:ext xmlns:c16="http://schemas.microsoft.com/office/drawing/2014/chart" uri="{C3380CC4-5D6E-409C-BE32-E72D297353CC}">
              <c16:uniqueId val="{0000000F-851C-4937-B6F7-C13213D604ED}"/>
            </c:ext>
          </c:extLst>
        </c:ser>
        <c:ser>
          <c:idx val="16"/>
          <c:order val="16"/>
          <c:tx>
            <c:v>Neuron 16</c:v>
          </c:tx>
          <c:spPr>
            <a:ln w="0">
              <a:noFill/>
            </a:ln>
          </c:spPr>
          <c:marker>
            <c:symbol val="square"/>
            <c:size val="5"/>
            <c:spPr>
              <a:noFill/>
            </c:spPr>
          </c:marker>
          <c:xVal>
            <c:numRef>
              <c:f>'Chart Data'!$AG$2:$AG$5</c:f>
              <c:numCache>
                <c:formatCode>General</c:formatCode>
                <c:ptCount val="4"/>
                <c:pt idx="0">
                  <c:v>0.58450602105000005</c:v>
                </c:pt>
                <c:pt idx="1">
                  <c:v>0.84563860280699998</c:v>
                </c:pt>
                <c:pt idx="2">
                  <c:v>1.1406815080199999</c:v>
                </c:pt>
                <c:pt idx="3">
                  <c:v>1.1560673611200001</c:v>
                </c:pt>
              </c:numCache>
            </c:numRef>
          </c:xVal>
          <c:yVal>
            <c:numRef>
              <c:f>'Chart Data'!$AH$2:$AH$5</c:f>
              <c:numCache>
                <c:formatCode>0</c:formatCode>
                <c:ptCount val="4"/>
                <c:pt idx="0">
                  <c:v>16</c:v>
                </c:pt>
                <c:pt idx="1">
                  <c:v>16</c:v>
                </c:pt>
                <c:pt idx="2">
                  <c:v>16</c:v>
                </c:pt>
                <c:pt idx="3">
                  <c:v>16</c:v>
                </c:pt>
              </c:numCache>
            </c:numRef>
          </c:yVal>
          <c:smooth val="1"/>
          <c:extLst>
            <c:ext xmlns:c16="http://schemas.microsoft.com/office/drawing/2014/chart" uri="{C3380CC4-5D6E-409C-BE32-E72D297353CC}">
              <c16:uniqueId val="{00000010-851C-4937-B6F7-C13213D604ED}"/>
            </c:ext>
          </c:extLst>
        </c:ser>
        <c:ser>
          <c:idx val="17"/>
          <c:order val="17"/>
          <c:tx>
            <c:v>Neuron 17</c:v>
          </c:tx>
          <c:spPr>
            <a:ln w="0">
              <a:noFill/>
            </a:ln>
          </c:spPr>
          <c:marker>
            <c:symbol val="square"/>
            <c:size val="5"/>
            <c:spPr>
              <a:noFill/>
            </c:spPr>
          </c:marker>
          <c:xVal>
            <c:numRef>
              <c:f>'Chart Data'!$AI$2:$AI$5</c:f>
              <c:numCache>
                <c:formatCode>General</c:formatCode>
                <c:ptCount val="4"/>
                <c:pt idx="0">
                  <c:v>0.63942825426600003</c:v>
                </c:pt>
                <c:pt idx="1">
                  <c:v>0.76724148094099998</c:v>
                </c:pt>
                <c:pt idx="2">
                  <c:v>0.79271595966399999</c:v>
                </c:pt>
                <c:pt idx="3">
                  <c:v>1.04254122853</c:v>
                </c:pt>
              </c:numCache>
            </c:numRef>
          </c:xVal>
          <c:yVal>
            <c:numRef>
              <c:f>'Chart Data'!$AJ$2:$AJ$5</c:f>
              <c:numCache>
                <c:formatCode>0</c:formatCode>
                <c:ptCount val="4"/>
                <c:pt idx="0">
                  <c:v>17</c:v>
                </c:pt>
                <c:pt idx="1">
                  <c:v>17</c:v>
                </c:pt>
                <c:pt idx="2">
                  <c:v>17</c:v>
                </c:pt>
                <c:pt idx="3">
                  <c:v>17</c:v>
                </c:pt>
              </c:numCache>
            </c:numRef>
          </c:yVal>
          <c:smooth val="1"/>
          <c:extLst>
            <c:ext xmlns:c16="http://schemas.microsoft.com/office/drawing/2014/chart" uri="{C3380CC4-5D6E-409C-BE32-E72D297353CC}">
              <c16:uniqueId val="{00000011-851C-4937-B6F7-C13213D604ED}"/>
            </c:ext>
          </c:extLst>
        </c:ser>
        <c:ser>
          <c:idx val="18"/>
          <c:order val="18"/>
          <c:tx>
            <c:v>Neuron 18</c:v>
          </c:tx>
          <c:spPr>
            <a:ln w="0">
              <a:noFill/>
            </a:ln>
          </c:spPr>
          <c:marker>
            <c:symbol val="square"/>
            <c:size val="5"/>
            <c:spPr>
              <a:noFill/>
            </c:spPr>
          </c:marker>
          <c:xVal>
            <c:numRef>
              <c:f>'Chart Data'!$AK$2:$AK$6</c:f>
              <c:numCache>
                <c:formatCode>General</c:formatCode>
                <c:ptCount val="5"/>
                <c:pt idx="0">
                  <c:v>0.69381988315499998</c:v>
                </c:pt>
                <c:pt idx="1">
                  <c:v>0.75116764775199996</c:v>
                </c:pt>
                <c:pt idx="2">
                  <c:v>0.85682404272799995</c:v>
                </c:pt>
                <c:pt idx="3">
                  <c:v>1.1385738722400001</c:v>
                </c:pt>
                <c:pt idx="4">
                  <c:v>1.1905349036199999</c:v>
                </c:pt>
              </c:numCache>
            </c:numRef>
          </c:xVal>
          <c:yVal>
            <c:numRef>
              <c:f>'Chart Data'!$AL$2:$AL$6</c:f>
              <c:numCache>
                <c:formatCode>0</c:formatCode>
                <c:ptCount val="5"/>
                <c:pt idx="0">
                  <c:v>18</c:v>
                </c:pt>
                <c:pt idx="1">
                  <c:v>18</c:v>
                </c:pt>
                <c:pt idx="2">
                  <c:v>18</c:v>
                </c:pt>
                <c:pt idx="3">
                  <c:v>18</c:v>
                </c:pt>
                <c:pt idx="4">
                  <c:v>18</c:v>
                </c:pt>
              </c:numCache>
            </c:numRef>
          </c:yVal>
          <c:smooth val="1"/>
          <c:extLst>
            <c:ext xmlns:c16="http://schemas.microsoft.com/office/drawing/2014/chart" uri="{C3380CC4-5D6E-409C-BE32-E72D297353CC}">
              <c16:uniqueId val="{00000012-851C-4937-B6F7-C13213D604ED}"/>
            </c:ext>
          </c:extLst>
        </c:ser>
        <c:ser>
          <c:idx val="19"/>
          <c:order val="19"/>
          <c:tx>
            <c:v>Neuron 19</c:v>
          </c:tx>
          <c:spPr>
            <a:ln w="0">
              <a:noFill/>
            </a:ln>
          </c:spPr>
          <c:marker>
            <c:symbol val="square"/>
            <c:size val="5"/>
            <c:spPr>
              <a:noFill/>
            </c:spPr>
          </c:marker>
          <c:xVal>
            <c:numRef>
              <c:f>'Chart Data'!$AM$2:$AM$4</c:f>
              <c:numCache>
                <c:formatCode>General</c:formatCode>
                <c:ptCount val="3"/>
                <c:pt idx="0">
                  <c:v>0.48746177631900001</c:v>
                </c:pt>
                <c:pt idx="1">
                  <c:v>0.64248175671200003</c:v>
                </c:pt>
                <c:pt idx="2">
                  <c:v>0.97195141497299997</c:v>
                </c:pt>
              </c:numCache>
            </c:numRef>
          </c:xVal>
          <c:yVal>
            <c:numRef>
              <c:f>'Chart Data'!$AN$2:$AN$4</c:f>
              <c:numCache>
                <c:formatCode>0</c:formatCode>
                <c:ptCount val="3"/>
                <c:pt idx="0">
                  <c:v>19</c:v>
                </c:pt>
                <c:pt idx="1">
                  <c:v>19</c:v>
                </c:pt>
                <c:pt idx="2">
                  <c:v>19</c:v>
                </c:pt>
              </c:numCache>
            </c:numRef>
          </c:yVal>
          <c:smooth val="1"/>
          <c:extLst>
            <c:ext xmlns:c16="http://schemas.microsoft.com/office/drawing/2014/chart" uri="{C3380CC4-5D6E-409C-BE32-E72D297353CC}">
              <c16:uniqueId val="{00000013-851C-4937-B6F7-C13213D604ED}"/>
            </c:ext>
          </c:extLst>
        </c:ser>
        <c:dLbls>
          <c:showLegendKey val="0"/>
          <c:showVal val="0"/>
          <c:showCatName val="0"/>
          <c:showSerName val="0"/>
          <c:showPercent val="0"/>
          <c:showBubbleSize val="0"/>
        </c:dLbls>
        <c:axId val="48650112"/>
        <c:axId val="48672768"/>
      </c:scatterChart>
      <c:valAx>
        <c:axId val="48672768"/>
        <c:scaling>
          <c:orientation val="minMax"/>
          <c:max val="20"/>
          <c:min val="0"/>
        </c:scaling>
        <c:delete val="0"/>
        <c:axPos val="l"/>
        <c:title>
          <c:tx>
            <c:rich>
              <a:bodyPr/>
              <a:lstStyle/>
              <a:p>
                <a:r>
                  <a:rPr lang="en-US" sz="1650">
                    <a:solidFill>
                      <a:srgbClr val="617184"/>
                    </a:solidFill>
                    <a:latin typeface="Arial"/>
                    <a:ea typeface="Arial"/>
                    <a:cs typeface="Arial"/>
                  </a:rPr>
                  <a:t>Neuron index</a:t>
                </a:r>
              </a:p>
            </c:rich>
          </c:tx>
          <c:overlay val="0"/>
        </c:title>
        <c:numFmt formatCode="0" sourceLinked="1"/>
        <c:majorTickMark val="none"/>
        <c:minorTickMark val="none"/>
        <c:tickLblPos val="nextTo"/>
        <c:spPr>
          <a:ln w="9525">
            <a:solidFill>
              <a:srgbClr val="D9E1E8"/>
            </a:solidFill>
          </a:ln>
        </c:spPr>
        <c:txPr>
          <a:bodyPr anchorCtr="1"/>
          <a:lstStyle/>
          <a:p>
            <a:pPr>
              <a:defRPr sz="1500">
                <a:solidFill>
                  <a:srgbClr val="617184"/>
                </a:solidFill>
                <a:latin typeface="Arial"/>
                <a:ea typeface="Arial"/>
                <a:cs typeface="Arial"/>
              </a:defRPr>
            </a:pPr>
            <a:endParaRPr lang="zh-CN"/>
          </a:p>
        </c:txPr>
        <c:crossAx val="48650112"/>
        <c:crosses val="autoZero"/>
        <c:crossBetween val="midCat"/>
        <c:majorUnit val="5"/>
      </c:valAx>
      <c:valAx>
        <c:axId val="48650112"/>
        <c:scaling>
          <c:orientation val="minMax"/>
          <c:max val="1.2"/>
          <c:min val="0.4"/>
        </c:scaling>
        <c:delete val="0"/>
        <c:axPos val="b"/>
        <c:title>
          <c:tx>
            <c:rich>
              <a:bodyPr/>
              <a:lstStyle/>
              <a:p>
                <a:r>
                  <a:rPr lang="en-US" sz="1650">
                    <a:solidFill>
                      <a:srgbClr val="617184"/>
                    </a:solidFill>
                    <a:latin typeface="Arial"/>
                    <a:ea typeface="Arial"/>
                    <a:cs typeface="Arial"/>
                  </a:rPr>
                  <a:t>Time (s)</a:t>
                </a:r>
              </a:p>
            </c:rich>
          </c:tx>
          <c:overlay val="0"/>
        </c:title>
        <c:numFmt formatCode="General" sourceLinked="1"/>
        <c:majorTickMark val="none"/>
        <c:minorTickMark val="none"/>
        <c:tickLblPos val="nextTo"/>
        <c:spPr>
          <a:ln w="9525">
            <a:solidFill>
              <a:srgbClr val="D9E1E8"/>
            </a:solidFill>
          </a:ln>
        </c:spPr>
        <c:txPr>
          <a:bodyPr anchorCtr="1"/>
          <a:lstStyle/>
          <a:p>
            <a:pPr>
              <a:defRPr sz="1500">
                <a:solidFill>
                  <a:srgbClr val="617184"/>
                </a:solidFill>
                <a:latin typeface="Arial"/>
                <a:ea typeface="Arial"/>
                <a:cs typeface="Arial"/>
              </a:defRPr>
            </a:pPr>
            <a:endParaRPr lang="zh-CN"/>
          </a:p>
        </c:txPr>
        <c:crossAx val="48672768"/>
        <c:crosses val="autoZero"/>
        <c:crossBetween val="midCat"/>
        <c:majorUnit val="0.2"/>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scatterChart>
        <c:scatterStyle val="lineMarker"/>
        <c:varyColors val="1"/>
        <c:ser>
          <c:idx val="0"/>
          <c:order val="0"/>
          <c:tx>
            <c:v>Fixed response</c:v>
          </c:tx>
          <c:spPr>
            <a:ln w="20955">
              <a:solidFill>
                <a:srgbClr val="176B87"/>
              </a:solidFill>
            </a:ln>
          </c:spPr>
          <c:marker>
            <c:symbol val="none"/>
          </c:marker>
          <c:xVal>
            <c:numRef>
              <c:f>'Chart Data'!$A$2:$A$101</c:f>
              <c:numCache>
                <c:formatCode>General</c:formatCode>
                <c:ptCount val="10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numCache>
            </c:numRef>
          </c:xVal>
          <c:yVal>
            <c:numRef>
              <c:f>'Chart Data'!$B$2:$B$101</c:f>
              <c:numCache>
                <c:formatCode>0.0</c:formatCode>
                <c:ptCount val="100"/>
                <c:pt idx="0">
                  <c:v>0</c:v>
                </c:pt>
                <c:pt idx="1">
                  <c:v>0.12928548296600001</c:v>
                </c:pt>
                <c:pt idx="2">
                  <c:v>0.245960311116</c:v>
                </c:pt>
                <c:pt idx="3">
                  <c:v>0.350947027789</c:v>
                </c:pt>
                <c:pt idx="4">
                  <c:v>0.44510818569799998</c:v>
                </c:pt>
                <c:pt idx="5">
                  <c:v>0.52925000415300005</c:v>
                </c:pt>
                <c:pt idx="6">
                  <c:v>0.60412581224100004</c:v>
                </c:pt>
                <c:pt idx="7">
                  <c:v>0.67043929015500003</c:v>
                </c:pt>
                <c:pt idx="8">
                  <c:v>0.72884752015599996</c:v>
                </c:pt>
                <c:pt idx="9">
                  <c:v>0.77996385804000001</c:v>
                </c:pt>
                <c:pt idx="10">
                  <c:v>0.82436063535000004</c:v>
                </c:pt>
                <c:pt idx="11">
                  <c:v>0.86257170202</c:v>
                </c:pt>
                <c:pt idx="12">
                  <c:v>0.89509481858499995</c:v>
                </c:pt>
                <c:pt idx="13">
                  <c:v>0.92239390658599996</c:v>
                </c:pt>
                <c:pt idx="14">
                  <c:v>0.94490116530299995</c:v>
                </c:pt>
                <c:pt idx="15">
                  <c:v>0.963019062516</c:v>
                </c:pt>
                <c:pt idx="16">
                  <c:v>0.97712220652799997</c:v>
                </c:pt>
                <c:pt idx="17">
                  <c:v>0.98755910631900001</c:v>
                </c:pt>
                <c:pt idx="18">
                  <c:v>0.99465382626800003</c:v>
                </c:pt>
                <c:pt idx="19">
                  <c:v>0.99870754155700003</c:v>
                </c:pt>
                <c:pt idx="20">
                  <c:v>1</c:v>
                </c:pt>
                <c:pt idx="21">
                  <c:v>0.99879089572599999</c:v>
                </c:pt>
                <c:pt idx="22">
                  <c:v>0.99532115984000002</c:v>
                </c:pt>
                <c:pt idx="23">
                  <c:v>0.98981417288899998</c:v>
                </c:pt>
                <c:pt idx="24">
                  <c:v>0.98247690369399998</c:v>
                </c:pt>
                <c:pt idx="25">
                  <c:v>0.973500978839</c:v>
                </c:pt>
                <c:pt idx="26">
                  <c:v>0.96306368688599997</c:v>
                </c:pt>
                <c:pt idx="27">
                  <c:v>0.95132892112</c:v>
                </c:pt>
                <c:pt idx="28">
                  <c:v>0.93844806444999995</c:v>
                </c:pt>
                <c:pt idx="29">
                  <c:v>0.924560819852</c:v>
                </c:pt>
                <c:pt idx="30">
                  <c:v>0.90979598956899999</c:v>
                </c:pt>
                <c:pt idx="31">
                  <c:v>0.89427220609000002</c:v>
                </c:pt>
                <c:pt idx="32">
                  <c:v>0.87809861774999998</c:v>
                </c:pt>
                <c:pt idx="33">
                  <c:v>0.861375531656</c:v>
                </c:pt>
                <c:pt idx="34">
                  <c:v>0.84419501644499995</c:v>
                </c:pt>
                <c:pt idx="35">
                  <c:v>0.82664146729700005</c:v>
                </c:pt>
                <c:pt idx="36">
                  <c:v>0.80879213541100003</c:v>
                </c:pt>
                <c:pt idx="37">
                  <c:v>0.79071762410500002</c:v>
                </c:pt>
                <c:pt idx="38">
                  <c:v>0.77248235350700001</c:v>
                </c:pt>
                <c:pt idx="39">
                  <c:v>0.75414499573600002</c:v>
                </c:pt>
                <c:pt idx="40">
                  <c:v>0.73575888234300002</c:v>
                </c:pt>
                <c:pt idx="41">
                  <c:v>0.71737238567799999</c:v>
                </c:pt>
                <c:pt idx="42">
                  <c:v>0.69902927576600005</c:v>
                </c:pt>
                <c:pt idx="43">
                  <c:v>0.680769054165</c:v>
                </c:pt>
                <c:pt idx="44">
                  <c:v>0.66262726620699997</c:v>
                </c:pt>
                <c:pt idx="45">
                  <c:v>0.64463579293499995</c:v>
                </c:pt>
                <c:pt idx="46">
                  <c:v>0.626823123978</c:v>
                </c:pt>
                <c:pt idx="47">
                  <c:v>0.60921461251800002</c:v>
                </c:pt>
                <c:pt idx="48">
                  <c:v>0.59183271345999999</c:v>
                </c:pt>
                <c:pt idx="49">
                  <c:v>0.57469720582999995</c:v>
                </c:pt>
                <c:pt idx="50">
                  <c:v>0.55782540037100004</c:v>
                </c:pt>
                <c:pt idx="51">
                  <c:v>0.54123233325800002</c:v>
                </c:pt>
                <c:pt idx="52">
                  <c:v>0.52493094678600005</c:v>
                </c:pt>
                <c:pt idx="53">
                  <c:v>0.50893225784499996</c:v>
                </c:pt>
                <c:pt idx="54">
                  <c:v>0.49324551494199997</c:v>
                </c:pt>
                <c:pt idx="55">
                  <c:v>0.47787834448900002</c:v>
                </c:pt>
                <c:pt idx="56">
                  <c:v>0.46283688701999998</c:v>
                </c:pt>
                <c:pt idx="57">
                  <c:v>0.44812592399399998</c:v>
                </c:pt>
                <c:pt idx="58">
                  <c:v>0.43374899574600001</c:v>
                </c:pt>
                <c:pt idx="59">
                  <c:v>0.41970851118000002</c:v>
                </c:pt>
                <c:pt idx="60">
                  <c:v>0.40600584970999998</c:v>
                </c:pt>
                <c:pt idx="61">
                  <c:v>0.39264145594299998</c:v>
                </c:pt>
                <c:pt idx="62">
                  <c:v>0.37961492758400001</c:v>
                </c:pt>
                <c:pt idx="63">
                  <c:v>0.36692509698699999</c:v>
                </c:pt>
                <c:pt idx="64">
                  <c:v>0.35457010675900003</c:v>
                </c:pt>
                <c:pt idx="65">
                  <c:v>0.34254747982599998</c:v>
                </c:pt>
                <c:pt idx="66">
                  <c:v>0.33085418428500002</c:v>
                </c:pt>
                <c:pt idx="67">
                  <c:v>0.31948669342199998</c:v>
                </c:pt>
                <c:pt idx="68">
                  <c:v>0.30844104118400001</c:v>
                </c:pt>
                <c:pt idx="69">
                  <c:v>0.29771287342300001</c:v>
                </c:pt>
                <c:pt idx="70">
                  <c:v>0.287297495184</c:v>
                </c:pt>
                <c:pt idx="71">
                  <c:v>0.27718991430399997</c:v>
                </c:pt>
                <c:pt idx="72">
                  <c:v>0.26738488157200002</c:v>
                </c:pt>
                <c:pt idx="73">
                  <c:v>0.25787692767100001</c:v>
                </c:pt>
                <c:pt idx="74">
                  <c:v>0.248660397137</c:v>
                </c:pt>
                <c:pt idx="75">
                  <c:v>0.23972947952500001</c:v>
                </c:pt>
                <c:pt idx="76">
                  <c:v>0.23107823797599999</c:v>
                </c:pt>
                <c:pt idx="77">
                  <c:v>0.222700635368</c:v>
                </c:pt>
                <c:pt idx="78">
                  <c:v>0.21459055822000001</c:v>
                </c:pt>
                <c:pt idx="79">
                  <c:v>0.206741838496</c:v>
                </c:pt>
                <c:pt idx="80">
                  <c:v>0.199148273471</c:v>
                </c:pt>
                <c:pt idx="81">
                  <c:v>0.191803643784</c:v>
                </c:pt>
                <c:pt idx="82">
                  <c:v>0.18470172981399999</c:v>
                </c:pt>
                <c:pt idx="83">
                  <c:v>0.17783632649799999</c:v>
                </c:pt>
                <c:pt idx="84">
                  <c:v>0.17120125670899999</c:v>
                </c:pt>
                <c:pt idx="85">
                  <c:v>0.16479038328500001</c:v>
                </c:pt>
                <c:pt idx="86">
                  <c:v>0.15859761982500001</c:v>
                </c:pt>
                <c:pt idx="87">
                  <c:v>0.152616940339</c:v>
                </c:pt>
                <c:pt idx="88">
                  <c:v>0.146842387825</c:v>
                </c:pt>
                <c:pt idx="89">
                  <c:v>0.14126808188199999</c:v>
                </c:pt>
                <c:pt idx="90">
                  <c:v>0.13588822540000001</c:v>
                </c:pt>
                <c:pt idx="91">
                  <c:v>0.130697110427</c:v>
                </c:pt>
                <c:pt idx="92">
                  <c:v>0.125689123258</c:v>
                </c:pt>
                <c:pt idx="93">
                  <c:v>0.12085874882100001</c:v>
                </c:pt>
                <c:pt idx="94">
                  <c:v>0.116200574411</c:v>
                </c:pt>
                <c:pt idx="95">
                  <c:v>0.11170929281600001</c:v>
                </c:pt>
                <c:pt idx="96">
                  <c:v>0.10737970491</c:v>
                </c:pt>
                <c:pt idx="97">
                  <c:v>0.103206721726</c:v>
                </c:pt>
                <c:pt idx="98">
                  <c:v>9.9185366084399998E-2</c:v>
                </c:pt>
                <c:pt idx="99">
                  <c:v>9.5310773788200007E-2</c:v>
                </c:pt>
              </c:numCache>
            </c:numRef>
          </c:yVal>
          <c:smooth val="1"/>
          <c:extLst>
            <c:ext xmlns:c16="http://schemas.microsoft.com/office/drawing/2014/chart" uri="{C3380CC4-5D6E-409C-BE32-E72D297353CC}">
              <c16:uniqueId val="{00000000-36DB-4611-B6DD-8D923B68A058}"/>
            </c:ext>
          </c:extLst>
        </c:ser>
        <c:dLbls>
          <c:showLegendKey val="0"/>
          <c:showVal val="0"/>
          <c:showCatName val="0"/>
          <c:showSerName val="0"/>
          <c:showPercent val="0"/>
          <c:showBubbleSize val="0"/>
        </c:dLbls>
        <c:axId val="48650112"/>
        <c:axId val="48672768"/>
      </c:scatterChart>
      <c:valAx>
        <c:axId val="48672768"/>
        <c:scaling>
          <c:orientation val="minMax"/>
          <c:max val="1.1000000000000001"/>
          <c:min val="0"/>
        </c:scaling>
        <c:delete val="0"/>
        <c:axPos val="l"/>
        <c:title>
          <c:tx>
            <c:rich>
              <a:bodyPr/>
              <a:lstStyle/>
              <a:p>
                <a:r>
                  <a:rPr lang="en-US" sz="1650">
                    <a:solidFill>
                      <a:srgbClr val="617184"/>
                    </a:solidFill>
                    <a:latin typeface="Arial"/>
                    <a:ea typeface="Arial"/>
                    <a:cs typeface="Arial"/>
                  </a:rPr>
                  <a:t>Kernel (a.u.)</a:t>
                </a:r>
              </a:p>
            </c:rich>
          </c:tx>
          <c:overlay val="0"/>
        </c:title>
        <c:numFmt formatCode="0.0" sourceLinked="1"/>
        <c:majorTickMark val="none"/>
        <c:minorTickMark val="none"/>
        <c:tickLblPos val="nextTo"/>
        <c:spPr>
          <a:ln w="9525">
            <a:solidFill>
              <a:srgbClr val="D9E1E8"/>
            </a:solidFill>
          </a:ln>
        </c:spPr>
        <c:txPr>
          <a:bodyPr anchorCtr="1"/>
          <a:lstStyle/>
          <a:p>
            <a:pPr>
              <a:defRPr sz="1500">
                <a:solidFill>
                  <a:srgbClr val="617184"/>
                </a:solidFill>
                <a:latin typeface="Arial"/>
                <a:ea typeface="Arial"/>
                <a:cs typeface="Arial"/>
              </a:defRPr>
            </a:pPr>
            <a:endParaRPr lang="zh-CN"/>
          </a:p>
        </c:txPr>
        <c:crossAx val="48650112"/>
        <c:crosses val="autoZero"/>
        <c:crossBetween val="midCat"/>
        <c:majorUnit val="0.5"/>
      </c:valAx>
      <c:valAx>
        <c:axId val="48650112"/>
        <c:scaling>
          <c:orientation val="minMax"/>
          <c:max val="100"/>
          <c:min val="0"/>
        </c:scaling>
        <c:delete val="0"/>
        <c:axPos val="b"/>
        <c:title>
          <c:tx>
            <c:rich>
              <a:bodyPr/>
              <a:lstStyle/>
              <a:p>
                <a:r>
                  <a:rPr lang="en-US" sz="1650">
                    <a:solidFill>
                      <a:srgbClr val="617184"/>
                    </a:solidFill>
                    <a:latin typeface="Arial"/>
                    <a:ea typeface="Arial"/>
                    <a:cs typeface="Arial"/>
                  </a:rPr>
                  <a:t>Time since event (ms)</a:t>
                </a:r>
              </a:p>
            </c:rich>
          </c:tx>
          <c:overlay val="0"/>
        </c:title>
        <c:numFmt formatCode="General" sourceLinked="1"/>
        <c:majorTickMark val="none"/>
        <c:minorTickMark val="none"/>
        <c:tickLblPos val="nextTo"/>
        <c:spPr>
          <a:ln w="9525">
            <a:solidFill>
              <a:srgbClr val="D9E1E8"/>
            </a:solidFill>
          </a:ln>
        </c:spPr>
        <c:txPr>
          <a:bodyPr anchorCtr="1"/>
          <a:lstStyle/>
          <a:p>
            <a:pPr>
              <a:defRPr sz="1500">
                <a:solidFill>
                  <a:srgbClr val="617184"/>
                </a:solidFill>
                <a:latin typeface="Arial"/>
                <a:ea typeface="Arial"/>
                <a:cs typeface="Arial"/>
              </a:defRPr>
            </a:pPr>
            <a:endParaRPr lang="zh-CN"/>
          </a:p>
        </c:txPr>
        <c:crossAx val="48672768"/>
        <c:crosses val="autoZero"/>
        <c:crossBetween val="midCat"/>
        <c:majorUnit val="20"/>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scatterChart>
        <c:scatterStyle val="lineMarker"/>
        <c:varyColors val="1"/>
        <c:ser>
          <c:idx val="0"/>
          <c:order val="0"/>
          <c:tx>
            <c:v>Neuron 0</c:v>
          </c:tx>
          <c:spPr>
            <a:ln w="20955">
              <a:solidFill>
                <a:srgbClr val="176B87"/>
              </a:solidFill>
            </a:ln>
          </c:spPr>
          <c:marker>
            <c:symbol val="none"/>
          </c:marker>
          <c:xVal>
            <c:numRef>
              <c:f>'Chart Data'!$A$2:$A$802</c:f>
              <c:numCache>
                <c:formatCode>General</c:formatCode>
                <c:ptCount val="801"/>
                <c:pt idx="0">
                  <c:v>0.4</c:v>
                </c:pt>
                <c:pt idx="1">
                  <c:v>0.40100000000000002</c:v>
                </c:pt>
                <c:pt idx="2">
                  <c:v>0.40200000000000002</c:v>
                </c:pt>
                <c:pt idx="3">
                  <c:v>0.40300000000000002</c:v>
                </c:pt>
                <c:pt idx="4">
                  <c:v>0.40400000000000003</c:v>
                </c:pt>
                <c:pt idx="5">
                  <c:v>0.40500000000000003</c:v>
                </c:pt>
                <c:pt idx="6">
                  <c:v>0.40600000000000003</c:v>
                </c:pt>
                <c:pt idx="7">
                  <c:v>0.40699999999999997</c:v>
                </c:pt>
                <c:pt idx="8">
                  <c:v>0.40799999999999997</c:v>
                </c:pt>
                <c:pt idx="9">
                  <c:v>0.40899999999999997</c:v>
                </c:pt>
                <c:pt idx="10">
                  <c:v>0.41</c:v>
                </c:pt>
                <c:pt idx="11">
                  <c:v>0.41099999999999998</c:v>
                </c:pt>
                <c:pt idx="12">
                  <c:v>0.41199999999999998</c:v>
                </c:pt>
                <c:pt idx="13">
                  <c:v>0.41299999999999998</c:v>
                </c:pt>
                <c:pt idx="14">
                  <c:v>0.41399999999999998</c:v>
                </c:pt>
                <c:pt idx="15">
                  <c:v>0.41499999999999998</c:v>
                </c:pt>
                <c:pt idx="16">
                  <c:v>0.41599999999999998</c:v>
                </c:pt>
                <c:pt idx="17">
                  <c:v>0.41699999999999998</c:v>
                </c:pt>
                <c:pt idx="18">
                  <c:v>0.41799999999999998</c:v>
                </c:pt>
                <c:pt idx="19">
                  <c:v>0.41899999999999998</c:v>
                </c:pt>
                <c:pt idx="20">
                  <c:v>0.42</c:v>
                </c:pt>
                <c:pt idx="21">
                  <c:v>0.42099999999999999</c:v>
                </c:pt>
                <c:pt idx="22">
                  <c:v>0.42199999999999999</c:v>
                </c:pt>
                <c:pt idx="23">
                  <c:v>0.42299999999999999</c:v>
                </c:pt>
                <c:pt idx="24">
                  <c:v>0.42399999999999999</c:v>
                </c:pt>
                <c:pt idx="25">
                  <c:v>0.42499999999999999</c:v>
                </c:pt>
                <c:pt idx="26">
                  <c:v>0.42599999999999999</c:v>
                </c:pt>
                <c:pt idx="27">
                  <c:v>0.42699999999999999</c:v>
                </c:pt>
                <c:pt idx="28">
                  <c:v>0.42799999999999999</c:v>
                </c:pt>
                <c:pt idx="29">
                  <c:v>0.42899999999999999</c:v>
                </c:pt>
                <c:pt idx="30">
                  <c:v>0.43</c:v>
                </c:pt>
                <c:pt idx="31">
                  <c:v>0.43099999999999999</c:v>
                </c:pt>
                <c:pt idx="32">
                  <c:v>0.432</c:v>
                </c:pt>
                <c:pt idx="33">
                  <c:v>0.433</c:v>
                </c:pt>
                <c:pt idx="34">
                  <c:v>0.434</c:v>
                </c:pt>
                <c:pt idx="35">
                  <c:v>0.435</c:v>
                </c:pt>
                <c:pt idx="36">
                  <c:v>0.436</c:v>
                </c:pt>
                <c:pt idx="37">
                  <c:v>0.437</c:v>
                </c:pt>
                <c:pt idx="38">
                  <c:v>0.438</c:v>
                </c:pt>
                <c:pt idx="39">
                  <c:v>0.439</c:v>
                </c:pt>
                <c:pt idx="40">
                  <c:v>0.44</c:v>
                </c:pt>
                <c:pt idx="41">
                  <c:v>0.441</c:v>
                </c:pt>
                <c:pt idx="42">
                  <c:v>0.442</c:v>
                </c:pt>
                <c:pt idx="43">
                  <c:v>0.443</c:v>
                </c:pt>
                <c:pt idx="44">
                  <c:v>0.44400000000000001</c:v>
                </c:pt>
                <c:pt idx="45">
                  <c:v>0.44500000000000001</c:v>
                </c:pt>
                <c:pt idx="46">
                  <c:v>0.44600000000000001</c:v>
                </c:pt>
                <c:pt idx="47">
                  <c:v>0.44700000000000001</c:v>
                </c:pt>
                <c:pt idx="48">
                  <c:v>0.44800000000000001</c:v>
                </c:pt>
                <c:pt idx="49">
                  <c:v>0.44900000000000001</c:v>
                </c:pt>
                <c:pt idx="50">
                  <c:v>0.45</c:v>
                </c:pt>
                <c:pt idx="51">
                  <c:v>0.45100000000000001</c:v>
                </c:pt>
                <c:pt idx="52">
                  <c:v>0.45200000000000001</c:v>
                </c:pt>
                <c:pt idx="53">
                  <c:v>0.45300000000000001</c:v>
                </c:pt>
                <c:pt idx="54">
                  <c:v>0.45400000000000001</c:v>
                </c:pt>
                <c:pt idx="55">
                  <c:v>0.45500000000000002</c:v>
                </c:pt>
                <c:pt idx="56">
                  <c:v>0.45600000000000002</c:v>
                </c:pt>
                <c:pt idx="57">
                  <c:v>0.45700000000000002</c:v>
                </c:pt>
                <c:pt idx="58">
                  <c:v>0.45800000000000002</c:v>
                </c:pt>
                <c:pt idx="59">
                  <c:v>0.45900000000000002</c:v>
                </c:pt>
                <c:pt idx="60">
                  <c:v>0.46</c:v>
                </c:pt>
                <c:pt idx="61">
                  <c:v>0.46100000000000002</c:v>
                </c:pt>
                <c:pt idx="62">
                  <c:v>0.46200000000000002</c:v>
                </c:pt>
                <c:pt idx="63">
                  <c:v>0.46300000000000002</c:v>
                </c:pt>
                <c:pt idx="64">
                  <c:v>0.46400000000000002</c:v>
                </c:pt>
                <c:pt idx="65">
                  <c:v>0.46500000000000002</c:v>
                </c:pt>
                <c:pt idx="66">
                  <c:v>0.46600000000000003</c:v>
                </c:pt>
                <c:pt idx="67">
                  <c:v>0.46700000000000003</c:v>
                </c:pt>
                <c:pt idx="68">
                  <c:v>0.46800000000000003</c:v>
                </c:pt>
                <c:pt idx="69">
                  <c:v>0.46899999999999997</c:v>
                </c:pt>
                <c:pt idx="70">
                  <c:v>0.47</c:v>
                </c:pt>
                <c:pt idx="71">
                  <c:v>0.47099999999999997</c:v>
                </c:pt>
                <c:pt idx="72">
                  <c:v>0.47199999999999998</c:v>
                </c:pt>
                <c:pt idx="73">
                  <c:v>0.47299999999999998</c:v>
                </c:pt>
                <c:pt idx="74">
                  <c:v>0.47399999999999998</c:v>
                </c:pt>
                <c:pt idx="75">
                  <c:v>0.47499999999999998</c:v>
                </c:pt>
                <c:pt idx="76">
                  <c:v>0.47599999999999998</c:v>
                </c:pt>
                <c:pt idx="77">
                  <c:v>0.47699999999999998</c:v>
                </c:pt>
                <c:pt idx="78">
                  <c:v>0.47799999999999998</c:v>
                </c:pt>
                <c:pt idx="79">
                  <c:v>0.47899999999999998</c:v>
                </c:pt>
                <c:pt idx="80">
                  <c:v>0.48</c:v>
                </c:pt>
                <c:pt idx="81">
                  <c:v>0.48099999999999998</c:v>
                </c:pt>
                <c:pt idx="82">
                  <c:v>0.48199999999999998</c:v>
                </c:pt>
                <c:pt idx="83">
                  <c:v>0.48299999999999998</c:v>
                </c:pt>
                <c:pt idx="84">
                  <c:v>0.48399999999999999</c:v>
                </c:pt>
                <c:pt idx="85">
                  <c:v>0.48499999999999999</c:v>
                </c:pt>
                <c:pt idx="86">
                  <c:v>0.48599999999999999</c:v>
                </c:pt>
                <c:pt idx="87">
                  <c:v>0.48699999999999999</c:v>
                </c:pt>
                <c:pt idx="88">
                  <c:v>0.48799999999999999</c:v>
                </c:pt>
                <c:pt idx="89">
                  <c:v>0.48899999999999999</c:v>
                </c:pt>
                <c:pt idx="90">
                  <c:v>0.49</c:v>
                </c:pt>
                <c:pt idx="91">
                  <c:v>0.49099999999999999</c:v>
                </c:pt>
                <c:pt idx="92">
                  <c:v>0.49199999999999999</c:v>
                </c:pt>
                <c:pt idx="93">
                  <c:v>0.49299999999999999</c:v>
                </c:pt>
                <c:pt idx="94">
                  <c:v>0.49399999999999999</c:v>
                </c:pt>
                <c:pt idx="95">
                  <c:v>0.495</c:v>
                </c:pt>
                <c:pt idx="96">
                  <c:v>0.496</c:v>
                </c:pt>
                <c:pt idx="97">
                  <c:v>0.497</c:v>
                </c:pt>
                <c:pt idx="98">
                  <c:v>0.498</c:v>
                </c:pt>
                <c:pt idx="99">
                  <c:v>0.499</c:v>
                </c:pt>
                <c:pt idx="100">
                  <c:v>0.5</c:v>
                </c:pt>
                <c:pt idx="101">
                  <c:v>0.501</c:v>
                </c:pt>
                <c:pt idx="102">
                  <c:v>0.502</c:v>
                </c:pt>
                <c:pt idx="103">
                  <c:v>0.503</c:v>
                </c:pt>
                <c:pt idx="104">
                  <c:v>0.504</c:v>
                </c:pt>
                <c:pt idx="105">
                  <c:v>0.505</c:v>
                </c:pt>
                <c:pt idx="106">
                  <c:v>0.50600000000000001</c:v>
                </c:pt>
                <c:pt idx="107">
                  <c:v>0.50700000000000001</c:v>
                </c:pt>
                <c:pt idx="108">
                  <c:v>0.50800000000000001</c:v>
                </c:pt>
                <c:pt idx="109">
                  <c:v>0.50900000000000001</c:v>
                </c:pt>
                <c:pt idx="110">
                  <c:v>0.51</c:v>
                </c:pt>
                <c:pt idx="111">
                  <c:v>0.51100000000000001</c:v>
                </c:pt>
                <c:pt idx="112">
                  <c:v>0.51200000000000001</c:v>
                </c:pt>
                <c:pt idx="113">
                  <c:v>0.51300000000000001</c:v>
                </c:pt>
                <c:pt idx="114">
                  <c:v>0.51400000000000001</c:v>
                </c:pt>
                <c:pt idx="115">
                  <c:v>0.51500000000000001</c:v>
                </c:pt>
                <c:pt idx="116">
                  <c:v>0.51600000000000001</c:v>
                </c:pt>
                <c:pt idx="117">
                  <c:v>0.51700000000000002</c:v>
                </c:pt>
                <c:pt idx="118">
                  <c:v>0.51800000000000002</c:v>
                </c:pt>
                <c:pt idx="119">
                  <c:v>0.51900000000000002</c:v>
                </c:pt>
                <c:pt idx="120">
                  <c:v>0.52</c:v>
                </c:pt>
                <c:pt idx="121">
                  <c:v>0.52100000000000002</c:v>
                </c:pt>
                <c:pt idx="122">
                  <c:v>0.52200000000000002</c:v>
                </c:pt>
                <c:pt idx="123">
                  <c:v>0.52300000000000002</c:v>
                </c:pt>
                <c:pt idx="124">
                  <c:v>0.52400000000000002</c:v>
                </c:pt>
                <c:pt idx="125">
                  <c:v>0.52500000000000002</c:v>
                </c:pt>
                <c:pt idx="126">
                  <c:v>0.52600000000000002</c:v>
                </c:pt>
                <c:pt idx="127">
                  <c:v>0.52700000000000002</c:v>
                </c:pt>
                <c:pt idx="128">
                  <c:v>0.52800000000000002</c:v>
                </c:pt>
                <c:pt idx="129">
                  <c:v>0.52900000000000003</c:v>
                </c:pt>
                <c:pt idx="130">
                  <c:v>0.53</c:v>
                </c:pt>
                <c:pt idx="131">
                  <c:v>0.53100000000000003</c:v>
                </c:pt>
                <c:pt idx="132">
                  <c:v>0.53200000000000003</c:v>
                </c:pt>
                <c:pt idx="133">
                  <c:v>0.53300000000000003</c:v>
                </c:pt>
                <c:pt idx="134">
                  <c:v>0.53400000000000003</c:v>
                </c:pt>
                <c:pt idx="135">
                  <c:v>0.53500000000000003</c:v>
                </c:pt>
                <c:pt idx="136">
                  <c:v>0.53600000000000003</c:v>
                </c:pt>
                <c:pt idx="137">
                  <c:v>0.53700000000000003</c:v>
                </c:pt>
                <c:pt idx="138">
                  <c:v>0.53800000000000003</c:v>
                </c:pt>
                <c:pt idx="139">
                  <c:v>0.53900000000000003</c:v>
                </c:pt>
                <c:pt idx="140">
                  <c:v>0.54</c:v>
                </c:pt>
                <c:pt idx="141">
                  <c:v>0.54100000000000004</c:v>
                </c:pt>
                <c:pt idx="142">
                  <c:v>0.54200000000000004</c:v>
                </c:pt>
                <c:pt idx="143">
                  <c:v>0.54300000000000004</c:v>
                </c:pt>
                <c:pt idx="144">
                  <c:v>0.54400000000000004</c:v>
                </c:pt>
                <c:pt idx="145">
                  <c:v>0.54500000000000004</c:v>
                </c:pt>
                <c:pt idx="146">
                  <c:v>0.54600000000000004</c:v>
                </c:pt>
                <c:pt idx="147">
                  <c:v>0.54700000000000004</c:v>
                </c:pt>
                <c:pt idx="148">
                  <c:v>0.54800000000000004</c:v>
                </c:pt>
                <c:pt idx="149">
                  <c:v>0.54900000000000004</c:v>
                </c:pt>
                <c:pt idx="150">
                  <c:v>0.55000000000000004</c:v>
                </c:pt>
                <c:pt idx="151">
                  <c:v>0.55100000000000005</c:v>
                </c:pt>
                <c:pt idx="152">
                  <c:v>0.55200000000000005</c:v>
                </c:pt>
                <c:pt idx="153">
                  <c:v>0.55300000000000005</c:v>
                </c:pt>
                <c:pt idx="154">
                  <c:v>0.55400000000000005</c:v>
                </c:pt>
                <c:pt idx="155">
                  <c:v>0.55500000000000005</c:v>
                </c:pt>
                <c:pt idx="156">
                  <c:v>0.55600000000000005</c:v>
                </c:pt>
                <c:pt idx="157">
                  <c:v>0.55700000000000005</c:v>
                </c:pt>
                <c:pt idx="158">
                  <c:v>0.55800000000000005</c:v>
                </c:pt>
                <c:pt idx="159">
                  <c:v>0.55900000000000005</c:v>
                </c:pt>
                <c:pt idx="160">
                  <c:v>0.56000000000000005</c:v>
                </c:pt>
                <c:pt idx="161">
                  <c:v>0.56100000000000005</c:v>
                </c:pt>
                <c:pt idx="162">
                  <c:v>0.56200000000000006</c:v>
                </c:pt>
                <c:pt idx="163">
                  <c:v>0.56299999999999994</c:v>
                </c:pt>
                <c:pt idx="164">
                  <c:v>0.56399999999999995</c:v>
                </c:pt>
                <c:pt idx="165">
                  <c:v>0.56499999999999995</c:v>
                </c:pt>
                <c:pt idx="166">
                  <c:v>0.56599999999999995</c:v>
                </c:pt>
                <c:pt idx="167">
                  <c:v>0.56699999999999995</c:v>
                </c:pt>
                <c:pt idx="168">
                  <c:v>0.56799999999999995</c:v>
                </c:pt>
                <c:pt idx="169">
                  <c:v>0.56899999999999995</c:v>
                </c:pt>
                <c:pt idx="170">
                  <c:v>0.56999999999999995</c:v>
                </c:pt>
                <c:pt idx="171">
                  <c:v>0.57099999999999995</c:v>
                </c:pt>
                <c:pt idx="172">
                  <c:v>0.57199999999999995</c:v>
                </c:pt>
                <c:pt idx="173">
                  <c:v>0.57299999999999995</c:v>
                </c:pt>
                <c:pt idx="174">
                  <c:v>0.57399999999999995</c:v>
                </c:pt>
                <c:pt idx="175">
                  <c:v>0.57499999999999996</c:v>
                </c:pt>
                <c:pt idx="176">
                  <c:v>0.57599999999999996</c:v>
                </c:pt>
                <c:pt idx="177">
                  <c:v>0.57699999999999996</c:v>
                </c:pt>
                <c:pt idx="178">
                  <c:v>0.57799999999999996</c:v>
                </c:pt>
                <c:pt idx="179">
                  <c:v>0.57899999999999996</c:v>
                </c:pt>
                <c:pt idx="180">
                  <c:v>0.57999999999999996</c:v>
                </c:pt>
                <c:pt idx="181">
                  <c:v>0.58099999999999996</c:v>
                </c:pt>
                <c:pt idx="182">
                  <c:v>0.58199999999999996</c:v>
                </c:pt>
                <c:pt idx="183">
                  <c:v>0.58299999999999996</c:v>
                </c:pt>
                <c:pt idx="184">
                  <c:v>0.58399999999999996</c:v>
                </c:pt>
                <c:pt idx="185">
                  <c:v>0.58499999999999996</c:v>
                </c:pt>
                <c:pt idx="186">
                  <c:v>0.58599999999999997</c:v>
                </c:pt>
                <c:pt idx="187">
                  <c:v>0.58699999999999997</c:v>
                </c:pt>
                <c:pt idx="188">
                  <c:v>0.58799999999999997</c:v>
                </c:pt>
                <c:pt idx="189">
                  <c:v>0.58899999999999997</c:v>
                </c:pt>
                <c:pt idx="190">
                  <c:v>0.59</c:v>
                </c:pt>
                <c:pt idx="191">
                  <c:v>0.59099999999999997</c:v>
                </c:pt>
                <c:pt idx="192">
                  <c:v>0.59199999999999997</c:v>
                </c:pt>
                <c:pt idx="193">
                  <c:v>0.59299999999999997</c:v>
                </c:pt>
                <c:pt idx="194">
                  <c:v>0.59399999999999997</c:v>
                </c:pt>
                <c:pt idx="195">
                  <c:v>0.59499999999999997</c:v>
                </c:pt>
                <c:pt idx="196">
                  <c:v>0.59599999999999997</c:v>
                </c:pt>
                <c:pt idx="197">
                  <c:v>0.59699999999999998</c:v>
                </c:pt>
                <c:pt idx="198">
                  <c:v>0.59799999999999998</c:v>
                </c:pt>
                <c:pt idx="199">
                  <c:v>0.59899999999999998</c:v>
                </c:pt>
                <c:pt idx="200">
                  <c:v>0.6</c:v>
                </c:pt>
                <c:pt idx="201">
                  <c:v>0.60099999999999998</c:v>
                </c:pt>
                <c:pt idx="202">
                  <c:v>0.60199999999999998</c:v>
                </c:pt>
                <c:pt idx="203">
                  <c:v>0.60299999999999998</c:v>
                </c:pt>
                <c:pt idx="204">
                  <c:v>0.60399999999999998</c:v>
                </c:pt>
                <c:pt idx="205">
                  <c:v>0.60499999999999998</c:v>
                </c:pt>
                <c:pt idx="206">
                  <c:v>0.60599999999999998</c:v>
                </c:pt>
                <c:pt idx="207">
                  <c:v>0.60699999999999998</c:v>
                </c:pt>
                <c:pt idx="208">
                  <c:v>0.60799999999999998</c:v>
                </c:pt>
                <c:pt idx="209">
                  <c:v>0.60899999999999999</c:v>
                </c:pt>
                <c:pt idx="210">
                  <c:v>0.61</c:v>
                </c:pt>
                <c:pt idx="211">
                  <c:v>0.61099999999999999</c:v>
                </c:pt>
                <c:pt idx="212">
                  <c:v>0.61199999999999999</c:v>
                </c:pt>
                <c:pt idx="213">
                  <c:v>0.61299999999999999</c:v>
                </c:pt>
                <c:pt idx="214">
                  <c:v>0.61399999999999999</c:v>
                </c:pt>
                <c:pt idx="215">
                  <c:v>0.61499999999999999</c:v>
                </c:pt>
                <c:pt idx="216">
                  <c:v>0.61599999999999999</c:v>
                </c:pt>
                <c:pt idx="217">
                  <c:v>0.61699999999999999</c:v>
                </c:pt>
                <c:pt idx="218">
                  <c:v>0.61799999999999999</c:v>
                </c:pt>
                <c:pt idx="219">
                  <c:v>0.61899999999999999</c:v>
                </c:pt>
                <c:pt idx="220">
                  <c:v>0.62</c:v>
                </c:pt>
                <c:pt idx="221">
                  <c:v>0.621</c:v>
                </c:pt>
                <c:pt idx="222">
                  <c:v>0.622</c:v>
                </c:pt>
                <c:pt idx="223">
                  <c:v>0.623</c:v>
                </c:pt>
                <c:pt idx="224">
                  <c:v>0.624</c:v>
                </c:pt>
                <c:pt idx="225">
                  <c:v>0.625</c:v>
                </c:pt>
                <c:pt idx="226">
                  <c:v>0.626</c:v>
                </c:pt>
                <c:pt idx="227">
                  <c:v>0.627</c:v>
                </c:pt>
                <c:pt idx="228">
                  <c:v>0.628</c:v>
                </c:pt>
                <c:pt idx="229">
                  <c:v>0.629</c:v>
                </c:pt>
                <c:pt idx="230">
                  <c:v>0.63</c:v>
                </c:pt>
                <c:pt idx="231">
                  <c:v>0.63100000000000001</c:v>
                </c:pt>
                <c:pt idx="232">
                  <c:v>0.63200000000000001</c:v>
                </c:pt>
                <c:pt idx="233">
                  <c:v>0.63300000000000001</c:v>
                </c:pt>
                <c:pt idx="234">
                  <c:v>0.63400000000000001</c:v>
                </c:pt>
                <c:pt idx="235">
                  <c:v>0.63500000000000001</c:v>
                </c:pt>
                <c:pt idx="236">
                  <c:v>0.63600000000000001</c:v>
                </c:pt>
                <c:pt idx="237">
                  <c:v>0.63700000000000001</c:v>
                </c:pt>
                <c:pt idx="238">
                  <c:v>0.63800000000000001</c:v>
                </c:pt>
                <c:pt idx="239">
                  <c:v>0.63900000000000001</c:v>
                </c:pt>
                <c:pt idx="240">
                  <c:v>0.64</c:v>
                </c:pt>
                <c:pt idx="241">
                  <c:v>0.64100000000000001</c:v>
                </c:pt>
                <c:pt idx="242">
                  <c:v>0.64200000000000002</c:v>
                </c:pt>
                <c:pt idx="243">
                  <c:v>0.64300000000000002</c:v>
                </c:pt>
                <c:pt idx="244">
                  <c:v>0.64400000000000002</c:v>
                </c:pt>
                <c:pt idx="245">
                  <c:v>0.64500000000000002</c:v>
                </c:pt>
                <c:pt idx="246">
                  <c:v>0.64600000000000002</c:v>
                </c:pt>
                <c:pt idx="247">
                  <c:v>0.64700000000000002</c:v>
                </c:pt>
                <c:pt idx="248">
                  <c:v>0.64800000000000002</c:v>
                </c:pt>
                <c:pt idx="249">
                  <c:v>0.64900000000000002</c:v>
                </c:pt>
                <c:pt idx="250">
                  <c:v>0.65</c:v>
                </c:pt>
                <c:pt idx="251">
                  <c:v>0.65100000000000002</c:v>
                </c:pt>
                <c:pt idx="252">
                  <c:v>0.65200000000000002</c:v>
                </c:pt>
                <c:pt idx="253">
                  <c:v>0.65300000000000002</c:v>
                </c:pt>
                <c:pt idx="254">
                  <c:v>0.65400000000000003</c:v>
                </c:pt>
                <c:pt idx="255">
                  <c:v>0.65500000000000003</c:v>
                </c:pt>
                <c:pt idx="256">
                  <c:v>0.65600000000000003</c:v>
                </c:pt>
                <c:pt idx="257">
                  <c:v>0.65700000000000003</c:v>
                </c:pt>
                <c:pt idx="258">
                  <c:v>0.65800000000000003</c:v>
                </c:pt>
                <c:pt idx="259">
                  <c:v>0.65900000000000003</c:v>
                </c:pt>
                <c:pt idx="260">
                  <c:v>0.66</c:v>
                </c:pt>
                <c:pt idx="261">
                  <c:v>0.66100000000000003</c:v>
                </c:pt>
                <c:pt idx="262">
                  <c:v>0.66200000000000003</c:v>
                </c:pt>
                <c:pt idx="263">
                  <c:v>0.66300000000000003</c:v>
                </c:pt>
                <c:pt idx="264">
                  <c:v>0.66400000000000003</c:v>
                </c:pt>
                <c:pt idx="265">
                  <c:v>0.66500000000000004</c:v>
                </c:pt>
                <c:pt idx="266">
                  <c:v>0.66600000000000004</c:v>
                </c:pt>
                <c:pt idx="267">
                  <c:v>0.66700000000000004</c:v>
                </c:pt>
                <c:pt idx="268">
                  <c:v>0.66800000000000004</c:v>
                </c:pt>
                <c:pt idx="269">
                  <c:v>0.66900000000000004</c:v>
                </c:pt>
                <c:pt idx="270">
                  <c:v>0.67</c:v>
                </c:pt>
                <c:pt idx="271">
                  <c:v>0.67100000000000004</c:v>
                </c:pt>
                <c:pt idx="272">
                  <c:v>0.67200000000000004</c:v>
                </c:pt>
                <c:pt idx="273">
                  <c:v>0.67300000000000004</c:v>
                </c:pt>
                <c:pt idx="274">
                  <c:v>0.67400000000000004</c:v>
                </c:pt>
                <c:pt idx="275">
                  <c:v>0.67500000000000004</c:v>
                </c:pt>
                <c:pt idx="276">
                  <c:v>0.67600000000000005</c:v>
                </c:pt>
                <c:pt idx="277">
                  <c:v>0.67700000000000005</c:v>
                </c:pt>
                <c:pt idx="278">
                  <c:v>0.67800000000000005</c:v>
                </c:pt>
                <c:pt idx="279">
                  <c:v>0.67900000000000005</c:v>
                </c:pt>
                <c:pt idx="280">
                  <c:v>0.68</c:v>
                </c:pt>
                <c:pt idx="281">
                  <c:v>0.68100000000000005</c:v>
                </c:pt>
                <c:pt idx="282">
                  <c:v>0.68200000000000005</c:v>
                </c:pt>
                <c:pt idx="283">
                  <c:v>0.68300000000000005</c:v>
                </c:pt>
                <c:pt idx="284">
                  <c:v>0.68400000000000005</c:v>
                </c:pt>
                <c:pt idx="285">
                  <c:v>0.68500000000000005</c:v>
                </c:pt>
                <c:pt idx="286">
                  <c:v>0.68600000000000005</c:v>
                </c:pt>
                <c:pt idx="287">
                  <c:v>0.68700000000000006</c:v>
                </c:pt>
                <c:pt idx="288">
                  <c:v>0.68799999999999994</c:v>
                </c:pt>
                <c:pt idx="289">
                  <c:v>0.68899999999999995</c:v>
                </c:pt>
                <c:pt idx="290">
                  <c:v>0.69</c:v>
                </c:pt>
                <c:pt idx="291">
                  <c:v>0.69099999999999995</c:v>
                </c:pt>
                <c:pt idx="292">
                  <c:v>0.69199999999999995</c:v>
                </c:pt>
                <c:pt idx="293">
                  <c:v>0.69299999999999995</c:v>
                </c:pt>
                <c:pt idx="294">
                  <c:v>0.69399999999999995</c:v>
                </c:pt>
                <c:pt idx="295">
                  <c:v>0.69499999999999995</c:v>
                </c:pt>
                <c:pt idx="296">
                  <c:v>0.69599999999999995</c:v>
                </c:pt>
                <c:pt idx="297">
                  <c:v>0.69699999999999995</c:v>
                </c:pt>
                <c:pt idx="298">
                  <c:v>0.69799999999999995</c:v>
                </c:pt>
                <c:pt idx="299">
                  <c:v>0.69899999999999995</c:v>
                </c:pt>
                <c:pt idx="300">
                  <c:v>0.7</c:v>
                </c:pt>
                <c:pt idx="301">
                  <c:v>0.70099999999999996</c:v>
                </c:pt>
                <c:pt idx="302">
                  <c:v>0.70199999999999996</c:v>
                </c:pt>
                <c:pt idx="303">
                  <c:v>0.70299999999999996</c:v>
                </c:pt>
                <c:pt idx="304">
                  <c:v>0.70399999999999996</c:v>
                </c:pt>
                <c:pt idx="305">
                  <c:v>0.70499999999999996</c:v>
                </c:pt>
                <c:pt idx="306">
                  <c:v>0.70599999999999996</c:v>
                </c:pt>
                <c:pt idx="307">
                  <c:v>0.70699999999999996</c:v>
                </c:pt>
                <c:pt idx="308">
                  <c:v>0.70799999999999996</c:v>
                </c:pt>
                <c:pt idx="309">
                  <c:v>0.70899999999999996</c:v>
                </c:pt>
                <c:pt idx="310">
                  <c:v>0.71</c:v>
                </c:pt>
                <c:pt idx="311">
                  <c:v>0.71099999999999997</c:v>
                </c:pt>
                <c:pt idx="312">
                  <c:v>0.71199999999999997</c:v>
                </c:pt>
                <c:pt idx="313">
                  <c:v>0.71299999999999997</c:v>
                </c:pt>
                <c:pt idx="314">
                  <c:v>0.71399999999999997</c:v>
                </c:pt>
                <c:pt idx="315">
                  <c:v>0.71499999999999997</c:v>
                </c:pt>
                <c:pt idx="316">
                  <c:v>0.71599999999999997</c:v>
                </c:pt>
                <c:pt idx="317">
                  <c:v>0.71699999999999997</c:v>
                </c:pt>
                <c:pt idx="318">
                  <c:v>0.71799999999999997</c:v>
                </c:pt>
                <c:pt idx="319">
                  <c:v>0.71899999999999997</c:v>
                </c:pt>
                <c:pt idx="320">
                  <c:v>0.72</c:v>
                </c:pt>
                <c:pt idx="321">
                  <c:v>0.72099999999999997</c:v>
                </c:pt>
                <c:pt idx="322">
                  <c:v>0.72199999999999998</c:v>
                </c:pt>
                <c:pt idx="323">
                  <c:v>0.72299999999999998</c:v>
                </c:pt>
                <c:pt idx="324">
                  <c:v>0.72399999999999998</c:v>
                </c:pt>
                <c:pt idx="325">
                  <c:v>0.72499999999999998</c:v>
                </c:pt>
                <c:pt idx="326">
                  <c:v>0.72599999999999998</c:v>
                </c:pt>
                <c:pt idx="327">
                  <c:v>0.72699999999999998</c:v>
                </c:pt>
                <c:pt idx="328">
                  <c:v>0.72799999999999998</c:v>
                </c:pt>
                <c:pt idx="329">
                  <c:v>0.72899999999999998</c:v>
                </c:pt>
                <c:pt idx="330">
                  <c:v>0.73</c:v>
                </c:pt>
                <c:pt idx="331">
                  <c:v>0.73099999999999998</c:v>
                </c:pt>
                <c:pt idx="332">
                  <c:v>0.73199999999999998</c:v>
                </c:pt>
                <c:pt idx="333">
                  <c:v>0.73299999999999998</c:v>
                </c:pt>
                <c:pt idx="334">
                  <c:v>0.73399999999999999</c:v>
                </c:pt>
                <c:pt idx="335">
                  <c:v>0.73499999999999999</c:v>
                </c:pt>
                <c:pt idx="336">
                  <c:v>0.73599999999999999</c:v>
                </c:pt>
                <c:pt idx="337">
                  <c:v>0.73699999999999999</c:v>
                </c:pt>
                <c:pt idx="338">
                  <c:v>0.73799999999999999</c:v>
                </c:pt>
                <c:pt idx="339">
                  <c:v>0.73899999999999999</c:v>
                </c:pt>
                <c:pt idx="340">
                  <c:v>0.74</c:v>
                </c:pt>
                <c:pt idx="341">
                  <c:v>0.74099999999999999</c:v>
                </c:pt>
                <c:pt idx="342">
                  <c:v>0.74199999999999999</c:v>
                </c:pt>
                <c:pt idx="343">
                  <c:v>0.74299999999999999</c:v>
                </c:pt>
                <c:pt idx="344">
                  <c:v>0.74399999999999999</c:v>
                </c:pt>
                <c:pt idx="345">
                  <c:v>0.745</c:v>
                </c:pt>
                <c:pt idx="346">
                  <c:v>0.746</c:v>
                </c:pt>
                <c:pt idx="347">
                  <c:v>0.747</c:v>
                </c:pt>
                <c:pt idx="348">
                  <c:v>0.748</c:v>
                </c:pt>
                <c:pt idx="349">
                  <c:v>0.749</c:v>
                </c:pt>
                <c:pt idx="350">
                  <c:v>0.75</c:v>
                </c:pt>
                <c:pt idx="351">
                  <c:v>0.751</c:v>
                </c:pt>
                <c:pt idx="352">
                  <c:v>0.752</c:v>
                </c:pt>
                <c:pt idx="353">
                  <c:v>0.753</c:v>
                </c:pt>
                <c:pt idx="354">
                  <c:v>0.754</c:v>
                </c:pt>
                <c:pt idx="355">
                  <c:v>0.755</c:v>
                </c:pt>
                <c:pt idx="356">
                  <c:v>0.75600000000000001</c:v>
                </c:pt>
                <c:pt idx="357">
                  <c:v>0.75700000000000001</c:v>
                </c:pt>
                <c:pt idx="358">
                  <c:v>0.75800000000000001</c:v>
                </c:pt>
                <c:pt idx="359">
                  <c:v>0.75900000000000001</c:v>
                </c:pt>
                <c:pt idx="360">
                  <c:v>0.76</c:v>
                </c:pt>
                <c:pt idx="361">
                  <c:v>0.76100000000000001</c:v>
                </c:pt>
                <c:pt idx="362">
                  <c:v>0.76200000000000001</c:v>
                </c:pt>
                <c:pt idx="363">
                  <c:v>0.76300000000000001</c:v>
                </c:pt>
                <c:pt idx="364">
                  <c:v>0.76400000000000001</c:v>
                </c:pt>
                <c:pt idx="365">
                  <c:v>0.76500000000000001</c:v>
                </c:pt>
                <c:pt idx="366">
                  <c:v>0.76600000000000001</c:v>
                </c:pt>
                <c:pt idx="367">
                  <c:v>0.76700000000000002</c:v>
                </c:pt>
                <c:pt idx="368">
                  <c:v>0.76800000000000002</c:v>
                </c:pt>
                <c:pt idx="369">
                  <c:v>0.76900000000000002</c:v>
                </c:pt>
                <c:pt idx="370">
                  <c:v>0.77</c:v>
                </c:pt>
                <c:pt idx="371">
                  <c:v>0.77100000000000002</c:v>
                </c:pt>
                <c:pt idx="372">
                  <c:v>0.77200000000000002</c:v>
                </c:pt>
                <c:pt idx="373">
                  <c:v>0.77300000000000002</c:v>
                </c:pt>
                <c:pt idx="374">
                  <c:v>0.77400000000000002</c:v>
                </c:pt>
                <c:pt idx="375">
                  <c:v>0.77500000000000002</c:v>
                </c:pt>
                <c:pt idx="376">
                  <c:v>0.77600000000000002</c:v>
                </c:pt>
                <c:pt idx="377">
                  <c:v>0.77700000000000002</c:v>
                </c:pt>
                <c:pt idx="378">
                  <c:v>0.77800000000000002</c:v>
                </c:pt>
                <c:pt idx="379">
                  <c:v>0.77900000000000003</c:v>
                </c:pt>
                <c:pt idx="380">
                  <c:v>0.78</c:v>
                </c:pt>
                <c:pt idx="381">
                  <c:v>0.78100000000000003</c:v>
                </c:pt>
                <c:pt idx="382">
                  <c:v>0.78200000000000003</c:v>
                </c:pt>
                <c:pt idx="383">
                  <c:v>0.78300000000000003</c:v>
                </c:pt>
                <c:pt idx="384">
                  <c:v>0.78400000000000003</c:v>
                </c:pt>
                <c:pt idx="385">
                  <c:v>0.78500000000000003</c:v>
                </c:pt>
                <c:pt idx="386">
                  <c:v>0.78600000000000003</c:v>
                </c:pt>
                <c:pt idx="387">
                  <c:v>0.78700000000000003</c:v>
                </c:pt>
                <c:pt idx="388">
                  <c:v>0.78800000000000003</c:v>
                </c:pt>
                <c:pt idx="389">
                  <c:v>0.78900000000000003</c:v>
                </c:pt>
                <c:pt idx="390">
                  <c:v>0.79</c:v>
                </c:pt>
                <c:pt idx="391">
                  <c:v>0.79100000000000004</c:v>
                </c:pt>
                <c:pt idx="392">
                  <c:v>0.79200000000000004</c:v>
                </c:pt>
                <c:pt idx="393">
                  <c:v>0.79300000000000004</c:v>
                </c:pt>
                <c:pt idx="394">
                  <c:v>0.79400000000000004</c:v>
                </c:pt>
                <c:pt idx="395">
                  <c:v>0.79500000000000004</c:v>
                </c:pt>
                <c:pt idx="396">
                  <c:v>0.79600000000000004</c:v>
                </c:pt>
                <c:pt idx="397">
                  <c:v>0.79700000000000004</c:v>
                </c:pt>
                <c:pt idx="398">
                  <c:v>0.79800000000000004</c:v>
                </c:pt>
                <c:pt idx="399">
                  <c:v>0.79900000000000004</c:v>
                </c:pt>
                <c:pt idx="400">
                  <c:v>0.8</c:v>
                </c:pt>
                <c:pt idx="401">
                  <c:v>0.80100000000000005</c:v>
                </c:pt>
                <c:pt idx="402">
                  <c:v>0.80200000000000005</c:v>
                </c:pt>
                <c:pt idx="403">
                  <c:v>0.80300000000000005</c:v>
                </c:pt>
                <c:pt idx="404">
                  <c:v>0.80400000000000005</c:v>
                </c:pt>
                <c:pt idx="405">
                  <c:v>0.80500000000000005</c:v>
                </c:pt>
                <c:pt idx="406">
                  <c:v>0.80600000000000005</c:v>
                </c:pt>
                <c:pt idx="407">
                  <c:v>0.80700000000000005</c:v>
                </c:pt>
                <c:pt idx="408">
                  <c:v>0.80800000000000005</c:v>
                </c:pt>
                <c:pt idx="409">
                  <c:v>0.80900000000000005</c:v>
                </c:pt>
                <c:pt idx="410">
                  <c:v>0.81</c:v>
                </c:pt>
                <c:pt idx="411">
                  <c:v>0.81100000000000005</c:v>
                </c:pt>
                <c:pt idx="412">
                  <c:v>0.81200000000000006</c:v>
                </c:pt>
                <c:pt idx="413">
                  <c:v>0.81299999999999994</c:v>
                </c:pt>
                <c:pt idx="414">
                  <c:v>0.81399999999999995</c:v>
                </c:pt>
                <c:pt idx="415">
                  <c:v>0.81499999999999995</c:v>
                </c:pt>
                <c:pt idx="416">
                  <c:v>0.81599999999999995</c:v>
                </c:pt>
                <c:pt idx="417">
                  <c:v>0.81699999999999995</c:v>
                </c:pt>
                <c:pt idx="418">
                  <c:v>0.81799999999999995</c:v>
                </c:pt>
                <c:pt idx="419">
                  <c:v>0.81899999999999995</c:v>
                </c:pt>
                <c:pt idx="420">
                  <c:v>0.82</c:v>
                </c:pt>
                <c:pt idx="421">
                  <c:v>0.82099999999999995</c:v>
                </c:pt>
                <c:pt idx="422">
                  <c:v>0.82199999999999995</c:v>
                </c:pt>
                <c:pt idx="423">
                  <c:v>0.82299999999999995</c:v>
                </c:pt>
                <c:pt idx="424">
                  <c:v>0.82399999999999995</c:v>
                </c:pt>
                <c:pt idx="425">
                  <c:v>0.82499999999999996</c:v>
                </c:pt>
                <c:pt idx="426">
                  <c:v>0.82599999999999996</c:v>
                </c:pt>
                <c:pt idx="427">
                  <c:v>0.82699999999999996</c:v>
                </c:pt>
                <c:pt idx="428">
                  <c:v>0.82799999999999996</c:v>
                </c:pt>
                <c:pt idx="429">
                  <c:v>0.82899999999999996</c:v>
                </c:pt>
                <c:pt idx="430">
                  <c:v>0.83</c:v>
                </c:pt>
                <c:pt idx="431">
                  <c:v>0.83099999999999996</c:v>
                </c:pt>
                <c:pt idx="432">
                  <c:v>0.83199999999999996</c:v>
                </c:pt>
                <c:pt idx="433">
                  <c:v>0.83299999999999996</c:v>
                </c:pt>
                <c:pt idx="434">
                  <c:v>0.83399999999999996</c:v>
                </c:pt>
                <c:pt idx="435">
                  <c:v>0.83499999999999996</c:v>
                </c:pt>
                <c:pt idx="436">
                  <c:v>0.83599999999999997</c:v>
                </c:pt>
                <c:pt idx="437">
                  <c:v>0.83699999999999997</c:v>
                </c:pt>
                <c:pt idx="438">
                  <c:v>0.83799999999999997</c:v>
                </c:pt>
                <c:pt idx="439">
                  <c:v>0.83899999999999997</c:v>
                </c:pt>
                <c:pt idx="440">
                  <c:v>0.84</c:v>
                </c:pt>
                <c:pt idx="441">
                  <c:v>0.84099999999999997</c:v>
                </c:pt>
                <c:pt idx="442">
                  <c:v>0.84199999999999997</c:v>
                </c:pt>
                <c:pt idx="443">
                  <c:v>0.84299999999999997</c:v>
                </c:pt>
                <c:pt idx="444">
                  <c:v>0.84399999999999997</c:v>
                </c:pt>
                <c:pt idx="445">
                  <c:v>0.84499999999999997</c:v>
                </c:pt>
                <c:pt idx="446">
                  <c:v>0.84599999999999997</c:v>
                </c:pt>
                <c:pt idx="447">
                  <c:v>0.84699999999999998</c:v>
                </c:pt>
                <c:pt idx="448">
                  <c:v>0.84799999999999998</c:v>
                </c:pt>
                <c:pt idx="449">
                  <c:v>0.84899999999999998</c:v>
                </c:pt>
                <c:pt idx="450">
                  <c:v>0.85</c:v>
                </c:pt>
                <c:pt idx="451">
                  <c:v>0.85099999999999998</c:v>
                </c:pt>
                <c:pt idx="452">
                  <c:v>0.85199999999999998</c:v>
                </c:pt>
                <c:pt idx="453">
                  <c:v>0.85299999999999998</c:v>
                </c:pt>
                <c:pt idx="454">
                  <c:v>0.85399999999999998</c:v>
                </c:pt>
                <c:pt idx="455">
                  <c:v>0.85499999999999998</c:v>
                </c:pt>
                <c:pt idx="456">
                  <c:v>0.85599999999999998</c:v>
                </c:pt>
                <c:pt idx="457">
                  <c:v>0.85699999999999998</c:v>
                </c:pt>
                <c:pt idx="458">
                  <c:v>0.85799999999999998</c:v>
                </c:pt>
                <c:pt idx="459">
                  <c:v>0.85899999999999999</c:v>
                </c:pt>
                <c:pt idx="460">
                  <c:v>0.86</c:v>
                </c:pt>
                <c:pt idx="461">
                  <c:v>0.86099999999999999</c:v>
                </c:pt>
                <c:pt idx="462">
                  <c:v>0.86199999999999999</c:v>
                </c:pt>
                <c:pt idx="463">
                  <c:v>0.86299999999999999</c:v>
                </c:pt>
                <c:pt idx="464">
                  <c:v>0.86399999999999999</c:v>
                </c:pt>
                <c:pt idx="465">
                  <c:v>0.86499999999999999</c:v>
                </c:pt>
                <c:pt idx="466">
                  <c:v>0.86599999999999999</c:v>
                </c:pt>
                <c:pt idx="467">
                  <c:v>0.86699999999999999</c:v>
                </c:pt>
                <c:pt idx="468">
                  <c:v>0.86799999999999999</c:v>
                </c:pt>
                <c:pt idx="469">
                  <c:v>0.86899999999999999</c:v>
                </c:pt>
                <c:pt idx="470">
                  <c:v>0.87</c:v>
                </c:pt>
                <c:pt idx="471">
                  <c:v>0.871</c:v>
                </c:pt>
                <c:pt idx="472">
                  <c:v>0.872</c:v>
                </c:pt>
                <c:pt idx="473">
                  <c:v>0.873</c:v>
                </c:pt>
                <c:pt idx="474">
                  <c:v>0.874</c:v>
                </c:pt>
                <c:pt idx="475">
                  <c:v>0.875</c:v>
                </c:pt>
                <c:pt idx="476">
                  <c:v>0.876</c:v>
                </c:pt>
                <c:pt idx="477">
                  <c:v>0.877</c:v>
                </c:pt>
                <c:pt idx="478">
                  <c:v>0.878</c:v>
                </c:pt>
                <c:pt idx="479">
                  <c:v>0.879</c:v>
                </c:pt>
                <c:pt idx="480">
                  <c:v>0.88</c:v>
                </c:pt>
                <c:pt idx="481">
                  <c:v>0.88100000000000001</c:v>
                </c:pt>
                <c:pt idx="482">
                  <c:v>0.88200000000000001</c:v>
                </c:pt>
                <c:pt idx="483">
                  <c:v>0.88300000000000001</c:v>
                </c:pt>
                <c:pt idx="484">
                  <c:v>0.88400000000000001</c:v>
                </c:pt>
                <c:pt idx="485">
                  <c:v>0.88500000000000001</c:v>
                </c:pt>
                <c:pt idx="486">
                  <c:v>0.88600000000000001</c:v>
                </c:pt>
                <c:pt idx="487">
                  <c:v>0.88700000000000001</c:v>
                </c:pt>
                <c:pt idx="488">
                  <c:v>0.88800000000000001</c:v>
                </c:pt>
                <c:pt idx="489">
                  <c:v>0.88900000000000001</c:v>
                </c:pt>
                <c:pt idx="490">
                  <c:v>0.89</c:v>
                </c:pt>
                <c:pt idx="491">
                  <c:v>0.89100000000000001</c:v>
                </c:pt>
                <c:pt idx="492">
                  <c:v>0.89200000000000002</c:v>
                </c:pt>
                <c:pt idx="493">
                  <c:v>0.89300000000000002</c:v>
                </c:pt>
                <c:pt idx="494">
                  <c:v>0.89400000000000002</c:v>
                </c:pt>
                <c:pt idx="495">
                  <c:v>0.89500000000000002</c:v>
                </c:pt>
                <c:pt idx="496">
                  <c:v>0.89600000000000002</c:v>
                </c:pt>
                <c:pt idx="497">
                  <c:v>0.89700000000000002</c:v>
                </c:pt>
                <c:pt idx="498">
                  <c:v>0.89800000000000002</c:v>
                </c:pt>
                <c:pt idx="499">
                  <c:v>0.89900000000000002</c:v>
                </c:pt>
                <c:pt idx="500">
                  <c:v>0.9</c:v>
                </c:pt>
                <c:pt idx="501">
                  <c:v>0.90100000000000002</c:v>
                </c:pt>
                <c:pt idx="502">
                  <c:v>0.90200000000000002</c:v>
                </c:pt>
                <c:pt idx="503">
                  <c:v>0.90300000000000002</c:v>
                </c:pt>
                <c:pt idx="504">
                  <c:v>0.90400000000000003</c:v>
                </c:pt>
                <c:pt idx="505">
                  <c:v>0.90500000000000003</c:v>
                </c:pt>
                <c:pt idx="506">
                  <c:v>0.90600000000000003</c:v>
                </c:pt>
                <c:pt idx="507">
                  <c:v>0.90700000000000003</c:v>
                </c:pt>
                <c:pt idx="508">
                  <c:v>0.90800000000000003</c:v>
                </c:pt>
                <c:pt idx="509">
                  <c:v>0.90900000000000003</c:v>
                </c:pt>
                <c:pt idx="510">
                  <c:v>0.91</c:v>
                </c:pt>
                <c:pt idx="511">
                  <c:v>0.91100000000000003</c:v>
                </c:pt>
                <c:pt idx="512">
                  <c:v>0.91200000000000003</c:v>
                </c:pt>
                <c:pt idx="513">
                  <c:v>0.91300000000000003</c:v>
                </c:pt>
                <c:pt idx="514">
                  <c:v>0.91400000000000003</c:v>
                </c:pt>
                <c:pt idx="515">
                  <c:v>0.91500000000000004</c:v>
                </c:pt>
                <c:pt idx="516">
                  <c:v>0.91600000000000004</c:v>
                </c:pt>
                <c:pt idx="517">
                  <c:v>0.91700000000000004</c:v>
                </c:pt>
                <c:pt idx="518">
                  <c:v>0.91800000000000004</c:v>
                </c:pt>
                <c:pt idx="519">
                  <c:v>0.91900000000000004</c:v>
                </c:pt>
                <c:pt idx="520">
                  <c:v>0.92</c:v>
                </c:pt>
                <c:pt idx="521">
                  <c:v>0.92100000000000004</c:v>
                </c:pt>
                <c:pt idx="522">
                  <c:v>0.92200000000000004</c:v>
                </c:pt>
                <c:pt idx="523">
                  <c:v>0.92300000000000004</c:v>
                </c:pt>
                <c:pt idx="524">
                  <c:v>0.92400000000000004</c:v>
                </c:pt>
                <c:pt idx="525">
                  <c:v>0.92500000000000004</c:v>
                </c:pt>
                <c:pt idx="526">
                  <c:v>0.92600000000000005</c:v>
                </c:pt>
                <c:pt idx="527">
                  <c:v>0.92700000000000005</c:v>
                </c:pt>
                <c:pt idx="528">
                  <c:v>0.92800000000000005</c:v>
                </c:pt>
                <c:pt idx="529">
                  <c:v>0.92900000000000005</c:v>
                </c:pt>
                <c:pt idx="530">
                  <c:v>0.93</c:v>
                </c:pt>
                <c:pt idx="531">
                  <c:v>0.93100000000000005</c:v>
                </c:pt>
                <c:pt idx="532">
                  <c:v>0.93200000000000005</c:v>
                </c:pt>
                <c:pt idx="533">
                  <c:v>0.93300000000000005</c:v>
                </c:pt>
                <c:pt idx="534">
                  <c:v>0.93400000000000005</c:v>
                </c:pt>
                <c:pt idx="535">
                  <c:v>0.93500000000000005</c:v>
                </c:pt>
                <c:pt idx="536">
                  <c:v>0.93600000000000005</c:v>
                </c:pt>
                <c:pt idx="537">
                  <c:v>0.93700000000000006</c:v>
                </c:pt>
                <c:pt idx="538">
                  <c:v>0.93799999999999994</c:v>
                </c:pt>
                <c:pt idx="539">
                  <c:v>0.93899999999999995</c:v>
                </c:pt>
                <c:pt idx="540">
                  <c:v>0.94</c:v>
                </c:pt>
                <c:pt idx="541">
                  <c:v>0.94099999999999995</c:v>
                </c:pt>
                <c:pt idx="542">
                  <c:v>0.94199999999999995</c:v>
                </c:pt>
                <c:pt idx="543">
                  <c:v>0.94299999999999995</c:v>
                </c:pt>
                <c:pt idx="544">
                  <c:v>0.94399999999999995</c:v>
                </c:pt>
                <c:pt idx="545">
                  <c:v>0.94499999999999995</c:v>
                </c:pt>
                <c:pt idx="546">
                  <c:v>0.94599999999999995</c:v>
                </c:pt>
                <c:pt idx="547">
                  <c:v>0.94699999999999995</c:v>
                </c:pt>
                <c:pt idx="548">
                  <c:v>0.94799999999999995</c:v>
                </c:pt>
                <c:pt idx="549">
                  <c:v>0.94899999999999995</c:v>
                </c:pt>
                <c:pt idx="550">
                  <c:v>0.95</c:v>
                </c:pt>
                <c:pt idx="551">
                  <c:v>0.95099999999999996</c:v>
                </c:pt>
                <c:pt idx="552">
                  <c:v>0.95199999999999996</c:v>
                </c:pt>
                <c:pt idx="553">
                  <c:v>0.95299999999999996</c:v>
                </c:pt>
                <c:pt idx="554">
                  <c:v>0.95399999999999996</c:v>
                </c:pt>
                <c:pt idx="555">
                  <c:v>0.95499999999999996</c:v>
                </c:pt>
                <c:pt idx="556">
                  <c:v>0.95599999999999996</c:v>
                </c:pt>
                <c:pt idx="557">
                  <c:v>0.95699999999999996</c:v>
                </c:pt>
                <c:pt idx="558">
                  <c:v>0.95799999999999996</c:v>
                </c:pt>
                <c:pt idx="559">
                  <c:v>0.95899999999999996</c:v>
                </c:pt>
                <c:pt idx="560">
                  <c:v>0.96</c:v>
                </c:pt>
                <c:pt idx="561">
                  <c:v>0.96099999999999997</c:v>
                </c:pt>
                <c:pt idx="562">
                  <c:v>0.96199999999999997</c:v>
                </c:pt>
                <c:pt idx="563">
                  <c:v>0.96299999999999997</c:v>
                </c:pt>
                <c:pt idx="564">
                  <c:v>0.96399999999999997</c:v>
                </c:pt>
                <c:pt idx="565">
                  <c:v>0.96499999999999997</c:v>
                </c:pt>
                <c:pt idx="566">
                  <c:v>0.96599999999999997</c:v>
                </c:pt>
                <c:pt idx="567">
                  <c:v>0.96699999999999997</c:v>
                </c:pt>
                <c:pt idx="568">
                  <c:v>0.96799999999999997</c:v>
                </c:pt>
                <c:pt idx="569">
                  <c:v>0.96899999999999997</c:v>
                </c:pt>
                <c:pt idx="570">
                  <c:v>0.97</c:v>
                </c:pt>
                <c:pt idx="571">
                  <c:v>0.97099999999999997</c:v>
                </c:pt>
                <c:pt idx="572">
                  <c:v>0.97199999999999998</c:v>
                </c:pt>
                <c:pt idx="573">
                  <c:v>0.97299999999999998</c:v>
                </c:pt>
                <c:pt idx="574">
                  <c:v>0.97399999999999998</c:v>
                </c:pt>
                <c:pt idx="575">
                  <c:v>0.97499999999999998</c:v>
                </c:pt>
                <c:pt idx="576">
                  <c:v>0.97599999999999998</c:v>
                </c:pt>
                <c:pt idx="577">
                  <c:v>0.97699999999999998</c:v>
                </c:pt>
                <c:pt idx="578">
                  <c:v>0.97799999999999998</c:v>
                </c:pt>
                <c:pt idx="579">
                  <c:v>0.97899999999999998</c:v>
                </c:pt>
                <c:pt idx="580">
                  <c:v>0.98</c:v>
                </c:pt>
                <c:pt idx="581">
                  <c:v>0.98099999999999998</c:v>
                </c:pt>
                <c:pt idx="582">
                  <c:v>0.98199999999999998</c:v>
                </c:pt>
                <c:pt idx="583">
                  <c:v>0.98299999999999998</c:v>
                </c:pt>
                <c:pt idx="584">
                  <c:v>0.98399999999999999</c:v>
                </c:pt>
                <c:pt idx="585">
                  <c:v>0.98499999999999999</c:v>
                </c:pt>
                <c:pt idx="586">
                  <c:v>0.98599999999999999</c:v>
                </c:pt>
                <c:pt idx="587">
                  <c:v>0.98699999999999999</c:v>
                </c:pt>
                <c:pt idx="588">
                  <c:v>0.98799999999999999</c:v>
                </c:pt>
                <c:pt idx="589">
                  <c:v>0.98899999999999999</c:v>
                </c:pt>
                <c:pt idx="590">
                  <c:v>0.99</c:v>
                </c:pt>
                <c:pt idx="591">
                  <c:v>0.99099999999999999</c:v>
                </c:pt>
                <c:pt idx="592">
                  <c:v>0.99199999999999999</c:v>
                </c:pt>
                <c:pt idx="593">
                  <c:v>0.99299999999999999</c:v>
                </c:pt>
                <c:pt idx="594">
                  <c:v>0.99399999999999999</c:v>
                </c:pt>
                <c:pt idx="595">
                  <c:v>0.995</c:v>
                </c:pt>
                <c:pt idx="596">
                  <c:v>0.996</c:v>
                </c:pt>
                <c:pt idx="597">
                  <c:v>0.997</c:v>
                </c:pt>
                <c:pt idx="598">
                  <c:v>0.998</c:v>
                </c:pt>
                <c:pt idx="599">
                  <c:v>0.999</c:v>
                </c:pt>
                <c:pt idx="600">
                  <c:v>1</c:v>
                </c:pt>
                <c:pt idx="601">
                  <c:v>1.0009999999999999</c:v>
                </c:pt>
                <c:pt idx="602">
                  <c:v>1.002</c:v>
                </c:pt>
                <c:pt idx="603">
                  <c:v>1.0029999999999999</c:v>
                </c:pt>
                <c:pt idx="604">
                  <c:v>1.004</c:v>
                </c:pt>
                <c:pt idx="605">
                  <c:v>1.0049999999999999</c:v>
                </c:pt>
                <c:pt idx="606">
                  <c:v>1.006</c:v>
                </c:pt>
                <c:pt idx="607">
                  <c:v>1.0069999999999999</c:v>
                </c:pt>
                <c:pt idx="608">
                  <c:v>1.008</c:v>
                </c:pt>
                <c:pt idx="609">
                  <c:v>1.0089999999999999</c:v>
                </c:pt>
                <c:pt idx="610">
                  <c:v>1.01</c:v>
                </c:pt>
                <c:pt idx="611">
                  <c:v>1.0109999999999999</c:v>
                </c:pt>
                <c:pt idx="612">
                  <c:v>1.012</c:v>
                </c:pt>
                <c:pt idx="613">
                  <c:v>1.0129999999999999</c:v>
                </c:pt>
                <c:pt idx="614">
                  <c:v>1.014</c:v>
                </c:pt>
                <c:pt idx="615">
                  <c:v>1.0149999999999999</c:v>
                </c:pt>
                <c:pt idx="616">
                  <c:v>1.016</c:v>
                </c:pt>
                <c:pt idx="617">
                  <c:v>1.0169999999999999</c:v>
                </c:pt>
                <c:pt idx="618">
                  <c:v>1.018</c:v>
                </c:pt>
                <c:pt idx="619">
                  <c:v>1.0189999999999999</c:v>
                </c:pt>
                <c:pt idx="620">
                  <c:v>1.02</c:v>
                </c:pt>
                <c:pt idx="621">
                  <c:v>1.0209999999999999</c:v>
                </c:pt>
                <c:pt idx="622">
                  <c:v>1.022</c:v>
                </c:pt>
                <c:pt idx="623">
                  <c:v>1.0229999999999999</c:v>
                </c:pt>
                <c:pt idx="624">
                  <c:v>1.024</c:v>
                </c:pt>
                <c:pt idx="625">
                  <c:v>1.0249999999999999</c:v>
                </c:pt>
                <c:pt idx="626">
                  <c:v>1.026</c:v>
                </c:pt>
                <c:pt idx="627">
                  <c:v>1.0269999999999999</c:v>
                </c:pt>
                <c:pt idx="628">
                  <c:v>1.028</c:v>
                </c:pt>
                <c:pt idx="629">
                  <c:v>1.0289999999999999</c:v>
                </c:pt>
                <c:pt idx="630">
                  <c:v>1.03</c:v>
                </c:pt>
                <c:pt idx="631">
                  <c:v>1.0309999999999999</c:v>
                </c:pt>
                <c:pt idx="632">
                  <c:v>1.032</c:v>
                </c:pt>
                <c:pt idx="633">
                  <c:v>1.0329999999999999</c:v>
                </c:pt>
                <c:pt idx="634">
                  <c:v>1.034</c:v>
                </c:pt>
                <c:pt idx="635">
                  <c:v>1.0349999999999999</c:v>
                </c:pt>
                <c:pt idx="636">
                  <c:v>1.036</c:v>
                </c:pt>
                <c:pt idx="637">
                  <c:v>1.0369999999999999</c:v>
                </c:pt>
                <c:pt idx="638">
                  <c:v>1.038</c:v>
                </c:pt>
                <c:pt idx="639">
                  <c:v>1.0389999999999999</c:v>
                </c:pt>
                <c:pt idx="640">
                  <c:v>1.04</c:v>
                </c:pt>
                <c:pt idx="641">
                  <c:v>1.0409999999999999</c:v>
                </c:pt>
                <c:pt idx="642">
                  <c:v>1.042</c:v>
                </c:pt>
                <c:pt idx="643">
                  <c:v>1.0429999999999999</c:v>
                </c:pt>
                <c:pt idx="644">
                  <c:v>1.044</c:v>
                </c:pt>
                <c:pt idx="645">
                  <c:v>1.0449999999999999</c:v>
                </c:pt>
                <c:pt idx="646">
                  <c:v>1.046</c:v>
                </c:pt>
                <c:pt idx="647">
                  <c:v>1.0469999999999999</c:v>
                </c:pt>
                <c:pt idx="648">
                  <c:v>1.048</c:v>
                </c:pt>
                <c:pt idx="649">
                  <c:v>1.0489999999999999</c:v>
                </c:pt>
                <c:pt idx="650">
                  <c:v>1.05</c:v>
                </c:pt>
                <c:pt idx="651">
                  <c:v>1.0509999999999999</c:v>
                </c:pt>
                <c:pt idx="652">
                  <c:v>1.052</c:v>
                </c:pt>
                <c:pt idx="653">
                  <c:v>1.0529999999999999</c:v>
                </c:pt>
                <c:pt idx="654">
                  <c:v>1.054</c:v>
                </c:pt>
                <c:pt idx="655">
                  <c:v>1.0549999999999999</c:v>
                </c:pt>
                <c:pt idx="656">
                  <c:v>1.056</c:v>
                </c:pt>
                <c:pt idx="657">
                  <c:v>1.0569999999999999</c:v>
                </c:pt>
                <c:pt idx="658">
                  <c:v>1.0580000000000001</c:v>
                </c:pt>
                <c:pt idx="659">
                  <c:v>1.0589999999999999</c:v>
                </c:pt>
                <c:pt idx="660">
                  <c:v>1.06</c:v>
                </c:pt>
                <c:pt idx="661">
                  <c:v>1.0609999999999999</c:v>
                </c:pt>
                <c:pt idx="662">
                  <c:v>1.0620000000000001</c:v>
                </c:pt>
                <c:pt idx="663">
                  <c:v>1.0629999999999999</c:v>
                </c:pt>
                <c:pt idx="664">
                  <c:v>1.0640000000000001</c:v>
                </c:pt>
                <c:pt idx="665">
                  <c:v>1.0649999999999999</c:v>
                </c:pt>
                <c:pt idx="666">
                  <c:v>1.0660000000000001</c:v>
                </c:pt>
                <c:pt idx="667">
                  <c:v>1.0669999999999999</c:v>
                </c:pt>
                <c:pt idx="668">
                  <c:v>1.0680000000000001</c:v>
                </c:pt>
                <c:pt idx="669">
                  <c:v>1.069</c:v>
                </c:pt>
                <c:pt idx="670">
                  <c:v>1.07</c:v>
                </c:pt>
                <c:pt idx="671">
                  <c:v>1.071</c:v>
                </c:pt>
                <c:pt idx="672">
                  <c:v>1.0720000000000001</c:v>
                </c:pt>
                <c:pt idx="673">
                  <c:v>1.073</c:v>
                </c:pt>
                <c:pt idx="674">
                  <c:v>1.0740000000000001</c:v>
                </c:pt>
                <c:pt idx="675">
                  <c:v>1.075</c:v>
                </c:pt>
                <c:pt idx="676">
                  <c:v>1.0760000000000001</c:v>
                </c:pt>
                <c:pt idx="677">
                  <c:v>1.077</c:v>
                </c:pt>
                <c:pt idx="678">
                  <c:v>1.0780000000000001</c:v>
                </c:pt>
                <c:pt idx="679">
                  <c:v>1.079</c:v>
                </c:pt>
                <c:pt idx="680">
                  <c:v>1.08</c:v>
                </c:pt>
                <c:pt idx="681">
                  <c:v>1.081</c:v>
                </c:pt>
                <c:pt idx="682">
                  <c:v>1.0820000000000001</c:v>
                </c:pt>
                <c:pt idx="683">
                  <c:v>1.083</c:v>
                </c:pt>
                <c:pt idx="684">
                  <c:v>1.0840000000000001</c:v>
                </c:pt>
                <c:pt idx="685">
                  <c:v>1.085</c:v>
                </c:pt>
                <c:pt idx="686">
                  <c:v>1.0860000000000001</c:v>
                </c:pt>
                <c:pt idx="687">
                  <c:v>1.087</c:v>
                </c:pt>
                <c:pt idx="688">
                  <c:v>1.0880000000000001</c:v>
                </c:pt>
                <c:pt idx="689">
                  <c:v>1.089</c:v>
                </c:pt>
                <c:pt idx="690">
                  <c:v>1.0900000000000001</c:v>
                </c:pt>
                <c:pt idx="691">
                  <c:v>1.091</c:v>
                </c:pt>
                <c:pt idx="692">
                  <c:v>1.0920000000000001</c:v>
                </c:pt>
                <c:pt idx="693">
                  <c:v>1.093</c:v>
                </c:pt>
                <c:pt idx="694">
                  <c:v>1.0940000000000001</c:v>
                </c:pt>
                <c:pt idx="695">
                  <c:v>1.095</c:v>
                </c:pt>
                <c:pt idx="696">
                  <c:v>1.0960000000000001</c:v>
                </c:pt>
                <c:pt idx="697">
                  <c:v>1.097</c:v>
                </c:pt>
                <c:pt idx="698">
                  <c:v>1.0980000000000001</c:v>
                </c:pt>
                <c:pt idx="699">
                  <c:v>1.099</c:v>
                </c:pt>
                <c:pt idx="700">
                  <c:v>1.1000000000000001</c:v>
                </c:pt>
                <c:pt idx="701">
                  <c:v>1.101</c:v>
                </c:pt>
                <c:pt idx="702">
                  <c:v>1.1020000000000001</c:v>
                </c:pt>
                <c:pt idx="703">
                  <c:v>1.103</c:v>
                </c:pt>
                <c:pt idx="704">
                  <c:v>1.1040000000000001</c:v>
                </c:pt>
                <c:pt idx="705">
                  <c:v>1.105</c:v>
                </c:pt>
                <c:pt idx="706">
                  <c:v>1.1060000000000001</c:v>
                </c:pt>
                <c:pt idx="707">
                  <c:v>1.107</c:v>
                </c:pt>
                <c:pt idx="708">
                  <c:v>1.1080000000000001</c:v>
                </c:pt>
                <c:pt idx="709">
                  <c:v>1.109</c:v>
                </c:pt>
                <c:pt idx="710">
                  <c:v>1.1100000000000001</c:v>
                </c:pt>
                <c:pt idx="711">
                  <c:v>1.111</c:v>
                </c:pt>
                <c:pt idx="712">
                  <c:v>1.1120000000000001</c:v>
                </c:pt>
                <c:pt idx="713">
                  <c:v>1.113</c:v>
                </c:pt>
                <c:pt idx="714">
                  <c:v>1.1140000000000001</c:v>
                </c:pt>
                <c:pt idx="715">
                  <c:v>1.115</c:v>
                </c:pt>
                <c:pt idx="716">
                  <c:v>1.1160000000000001</c:v>
                </c:pt>
                <c:pt idx="717">
                  <c:v>1.117</c:v>
                </c:pt>
                <c:pt idx="718">
                  <c:v>1.1180000000000001</c:v>
                </c:pt>
                <c:pt idx="719">
                  <c:v>1.119</c:v>
                </c:pt>
                <c:pt idx="720">
                  <c:v>1.1200000000000001</c:v>
                </c:pt>
                <c:pt idx="721">
                  <c:v>1.121</c:v>
                </c:pt>
                <c:pt idx="722">
                  <c:v>1.1220000000000001</c:v>
                </c:pt>
                <c:pt idx="723">
                  <c:v>1.123</c:v>
                </c:pt>
                <c:pt idx="724">
                  <c:v>1.1240000000000001</c:v>
                </c:pt>
                <c:pt idx="725">
                  <c:v>1.125</c:v>
                </c:pt>
                <c:pt idx="726">
                  <c:v>1.1259999999999999</c:v>
                </c:pt>
                <c:pt idx="727">
                  <c:v>1.127</c:v>
                </c:pt>
                <c:pt idx="728">
                  <c:v>1.1279999999999999</c:v>
                </c:pt>
                <c:pt idx="729">
                  <c:v>1.129</c:v>
                </c:pt>
                <c:pt idx="730">
                  <c:v>1.1299999999999999</c:v>
                </c:pt>
                <c:pt idx="731">
                  <c:v>1.131</c:v>
                </c:pt>
                <c:pt idx="732">
                  <c:v>1.1319999999999999</c:v>
                </c:pt>
                <c:pt idx="733">
                  <c:v>1.133</c:v>
                </c:pt>
                <c:pt idx="734">
                  <c:v>1.1339999999999999</c:v>
                </c:pt>
                <c:pt idx="735">
                  <c:v>1.135</c:v>
                </c:pt>
                <c:pt idx="736">
                  <c:v>1.1359999999999999</c:v>
                </c:pt>
                <c:pt idx="737">
                  <c:v>1.137</c:v>
                </c:pt>
                <c:pt idx="738">
                  <c:v>1.1379999999999999</c:v>
                </c:pt>
                <c:pt idx="739">
                  <c:v>1.139</c:v>
                </c:pt>
                <c:pt idx="740">
                  <c:v>1.1399999999999999</c:v>
                </c:pt>
                <c:pt idx="741">
                  <c:v>1.141</c:v>
                </c:pt>
                <c:pt idx="742">
                  <c:v>1.1419999999999999</c:v>
                </c:pt>
                <c:pt idx="743">
                  <c:v>1.143</c:v>
                </c:pt>
                <c:pt idx="744">
                  <c:v>1.1439999999999999</c:v>
                </c:pt>
                <c:pt idx="745">
                  <c:v>1.145</c:v>
                </c:pt>
                <c:pt idx="746">
                  <c:v>1.1459999999999999</c:v>
                </c:pt>
                <c:pt idx="747">
                  <c:v>1.147</c:v>
                </c:pt>
                <c:pt idx="748">
                  <c:v>1.1479999999999999</c:v>
                </c:pt>
                <c:pt idx="749">
                  <c:v>1.149</c:v>
                </c:pt>
                <c:pt idx="750">
                  <c:v>1.1499999999999999</c:v>
                </c:pt>
                <c:pt idx="751">
                  <c:v>1.151</c:v>
                </c:pt>
                <c:pt idx="752">
                  <c:v>1.1519999999999999</c:v>
                </c:pt>
                <c:pt idx="753">
                  <c:v>1.153</c:v>
                </c:pt>
                <c:pt idx="754">
                  <c:v>1.1539999999999999</c:v>
                </c:pt>
                <c:pt idx="755">
                  <c:v>1.155</c:v>
                </c:pt>
                <c:pt idx="756">
                  <c:v>1.1559999999999999</c:v>
                </c:pt>
                <c:pt idx="757">
                  <c:v>1.157</c:v>
                </c:pt>
                <c:pt idx="758">
                  <c:v>1.1579999999999999</c:v>
                </c:pt>
                <c:pt idx="759">
                  <c:v>1.159</c:v>
                </c:pt>
                <c:pt idx="760">
                  <c:v>1.1599999999999999</c:v>
                </c:pt>
                <c:pt idx="761">
                  <c:v>1.161</c:v>
                </c:pt>
                <c:pt idx="762">
                  <c:v>1.1619999999999999</c:v>
                </c:pt>
                <c:pt idx="763">
                  <c:v>1.163</c:v>
                </c:pt>
                <c:pt idx="764">
                  <c:v>1.1639999999999999</c:v>
                </c:pt>
                <c:pt idx="765">
                  <c:v>1.165</c:v>
                </c:pt>
                <c:pt idx="766">
                  <c:v>1.1659999999999999</c:v>
                </c:pt>
                <c:pt idx="767">
                  <c:v>1.167</c:v>
                </c:pt>
                <c:pt idx="768">
                  <c:v>1.1679999999999999</c:v>
                </c:pt>
                <c:pt idx="769">
                  <c:v>1.169</c:v>
                </c:pt>
                <c:pt idx="770">
                  <c:v>1.17</c:v>
                </c:pt>
                <c:pt idx="771">
                  <c:v>1.171</c:v>
                </c:pt>
                <c:pt idx="772">
                  <c:v>1.1719999999999999</c:v>
                </c:pt>
                <c:pt idx="773">
                  <c:v>1.173</c:v>
                </c:pt>
                <c:pt idx="774">
                  <c:v>1.1739999999999999</c:v>
                </c:pt>
                <c:pt idx="775">
                  <c:v>1.175</c:v>
                </c:pt>
                <c:pt idx="776">
                  <c:v>1.1759999999999999</c:v>
                </c:pt>
                <c:pt idx="777">
                  <c:v>1.177</c:v>
                </c:pt>
                <c:pt idx="778">
                  <c:v>1.1779999999999999</c:v>
                </c:pt>
                <c:pt idx="779">
                  <c:v>1.179</c:v>
                </c:pt>
                <c:pt idx="780">
                  <c:v>1.18</c:v>
                </c:pt>
                <c:pt idx="781">
                  <c:v>1.181</c:v>
                </c:pt>
                <c:pt idx="782">
                  <c:v>1.1819999999999999</c:v>
                </c:pt>
                <c:pt idx="783">
                  <c:v>1.1830000000000001</c:v>
                </c:pt>
                <c:pt idx="784">
                  <c:v>1.1839999999999999</c:v>
                </c:pt>
                <c:pt idx="785">
                  <c:v>1.1850000000000001</c:v>
                </c:pt>
                <c:pt idx="786">
                  <c:v>1.1859999999999999</c:v>
                </c:pt>
                <c:pt idx="787">
                  <c:v>1.1870000000000001</c:v>
                </c:pt>
                <c:pt idx="788">
                  <c:v>1.1879999999999999</c:v>
                </c:pt>
                <c:pt idx="789">
                  <c:v>1.1890000000000001</c:v>
                </c:pt>
                <c:pt idx="790">
                  <c:v>1.19</c:v>
                </c:pt>
                <c:pt idx="791">
                  <c:v>1.1910000000000001</c:v>
                </c:pt>
                <c:pt idx="792">
                  <c:v>1.1919999999999999</c:v>
                </c:pt>
                <c:pt idx="793">
                  <c:v>1.1930000000000001</c:v>
                </c:pt>
                <c:pt idx="794">
                  <c:v>1.194</c:v>
                </c:pt>
                <c:pt idx="795">
                  <c:v>1.1950000000000001</c:v>
                </c:pt>
                <c:pt idx="796">
                  <c:v>1.196</c:v>
                </c:pt>
                <c:pt idx="797">
                  <c:v>1.1970000000000001</c:v>
                </c:pt>
                <c:pt idx="798">
                  <c:v>1.198</c:v>
                </c:pt>
                <c:pt idx="799">
                  <c:v>1.1990000000000001</c:v>
                </c:pt>
                <c:pt idx="800">
                  <c:v>1.2</c:v>
                </c:pt>
              </c:numCache>
            </c:numRef>
          </c:xVal>
          <c:yVal>
            <c:numRef>
              <c:f>'Chart Data'!$B$2:$B$802</c:f>
              <c:numCache>
                <c:formatCode>0</c:formatCode>
                <c:ptCount val="801"/>
                <c:pt idx="0">
                  <c:v>0.17432035566000001</c:v>
                </c:pt>
                <c:pt idx="1">
                  <c:v>0.221091535458</c:v>
                </c:pt>
                <c:pt idx="2">
                  <c:v>0.26288596754400001</c:v>
                </c:pt>
                <c:pt idx="3">
                  <c:v>0.30007784114000002</c:v>
                </c:pt>
                <c:pt idx="4">
                  <c:v>0.33301668415500002</c:v>
                </c:pt>
                <c:pt idx="5">
                  <c:v>0.36202887864900002</c:v>
                </c:pt>
                <c:pt idx="6">
                  <c:v>0.38741908712599998</c:v>
                </c:pt>
                <c:pt idx="7">
                  <c:v>0.40947159476400002</c:v>
                </c:pt>
                <c:pt idx="8">
                  <c:v>0.42845157237999998</c:v>
                </c:pt>
                <c:pt idx="9">
                  <c:v>0.44460626467800002</c:v>
                </c:pt>
                <c:pt idx="10">
                  <c:v>0.45816610805199998</c:v>
                </c:pt>
                <c:pt idx="11">
                  <c:v>0.46934578200299998</c:v>
                </c:pt>
                <c:pt idx="12">
                  <c:v>0.478345197971</c:v>
                </c:pt>
                <c:pt idx="13">
                  <c:v>0.48535042920400001</c:v>
                </c:pt>
                <c:pt idx="14">
                  <c:v>0.49053458504399999</c:v>
                </c:pt>
                <c:pt idx="15">
                  <c:v>0.49405863285399998</c:v>
                </c:pt>
                <c:pt idx="16">
                  <c:v>0.49607217061100001</c:v>
                </c:pt>
                <c:pt idx="17">
                  <c:v>0.49671415301100003</c:v>
                </c:pt>
                <c:pt idx="18">
                  <c:v>0.49611357380600002</c:v>
                </c:pt>
                <c:pt idx="19">
                  <c:v>0.49439010688399998</c:v>
                </c:pt>
                <c:pt idx="20">
                  <c:v>0.49165470852499998</c:v>
                </c:pt>
                <c:pt idx="21">
                  <c:v>0.48801018307100003</c:v>
                </c:pt>
                <c:pt idx="22">
                  <c:v>0.48355171415999998</c:v>
                </c:pt>
                <c:pt idx="23">
                  <c:v>0.47836736352800002</c:v>
                </c:pt>
                <c:pt idx="24">
                  <c:v>0.47253853928900003</c:v>
                </c:pt>
                <c:pt idx="25">
                  <c:v>0.46614043547799999</c:v>
                </c:pt>
                <c:pt idx="26">
                  <c:v>0.45924244454000002</c:v>
                </c:pt>
                <c:pt idx="27">
                  <c:v>0.45190854437200001</c:v>
                </c:pt>
                <c:pt idx="28">
                  <c:v>0.44419766140900002</c:v>
                </c:pt>
                <c:pt idx="29">
                  <c:v>0.43616401117600001</c:v>
                </c:pt>
                <c:pt idx="30">
                  <c:v>0.42785741763099999</c:v>
                </c:pt>
                <c:pt idx="31">
                  <c:v>0.41932361257</c:v>
                </c:pt>
                <c:pt idx="32">
                  <c:v>0.41060451627200001</c:v>
                </c:pt>
                <c:pt idx="33">
                  <c:v>0.40173850050299997</c:v>
                </c:pt>
                <c:pt idx="34">
                  <c:v>0.39276063492800001</c:v>
                </c:pt>
                <c:pt idx="35">
                  <c:v>0.38370291793799999</c:v>
                </c:pt>
                <c:pt idx="36">
                  <c:v>0.37459449280500001</c:v>
                </c:pt>
                <c:pt idx="37">
                  <c:v>0.36546185006300003</c:v>
                </c:pt>
                <c:pt idx="38">
                  <c:v>0.356329016946</c:v>
                </c:pt>
                <c:pt idx="39">
                  <c:v>0.34721773464200001</c:v>
                </c:pt>
                <c:pt idx="40">
                  <c:v>0.33814762413600002</c:v>
                </c:pt>
                <c:pt idx="41">
                  <c:v>0.329136341296</c:v>
                </c:pt>
                <c:pt idx="42">
                  <c:v>0.32019972188899998</c:v>
                </c:pt>
                <c:pt idx="43">
                  <c:v>0.31135191711499999</c:v>
                </c:pt>
                <c:pt idx="44">
                  <c:v>0.302605520259</c:v>
                </c:pt>
                <c:pt idx="45">
                  <c:v>0.29397168499100002</c:v>
                </c:pt>
                <c:pt idx="46">
                  <c:v>0.28546023583199998</c:v>
                </c:pt>
                <c:pt idx="47">
                  <c:v>0.27707977127299999</c:v>
                </c:pt>
                <c:pt idx="48">
                  <c:v>0.26883775999699999</c:v>
                </c:pt>
                <c:pt idx="49">
                  <c:v>0.26074063062199998</c:v>
                </c:pt>
                <c:pt idx="50">
                  <c:v>0.25279385539600002</c:v>
                </c:pt>
                <c:pt idx="51">
                  <c:v>0.245002028181</c:v>
                </c:pt>
                <c:pt idx="52">
                  <c:v>0.23736893712500001</c:v>
                </c:pt>
                <c:pt idx="53">
                  <c:v>0.22989763231900001</c:v>
                </c:pt>
                <c:pt idx="54">
                  <c:v>0.22259048877900001</c:v>
                </c:pt>
                <c:pt idx="55">
                  <c:v>0.21544926504100001</c:v>
                </c:pt>
                <c:pt idx="56">
                  <c:v>0.208475157642</c:v>
                </c:pt>
                <c:pt idx="57">
                  <c:v>0.20166885175599999</c:v>
                </c:pt>
                <c:pt idx="58">
                  <c:v>0.19503056822600001</c:v>
                </c:pt>
                <c:pt idx="59">
                  <c:v>0.188560107225</c:v>
                </c:pt>
                <c:pt idx="60">
                  <c:v>0.182256888768</c:v>
                </c:pt>
                <c:pt idx="61">
                  <c:v>0.17611999026200001</c:v>
                </c:pt>
                <c:pt idx="62">
                  <c:v>0.170148181308</c:v>
                </c:pt>
                <c:pt idx="63">
                  <c:v>0.16433995591700001</c:v>
                </c:pt>
                <c:pt idx="64">
                  <c:v>0.15869356232199999</c:v>
                </c:pt>
                <c:pt idx="65">
                  <c:v>0.15320703052599999</c:v>
                </c:pt>
                <c:pt idx="66">
                  <c:v>0.14787819776300001</c:v>
                </c:pt>
                <c:pt idx="67">
                  <c:v>0.14270473198200001</c:v>
                </c:pt>
                <c:pt idx="68">
                  <c:v>0.137684153507</c:v>
                </c:pt>
                <c:pt idx="69">
                  <c:v>0.132813854978</c:v>
                </c:pt>
                <c:pt idx="70">
                  <c:v>0.128091119709</c:v>
                </c:pt>
                <c:pt idx="71">
                  <c:v>0.123513138551</c:v>
                </c:pt>
                <c:pt idx="72">
                  <c:v>0.119077025374</c:v>
                </c:pt>
                <c:pt idx="73">
                  <c:v>0.11477983125500001</c:v>
                </c:pt>
                <c:pt idx="74">
                  <c:v>0.110618557472</c:v>
                </c:pt>
                <c:pt idx="75">
                  <c:v>0.10659016737</c:v>
                </c:pt>
                <c:pt idx="76">
                  <c:v>0.102691597201</c:v>
                </c:pt>
                <c:pt idx="77">
                  <c:v>9.8919765980999996E-2</c:v>
                </c:pt>
                <c:pt idx="78">
                  <c:v>9.5271584466700004E-2</c:v>
                </c:pt>
                <c:pt idx="79">
                  <c:v>9.1743963284100005E-2</c:v>
                </c:pt>
                <c:pt idx="80">
                  <c:v>8.8333820291200002E-2</c:v>
                </c:pt>
                <c:pt idx="81">
                  <c:v>8.5038087220699998E-2</c:v>
                </c:pt>
                <c:pt idx="82">
                  <c:v>8.1853715657699999E-2</c:v>
                </c:pt>
                <c:pt idx="83">
                  <c:v>7.8777682401100002E-2</c:v>
                </c:pt>
                <c:pt idx="84">
                  <c:v>7.5806994255499999E-2</c:v>
                </c:pt>
                <c:pt idx="85">
                  <c:v>7.2938692294900007E-2</c:v>
                </c:pt>
                <c:pt idx="86">
                  <c:v>7.0169855639700005E-2</c:v>
                </c:pt>
                <c:pt idx="87">
                  <c:v>6.7497604784000007E-2</c:v>
                </c:pt>
                <c:pt idx="88">
                  <c:v>6.4919104506700007E-2</c:v>
                </c:pt>
                <c:pt idx="89">
                  <c:v>6.2431566401599997E-2</c:v>
                </c:pt>
                <c:pt idx="90">
                  <c:v>6.0032251054700003E-2</c:v>
                </c:pt>
                <c:pt idx="91">
                  <c:v>5.7718469897800002E-2</c:v>
                </c:pt>
                <c:pt idx="92">
                  <c:v>5.54875867646E-2</c:v>
                </c:pt>
                <c:pt idx="93">
                  <c:v>5.33370191748E-2</c:v>
                </c:pt>
                <c:pt idx="94">
                  <c:v>5.1264239367299999E-2</c:v>
                </c:pt>
                <c:pt idx="95">
                  <c:v>4.9266775105700003E-2</c:v>
                </c:pt>
                <c:pt idx="96">
                  <c:v>4.7342210274999998E-2</c:v>
                </c:pt>
                <c:pt idx="97">
                  <c:v>0</c:v>
                </c:pt>
                <c:pt idx="98">
                  <c:v>6.4217929167999996E-2</c:v>
                </c:pt>
                <c:pt idx="99">
                  <c:v>0.12217196761</c:v>
                </c:pt>
                <c:pt idx="100">
                  <c:v>0.17432035566000001</c:v>
                </c:pt>
                <c:pt idx="101">
                  <c:v>0.221091535458</c:v>
                </c:pt>
                <c:pt idx="102">
                  <c:v>0.26288596754400001</c:v>
                </c:pt>
                <c:pt idx="103">
                  <c:v>0.30007784114000002</c:v>
                </c:pt>
                <c:pt idx="104">
                  <c:v>0.33301668415500002</c:v>
                </c:pt>
                <c:pt idx="105">
                  <c:v>0.36202887864900002</c:v>
                </c:pt>
                <c:pt idx="106">
                  <c:v>0.38741908712599998</c:v>
                </c:pt>
                <c:pt idx="107">
                  <c:v>0.40947159476400002</c:v>
                </c:pt>
                <c:pt idx="108">
                  <c:v>0.42845157237999998</c:v>
                </c:pt>
                <c:pt idx="109">
                  <c:v>0.44460626467800002</c:v>
                </c:pt>
                <c:pt idx="110">
                  <c:v>0.45816610805199998</c:v>
                </c:pt>
                <c:pt idx="111">
                  <c:v>0.46934578200299998</c:v>
                </c:pt>
                <c:pt idx="112">
                  <c:v>0.478345197971</c:v>
                </c:pt>
                <c:pt idx="113">
                  <c:v>0.48535042920400001</c:v>
                </c:pt>
                <c:pt idx="114">
                  <c:v>0.49053458504399999</c:v>
                </c:pt>
                <c:pt idx="115">
                  <c:v>0.49405863285399998</c:v>
                </c:pt>
                <c:pt idx="116">
                  <c:v>0.49607217061100001</c:v>
                </c:pt>
                <c:pt idx="117">
                  <c:v>0.49671415301100003</c:v>
                </c:pt>
                <c:pt idx="118">
                  <c:v>0.49611357380600002</c:v>
                </c:pt>
                <c:pt idx="119">
                  <c:v>0.49439010688399998</c:v>
                </c:pt>
                <c:pt idx="120">
                  <c:v>0.49165470852499998</c:v>
                </c:pt>
                <c:pt idx="121">
                  <c:v>0.48801018307100003</c:v>
                </c:pt>
                <c:pt idx="122">
                  <c:v>0.48355171415999998</c:v>
                </c:pt>
                <c:pt idx="123">
                  <c:v>0.47836736352800002</c:v>
                </c:pt>
                <c:pt idx="124">
                  <c:v>0.47253853928900003</c:v>
                </c:pt>
                <c:pt idx="125">
                  <c:v>0.46614043547799999</c:v>
                </c:pt>
                <c:pt idx="126">
                  <c:v>0.45924244454000002</c:v>
                </c:pt>
                <c:pt idx="127">
                  <c:v>0.45190854437200001</c:v>
                </c:pt>
                <c:pt idx="128">
                  <c:v>0.44419766140900002</c:v>
                </c:pt>
                <c:pt idx="129">
                  <c:v>0.43616401117600001</c:v>
                </c:pt>
                <c:pt idx="130">
                  <c:v>0.42785741763099999</c:v>
                </c:pt>
                <c:pt idx="131">
                  <c:v>0.41932361257</c:v>
                </c:pt>
                <c:pt idx="132">
                  <c:v>0.41060451627200001</c:v>
                </c:pt>
                <c:pt idx="133">
                  <c:v>0.40173850050299997</c:v>
                </c:pt>
                <c:pt idx="134">
                  <c:v>0.39276063492800001</c:v>
                </c:pt>
                <c:pt idx="135">
                  <c:v>0.38370291793799999</c:v>
                </c:pt>
                <c:pt idx="136">
                  <c:v>0.37459449280500001</c:v>
                </c:pt>
                <c:pt idx="137">
                  <c:v>0.36546185006300003</c:v>
                </c:pt>
                <c:pt idx="138">
                  <c:v>0.356329016946</c:v>
                </c:pt>
                <c:pt idx="139">
                  <c:v>0.34721773464200001</c:v>
                </c:pt>
                <c:pt idx="140">
                  <c:v>0.33814762413600002</c:v>
                </c:pt>
                <c:pt idx="141">
                  <c:v>0.329136341296</c:v>
                </c:pt>
                <c:pt idx="142">
                  <c:v>0.32019972188899998</c:v>
                </c:pt>
                <c:pt idx="143">
                  <c:v>0.31135191711499999</c:v>
                </c:pt>
                <c:pt idx="144">
                  <c:v>0.302605520259</c:v>
                </c:pt>
                <c:pt idx="145">
                  <c:v>0.29397168499100002</c:v>
                </c:pt>
                <c:pt idx="146">
                  <c:v>0.28546023583199998</c:v>
                </c:pt>
                <c:pt idx="147">
                  <c:v>0.27707977127299999</c:v>
                </c:pt>
                <c:pt idx="148">
                  <c:v>0.26883775999699999</c:v>
                </c:pt>
                <c:pt idx="149">
                  <c:v>0.26074063062199998</c:v>
                </c:pt>
                <c:pt idx="150">
                  <c:v>0.25279385539600002</c:v>
                </c:pt>
                <c:pt idx="151">
                  <c:v>0.245002028181</c:v>
                </c:pt>
                <c:pt idx="152">
                  <c:v>0.23736893712500001</c:v>
                </c:pt>
                <c:pt idx="153">
                  <c:v>0.22989763231900001</c:v>
                </c:pt>
                <c:pt idx="154">
                  <c:v>0.22259048877900001</c:v>
                </c:pt>
                <c:pt idx="155">
                  <c:v>0.21544926504100001</c:v>
                </c:pt>
                <c:pt idx="156">
                  <c:v>0.208475157642</c:v>
                </c:pt>
                <c:pt idx="157">
                  <c:v>0.20166885175599999</c:v>
                </c:pt>
                <c:pt idx="158">
                  <c:v>0.19503056822600001</c:v>
                </c:pt>
                <c:pt idx="159">
                  <c:v>0.188560107225</c:v>
                </c:pt>
                <c:pt idx="160">
                  <c:v>0.182256888768</c:v>
                </c:pt>
                <c:pt idx="161">
                  <c:v>0.17611999026200001</c:v>
                </c:pt>
                <c:pt idx="162">
                  <c:v>0.170148181308</c:v>
                </c:pt>
                <c:pt idx="163">
                  <c:v>0.16433995591700001</c:v>
                </c:pt>
                <c:pt idx="164">
                  <c:v>0.15869356232199999</c:v>
                </c:pt>
                <c:pt idx="165">
                  <c:v>0.15320703052599999</c:v>
                </c:pt>
                <c:pt idx="166">
                  <c:v>0.14787819776300001</c:v>
                </c:pt>
                <c:pt idx="167">
                  <c:v>0.14270473198200001</c:v>
                </c:pt>
                <c:pt idx="168">
                  <c:v>0.137684153507</c:v>
                </c:pt>
                <c:pt idx="169">
                  <c:v>0.132813854978</c:v>
                </c:pt>
                <c:pt idx="170">
                  <c:v>0.128091119709</c:v>
                </c:pt>
                <c:pt idx="171">
                  <c:v>0.123513138551</c:v>
                </c:pt>
                <c:pt idx="172">
                  <c:v>0.119077025374</c:v>
                </c:pt>
                <c:pt idx="173">
                  <c:v>0.11477983125500001</c:v>
                </c:pt>
                <c:pt idx="174">
                  <c:v>0.110618557472</c:v>
                </c:pt>
                <c:pt idx="175">
                  <c:v>0.10659016737</c:v>
                </c:pt>
                <c:pt idx="176">
                  <c:v>0.102691597201</c:v>
                </c:pt>
                <c:pt idx="177">
                  <c:v>9.8919765980999996E-2</c:v>
                </c:pt>
                <c:pt idx="178">
                  <c:v>9.5271584466700004E-2</c:v>
                </c:pt>
                <c:pt idx="179">
                  <c:v>9.1743963284100005E-2</c:v>
                </c:pt>
                <c:pt idx="180">
                  <c:v>8.8333820291200002E-2</c:v>
                </c:pt>
                <c:pt idx="181">
                  <c:v>8.5038087220699998E-2</c:v>
                </c:pt>
                <c:pt idx="182">
                  <c:v>8.1853715657699999E-2</c:v>
                </c:pt>
                <c:pt idx="183">
                  <c:v>7.8777682401100002E-2</c:v>
                </c:pt>
                <c:pt idx="184">
                  <c:v>7.5806994255499999E-2</c:v>
                </c:pt>
                <c:pt idx="185">
                  <c:v>7.2938692294900007E-2</c:v>
                </c:pt>
                <c:pt idx="186">
                  <c:v>7.0169855639700005E-2</c:v>
                </c:pt>
                <c:pt idx="187">
                  <c:v>6.7497604784000007E-2</c:v>
                </c:pt>
                <c:pt idx="188">
                  <c:v>6.4919104506700007E-2</c:v>
                </c:pt>
                <c:pt idx="189">
                  <c:v>6.2431566401599997E-2</c:v>
                </c:pt>
                <c:pt idx="190">
                  <c:v>6.0032251054700003E-2</c:v>
                </c:pt>
                <c:pt idx="191">
                  <c:v>5.7718469897800002E-2</c:v>
                </c:pt>
                <c:pt idx="192">
                  <c:v>5.54875867646E-2</c:v>
                </c:pt>
                <c:pt idx="193">
                  <c:v>5.33370191748E-2</c:v>
                </c:pt>
                <c:pt idx="194">
                  <c:v>5.1264239367299999E-2</c:v>
                </c:pt>
                <c:pt idx="195">
                  <c:v>4.9266775105700003E-2</c:v>
                </c:pt>
                <c:pt idx="196">
                  <c:v>4.7342210274999998E-2</c:v>
                </c:pt>
                <c:pt idx="197">
                  <c:v>0</c:v>
                </c:pt>
                <c:pt idx="198">
                  <c:v>6.4217929167999996E-2</c:v>
                </c:pt>
                <c:pt idx="199">
                  <c:v>0.12217196761</c:v>
                </c:pt>
                <c:pt idx="200">
                  <c:v>0.17432035566000001</c:v>
                </c:pt>
                <c:pt idx="201">
                  <c:v>0.221091535458</c:v>
                </c:pt>
                <c:pt idx="202">
                  <c:v>0.26288596754400001</c:v>
                </c:pt>
                <c:pt idx="203">
                  <c:v>0.30007784114000002</c:v>
                </c:pt>
                <c:pt idx="204">
                  <c:v>0.33301668415500002</c:v>
                </c:pt>
                <c:pt idx="205">
                  <c:v>0.36202887864900002</c:v>
                </c:pt>
                <c:pt idx="206">
                  <c:v>0.38741908712599998</c:v>
                </c:pt>
                <c:pt idx="207">
                  <c:v>0.40947159476400002</c:v>
                </c:pt>
                <c:pt idx="208">
                  <c:v>0.42845157237999998</c:v>
                </c:pt>
                <c:pt idx="209">
                  <c:v>0.44460626467800002</c:v>
                </c:pt>
                <c:pt idx="210">
                  <c:v>0.45816610805199998</c:v>
                </c:pt>
                <c:pt idx="211">
                  <c:v>0.46934578200299998</c:v>
                </c:pt>
                <c:pt idx="212">
                  <c:v>0.478345197971</c:v>
                </c:pt>
                <c:pt idx="213">
                  <c:v>0.48535042920400001</c:v>
                </c:pt>
                <c:pt idx="214">
                  <c:v>0.49053458504399999</c:v>
                </c:pt>
                <c:pt idx="215">
                  <c:v>0.49405863285399998</c:v>
                </c:pt>
                <c:pt idx="216">
                  <c:v>0.49607217061100001</c:v>
                </c:pt>
                <c:pt idx="217">
                  <c:v>0.49671415301100003</c:v>
                </c:pt>
                <c:pt idx="218">
                  <c:v>0.49611357380600002</c:v>
                </c:pt>
                <c:pt idx="219">
                  <c:v>0.49439010688399998</c:v>
                </c:pt>
                <c:pt idx="220">
                  <c:v>0.49165470852499998</c:v>
                </c:pt>
                <c:pt idx="221">
                  <c:v>0.48801018307100003</c:v>
                </c:pt>
                <c:pt idx="222">
                  <c:v>0.48355171415999998</c:v>
                </c:pt>
                <c:pt idx="223">
                  <c:v>0.47836736352800002</c:v>
                </c:pt>
                <c:pt idx="224">
                  <c:v>0.47253853928900003</c:v>
                </c:pt>
                <c:pt idx="225">
                  <c:v>0.46614043547799999</c:v>
                </c:pt>
                <c:pt idx="226">
                  <c:v>0.45924244454000002</c:v>
                </c:pt>
                <c:pt idx="227">
                  <c:v>0.45190854437200001</c:v>
                </c:pt>
                <c:pt idx="228">
                  <c:v>0.44419766140900002</c:v>
                </c:pt>
                <c:pt idx="229">
                  <c:v>0.43616401117600001</c:v>
                </c:pt>
                <c:pt idx="230">
                  <c:v>0.42785741763099999</c:v>
                </c:pt>
                <c:pt idx="231">
                  <c:v>0.41932361257</c:v>
                </c:pt>
                <c:pt idx="232">
                  <c:v>0.41060451627200001</c:v>
                </c:pt>
                <c:pt idx="233">
                  <c:v>0.40173850050299997</c:v>
                </c:pt>
                <c:pt idx="234">
                  <c:v>0.39276063492800001</c:v>
                </c:pt>
                <c:pt idx="235">
                  <c:v>0.38370291793799999</c:v>
                </c:pt>
                <c:pt idx="236">
                  <c:v>0.37459449280500001</c:v>
                </c:pt>
                <c:pt idx="237">
                  <c:v>0.36546185006300003</c:v>
                </c:pt>
                <c:pt idx="238">
                  <c:v>0.356329016946</c:v>
                </c:pt>
                <c:pt idx="239">
                  <c:v>0.34721773464200001</c:v>
                </c:pt>
                <c:pt idx="240">
                  <c:v>0.33814762413600002</c:v>
                </c:pt>
                <c:pt idx="241">
                  <c:v>0.329136341296</c:v>
                </c:pt>
                <c:pt idx="242">
                  <c:v>0.32019972188899998</c:v>
                </c:pt>
                <c:pt idx="243">
                  <c:v>0.31135191711499999</c:v>
                </c:pt>
                <c:pt idx="244">
                  <c:v>0.302605520259</c:v>
                </c:pt>
                <c:pt idx="245">
                  <c:v>0.29397168499100002</c:v>
                </c:pt>
                <c:pt idx="246">
                  <c:v>0.28546023583199998</c:v>
                </c:pt>
                <c:pt idx="247">
                  <c:v>0.27707977127299999</c:v>
                </c:pt>
                <c:pt idx="248">
                  <c:v>0.26883775999699999</c:v>
                </c:pt>
                <c:pt idx="249">
                  <c:v>0.26074063062199998</c:v>
                </c:pt>
                <c:pt idx="250">
                  <c:v>0.25279385539600002</c:v>
                </c:pt>
                <c:pt idx="251">
                  <c:v>0.245002028181</c:v>
                </c:pt>
                <c:pt idx="252">
                  <c:v>0.23736893712500001</c:v>
                </c:pt>
                <c:pt idx="253">
                  <c:v>0.22989763231900001</c:v>
                </c:pt>
                <c:pt idx="254">
                  <c:v>0.22259048877900001</c:v>
                </c:pt>
                <c:pt idx="255">
                  <c:v>0.21544926504100001</c:v>
                </c:pt>
                <c:pt idx="256">
                  <c:v>0.208475157642</c:v>
                </c:pt>
                <c:pt idx="257">
                  <c:v>0.20166885175599999</c:v>
                </c:pt>
                <c:pt idx="258">
                  <c:v>0.19503056822600001</c:v>
                </c:pt>
                <c:pt idx="259">
                  <c:v>0.188560107225</c:v>
                </c:pt>
                <c:pt idx="260">
                  <c:v>0.182256888768</c:v>
                </c:pt>
                <c:pt idx="261">
                  <c:v>0.17611999026200001</c:v>
                </c:pt>
                <c:pt idx="262">
                  <c:v>0.170148181308</c:v>
                </c:pt>
                <c:pt idx="263">
                  <c:v>0.16433995591700001</c:v>
                </c:pt>
                <c:pt idx="264">
                  <c:v>0.15869356232199999</c:v>
                </c:pt>
                <c:pt idx="265">
                  <c:v>0.15320703052599999</c:v>
                </c:pt>
                <c:pt idx="266">
                  <c:v>0.14787819776300001</c:v>
                </c:pt>
                <c:pt idx="267">
                  <c:v>0.14270473198200001</c:v>
                </c:pt>
                <c:pt idx="268">
                  <c:v>0.137684153507</c:v>
                </c:pt>
                <c:pt idx="269">
                  <c:v>0.132813854978</c:v>
                </c:pt>
                <c:pt idx="270">
                  <c:v>0.128091119709</c:v>
                </c:pt>
                <c:pt idx="271">
                  <c:v>0.123513138551</c:v>
                </c:pt>
                <c:pt idx="272">
                  <c:v>0.119077025374</c:v>
                </c:pt>
                <c:pt idx="273">
                  <c:v>0.11477983125500001</c:v>
                </c:pt>
                <c:pt idx="274">
                  <c:v>0.110618557472</c:v>
                </c:pt>
                <c:pt idx="275">
                  <c:v>0.10659016737</c:v>
                </c:pt>
                <c:pt idx="276">
                  <c:v>0.102691597201</c:v>
                </c:pt>
                <c:pt idx="277">
                  <c:v>9.8919765980999996E-2</c:v>
                </c:pt>
                <c:pt idx="278">
                  <c:v>9.5271584466700004E-2</c:v>
                </c:pt>
                <c:pt idx="279">
                  <c:v>9.1743963284100005E-2</c:v>
                </c:pt>
                <c:pt idx="280">
                  <c:v>8.8333820291200002E-2</c:v>
                </c:pt>
                <c:pt idx="281">
                  <c:v>8.5038087220699998E-2</c:v>
                </c:pt>
                <c:pt idx="282">
                  <c:v>8.1853715657699999E-2</c:v>
                </c:pt>
                <c:pt idx="283">
                  <c:v>7.8777682401100002E-2</c:v>
                </c:pt>
                <c:pt idx="284">
                  <c:v>7.5806994255499999E-2</c:v>
                </c:pt>
                <c:pt idx="285">
                  <c:v>7.2938692294900007E-2</c:v>
                </c:pt>
                <c:pt idx="286">
                  <c:v>7.0169855639700005E-2</c:v>
                </c:pt>
                <c:pt idx="287">
                  <c:v>6.7497604784000007E-2</c:v>
                </c:pt>
                <c:pt idx="288">
                  <c:v>6.4919104506700007E-2</c:v>
                </c:pt>
                <c:pt idx="289">
                  <c:v>6.2431566401599997E-2</c:v>
                </c:pt>
                <c:pt idx="290">
                  <c:v>6.0032251054700003E-2</c:v>
                </c:pt>
                <c:pt idx="291">
                  <c:v>5.7718469897800002E-2</c:v>
                </c:pt>
                <c:pt idx="292">
                  <c:v>5.54875867646E-2</c:v>
                </c:pt>
                <c:pt idx="293">
                  <c:v>5.33370191748E-2</c:v>
                </c:pt>
                <c:pt idx="294">
                  <c:v>5.1264239367299999E-2</c:v>
                </c:pt>
                <c:pt idx="295">
                  <c:v>4.9266775105700003E-2</c:v>
                </c:pt>
                <c:pt idx="296">
                  <c:v>4.7342210274999998E-2</c:v>
                </c:pt>
                <c:pt idx="297">
                  <c:v>0</c:v>
                </c:pt>
                <c:pt idx="298">
                  <c:v>6.4217929167999996E-2</c:v>
                </c:pt>
                <c:pt idx="299">
                  <c:v>0.12217196761</c:v>
                </c:pt>
                <c:pt idx="300">
                  <c:v>0.17432035566000001</c:v>
                </c:pt>
                <c:pt idx="301">
                  <c:v>0.221091535458</c:v>
                </c:pt>
                <c:pt idx="302">
                  <c:v>0.26288596754400001</c:v>
                </c:pt>
                <c:pt idx="303">
                  <c:v>0.30007784114000002</c:v>
                </c:pt>
                <c:pt idx="304">
                  <c:v>0.33301668415500002</c:v>
                </c:pt>
                <c:pt idx="305">
                  <c:v>0.36202887864900002</c:v>
                </c:pt>
                <c:pt idx="306">
                  <c:v>0.38741908712599998</c:v>
                </c:pt>
                <c:pt idx="307">
                  <c:v>0.40947159476400002</c:v>
                </c:pt>
                <c:pt idx="308">
                  <c:v>0.42845157237999998</c:v>
                </c:pt>
                <c:pt idx="309">
                  <c:v>0.44460626467800002</c:v>
                </c:pt>
                <c:pt idx="310">
                  <c:v>0.45816610805199998</c:v>
                </c:pt>
                <c:pt idx="311">
                  <c:v>0.46934578200299998</c:v>
                </c:pt>
                <c:pt idx="312">
                  <c:v>0.478345197971</c:v>
                </c:pt>
                <c:pt idx="313">
                  <c:v>0.48535042920400001</c:v>
                </c:pt>
                <c:pt idx="314">
                  <c:v>0.49053458504399999</c:v>
                </c:pt>
                <c:pt idx="315">
                  <c:v>0.49405863285399998</c:v>
                </c:pt>
                <c:pt idx="316">
                  <c:v>0.49607217061100001</c:v>
                </c:pt>
                <c:pt idx="317">
                  <c:v>0.49671415301100003</c:v>
                </c:pt>
                <c:pt idx="318">
                  <c:v>0.49611357380600002</c:v>
                </c:pt>
                <c:pt idx="319">
                  <c:v>0.49439010688399998</c:v>
                </c:pt>
                <c:pt idx="320">
                  <c:v>0.49165470852499998</c:v>
                </c:pt>
                <c:pt idx="321">
                  <c:v>0.48801018307100003</c:v>
                </c:pt>
                <c:pt idx="322">
                  <c:v>0.48355171415999998</c:v>
                </c:pt>
                <c:pt idx="323">
                  <c:v>0.47836736352800002</c:v>
                </c:pt>
                <c:pt idx="324">
                  <c:v>0.47253853928900003</c:v>
                </c:pt>
                <c:pt idx="325">
                  <c:v>0.46614043547799999</c:v>
                </c:pt>
                <c:pt idx="326">
                  <c:v>0.45924244454000002</c:v>
                </c:pt>
                <c:pt idx="327">
                  <c:v>0.45190854437200001</c:v>
                </c:pt>
                <c:pt idx="328">
                  <c:v>0.44419766140900002</c:v>
                </c:pt>
                <c:pt idx="329">
                  <c:v>0.43616401117600001</c:v>
                </c:pt>
                <c:pt idx="330">
                  <c:v>0.42785741763099999</c:v>
                </c:pt>
                <c:pt idx="331">
                  <c:v>0.41932361257</c:v>
                </c:pt>
                <c:pt idx="332">
                  <c:v>0.41060451627200001</c:v>
                </c:pt>
                <c:pt idx="333">
                  <c:v>0.40173850050299997</c:v>
                </c:pt>
                <c:pt idx="334">
                  <c:v>0.39276063492800001</c:v>
                </c:pt>
                <c:pt idx="335">
                  <c:v>0.38370291793799999</c:v>
                </c:pt>
                <c:pt idx="336">
                  <c:v>0.37459449280500001</c:v>
                </c:pt>
                <c:pt idx="337">
                  <c:v>0.36546185006300003</c:v>
                </c:pt>
                <c:pt idx="338">
                  <c:v>0.356329016946</c:v>
                </c:pt>
                <c:pt idx="339">
                  <c:v>0.34721773464200001</c:v>
                </c:pt>
                <c:pt idx="340">
                  <c:v>0.33814762413600002</c:v>
                </c:pt>
                <c:pt idx="341">
                  <c:v>0.329136341296</c:v>
                </c:pt>
                <c:pt idx="342">
                  <c:v>0.32019972188899998</c:v>
                </c:pt>
                <c:pt idx="343">
                  <c:v>0.31135191711499999</c:v>
                </c:pt>
                <c:pt idx="344">
                  <c:v>0.302605520259</c:v>
                </c:pt>
                <c:pt idx="345">
                  <c:v>0.29397168499100002</c:v>
                </c:pt>
                <c:pt idx="346">
                  <c:v>0.28546023583199998</c:v>
                </c:pt>
                <c:pt idx="347">
                  <c:v>0.27707977127299999</c:v>
                </c:pt>
                <c:pt idx="348">
                  <c:v>0.26883775999699999</c:v>
                </c:pt>
                <c:pt idx="349">
                  <c:v>0.26074063062199998</c:v>
                </c:pt>
                <c:pt idx="350">
                  <c:v>0.25279385539600002</c:v>
                </c:pt>
                <c:pt idx="351">
                  <c:v>0.245002028181</c:v>
                </c:pt>
                <c:pt idx="352">
                  <c:v>0.23736893712500001</c:v>
                </c:pt>
                <c:pt idx="353">
                  <c:v>0.22989763231900001</c:v>
                </c:pt>
                <c:pt idx="354">
                  <c:v>0.22259048877900001</c:v>
                </c:pt>
                <c:pt idx="355">
                  <c:v>0.21544926504100001</c:v>
                </c:pt>
                <c:pt idx="356">
                  <c:v>0.208475157642</c:v>
                </c:pt>
                <c:pt idx="357">
                  <c:v>0.20166885175599999</c:v>
                </c:pt>
                <c:pt idx="358">
                  <c:v>0.19503056822600001</c:v>
                </c:pt>
                <c:pt idx="359">
                  <c:v>0.188560107225</c:v>
                </c:pt>
                <c:pt idx="360">
                  <c:v>0.182256888768</c:v>
                </c:pt>
                <c:pt idx="361">
                  <c:v>0.17611999026200001</c:v>
                </c:pt>
                <c:pt idx="362">
                  <c:v>0.170148181308</c:v>
                </c:pt>
                <c:pt idx="363">
                  <c:v>0.16433995591700001</c:v>
                </c:pt>
                <c:pt idx="364">
                  <c:v>0.15869356232199999</c:v>
                </c:pt>
                <c:pt idx="365">
                  <c:v>0.15320703052599999</c:v>
                </c:pt>
                <c:pt idx="366">
                  <c:v>0.14787819776300001</c:v>
                </c:pt>
                <c:pt idx="367">
                  <c:v>0.14270473198200001</c:v>
                </c:pt>
                <c:pt idx="368">
                  <c:v>0.137684153507</c:v>
                </c:pt>
                <c:pt idx="369">
                  <c:v>0.132813854978</c:v>
                </c:pt>
                <c:pt idx="370">
                  <c:v>0.128091119709</c:v>
                </c:pt>
                <c:pt idx="371">
                  <c:v>0.123513138551</c:v>
                </c:pt>
                <c:pt idx="372">
                  <c:v>0.119077025374</c:v>
                </c:pt>
                <c:pt idx="373">
                  <c:v>0.11477983125500001</c:v>
                </c:pt>
                <c:pt idx="374">
                  <c:v>0.110618557472</c:v>
                </c:pt>
                <c:pt idx="375">
                  <c:v>0.10659016737</c:v>
                </c:pt>
                <c:pt idx="376">
                  <c:v>0.102691597201</c:v>
                </c:pt>
                <c:pt idx="377">
                  <c:v>9.8919765980999996E-2</c:v>
                </c:pt>
                <c:pt idx="378">
                  <c:v>9.5271584466700004E-2</c:v>
                </c:pt>
                <c:pt idx="379">
                  <c:v>9.1743963284100005E-2</c:v>
                </c:pt>
                <c:pt idx="380">
                  <c:v>8.8333820291200002E-2</c:v>
                </c:pt>
                <c:pt idx="381">
                  <c:v>8.5038087220699998E-2</c:v>
                </c:pt>
                <c:pt idx="382">
                  <c:v>8.1853715657699999E-2</c:v>
                </c:pt>
                <c:pt idx="383">
                  <c:v>7.8777682401100002E-2</c:v>
                </c:pt>
                <c:pt idx="384">
                  <c:v>7.5806994255499999E-2</c:v>
                </c:pt>
                <c:pt idx="385">
                  <c:v>7.2938692294900007E-2</c:v>
                </c:pt>
                <c:pt idx="386">
                  <c:v>7.0169855639700005E-2</c:v>
                </c:pt>
                <c:pt idx="387">
                  <c:v>6.7497604784000007E-2</c:v>
                </c:pt>
                <c:pt idx="388">
                  <c:v>6.4919104506700007E-2</c:v>
                </c:pt>
                <c:pt idx="389">
                  <c:v>6.2431566401599997E-2</c:v>
                </c:pt>
                <c:pt idx="390">
                  <c:v>6.0032251054700003E-2</c:v>
                </c:pt>
                <c:pt idx="391">
                  <c:v>5.7718469897800002E-2</c:v>
                </c:pt>
                <c:pt idx="392">
                  <c:v>5.54875867646E-2</c:v>
                </c:pt>
                <c:pt idx="393">
                  <c:v>5.33370191748E-2</c:v>
                </c:pt>
                <c:pt idx="394">
                  <c:v>5.1264239367299999E-2</c:v>
                </c:pt>
                <c:pt idx="395">
                  <c:v>4.9266775105700003E-2</c:v>
                </c:pt>
                <c:pt idx="396">
                  <c:v>4.7342210274999998E-2</c:v>
                </c:pt>
                <c:pt idx="397">
                  <c:v>0</c:v>
                </c:pt>
                <c:pt idx="398">
                  <c:v>6.4217929167999996E-2</c:v>
                </c:pt>
                <c:pt idx="399">
                  <c:v>0.12217196761</c:v>
                </c:pt>
                <c:pt idx="400">
                  <c:v>0.17432035566000001</c:v>
                </c:pt>
                <c:pt idx="401">
                  <c:v>0.221091535458</c:v>
                </c:pt>
                <c:pt idx="402">
                  <c:v>0.26288596754400001</c:v>
                </c:pt>
                <c:pt idx="403">
                  <c:v>0.30007784114000002</c:v>
                </c:pt>
                <c:pt idx="404">
                  <c:v>0.33301668415500002</c:v>
                </c:pt>
                <c:pt idx="405">
                  <c:v>0.36202887864900002</c:v>
                </c:pt>
                <c:pt idx="406">
                  <c:v>0.38741908712599998</c:v>
                </c:pt>
                <c:pt idx="407">
                  <c:v>0.40947159476400002</c:v>
                </c:pt>
                <c:pt idx="408">
                  <c:v>0.42845157237999998</c:v>
                </c:pt>
                <c:pt idx="409">
                  <c:v>0.44460626467800002</c:v>
                </c:pt>
                <c:pt idx="410">
                  <c:v>0.45816610805199998</c:v>
                </c:pt>
                <c:pt idx="411">
                  <c:v>0.46934578200299998</c:v>
                </c:pt>
                <c:pt idx="412">
                  <c:v>0.478345197971</c:v>
                </c:pt>
                <c:pt idx="413">
                  <c:v>0.48535042920400001</c:v>
                </c:pt>
                <c:pt idx="414">
                  <c:v>0.49053458504399999</c:v>
                </c:pt>
                <c:pt idx="415">
                  <c:v>0.49405863285399998</c:v>
                </c:pt>
                <c:pt idx="416">
                  <c:v>0.49607217061100001</c:v>
                </c:pt>
                <c:pt idx="417">
                  <c:v>0.49671415301100003</c:v>
                </c:pt>
                <c:pt idx="418">
                  <c:v>0.49611357380600002</c:v>
                </c:pt>
                <c:pt idx="419">
                  <c:v>0.49439010688399998</c:v>
                </c:pt>
                <c:pt idx="420">
                  <c:v>0.49165470852499998</c:v>
                </c:pt>
                <c:pt idx="421">
                  <c:v>0.48801018307100003</c:v>
                </c:pt>
                <c:pt idx="422">
                  <c:v>0.48355171415999998</c:v>
                </c:pt>
                <c:pt idx="423">
                  <c:v>0.47836736352800002</c:v>
                </c:pt>
                <c:pt idx="424">
                  <c:v>0.47253853928900003</c:v>
                </c:pt>
                <c:pt idx="425">
                  <c:v>0.46614043547799999</c:v>
                </c:pt>
                <c:pt idx="426">
                  <c:v>0.45924244454000002</c:v>
                </c:pt>
                <c:pt idx="427">
                  <c:v>0.45190854437200001</c:v>
                </c:pt>
                <c:pt idx="428">
                  <c:v>0.44419766140900002</c:v>
                </c:pt>
                <c:pt idx="429">
                  <c:v>0.43616401117600001</c:v>
                </c:pt>
                <c:pt idx="430">
                  <c:v>0.42785741763099999</c:v>
                </c:pt>
                <c:pt idx="431">
                  <c:v>0.41932361257</c:v>
                </c:pt>
                <c:pt idx="432">
                  <c:v>0.41060451627200001</c:v>
                </c:pt>
                <c:pt idx="433">
                  <c:v>0.40173850050299997</c:v>
                </c:pt>
                <c:pt idx="434">
                  <c:v>0.39276063492800001</c:v>
                </c:pt>
                <c:pt idx="435">
                  <c:v>0.38370291793799999</c:v>
                </c:pt>
                <c:pt idx="436">
                  <c:v>0.37459449280500001</c:v>
                </c:pt>
                <c:pt idx="437">
                  <c:v>0.36546185006300003</c:v>
                </c:pt>
                <c:pt idx="438">
                  <c:v>0.356329016946</c:v>
                </c:pt>
                <c:pt idx="439">
                  <c:v>0.34721773464200001</c:v>
                </c:pt>
                <c:pt idx="440">
                  <c:v>0.33814762413600002</c:v>
                </c:pt>
                <c:pt idx="441">
                  <c:v>0.329136341296</c:v>
                </c:pt>
                <c:pt idx="442">
                  <c:v>0.32019972188899998</c:v>
                </c:pt>
                <c:pt idx="443">
                  <c:v>0.31135191711499999</c:v>
                </c:pt>
                <c:pt idx="444">
                  <c:v>0.302605520259</c:v>
                </c:pt>
                <c:pt idx="445">
                  <c:v>0.29397168499100002</c:v>
                </c:pt>
                <c:pt idx="446">
                  <c:v>0.28546023583199998</c:v>
                </c:pt>
                <c:pt idx="447">
                  <c:v>0.27707977127299999</c:v>
                </c:pt>
                <c:pt idx="448">
                  <c:v>0.26883775999699999</c:v>
                </c:pt>
                <c:pt idx="449">
                  <c:v>0.26074063062199998</c:v>
                </c:pt>
                <c:pt idx="450">
                  <c:v>0.25279385539600002</c:v>
                </c:pt>
                <c:pt idx="451">
                  <c:v>0.245002028181</c:v>
                </c:pt>
                <c:pt idx="452">
                  <c:v>0.23736893712500001</c:v>
                </c:pt>
                <c:pt idx="453">
                  <c:v>0.22989763231900001</c:v>
                </c:pt>
                <c:pt idx="454">
                  <c:v>0.22259048877900001</c:v>
                </c:pt>
                <c:pt idx="455">
                  <c:v>0.21544926504100001</c:v>
                </c:pt>
                <c:pt idx="456">
                  <c:v>0.208475157642</c:v>
                </c:pt>
                <c:pt idx="457">
                  <c:v>0.20166885175599999</c:v>
                </c:pt>
                <c:pt idx="458">
                  <c:v>0.19503056822600001</c:v>
                </c:pt>
                <c:pt idx="459">
                  <c:v>0.188560107225</c:v>
                </c:pt>
                <c:pt idx="460">
                  <c:v>0.182256888768</c:v>
                </c:pt>
                <c:pt idx="461">
                  <c:v>0.17611999026200001</c:v>
                </c:pt>
                <c:pt idx="462">
                  <c:v>0.170148181308</c:v>
                </c:pt>
                <c:pt idx="463">
                  <c:v>0.16433995591700001</c:v>
                </c:pt>
                <c:pt idx="464">
                  <c:v>0.15869356232199999</c:v>
                </c:pt>
                <c:pt idx="465">
                  <c:v>0.15320703052599999</c:v>
                </c:pt>
                <c:pt idx="466">
                  <c:v>0.14787819776300001</c:v>
                </c:pt>
                <c:pt idx="467">
                  <c:v>0.14270473198200001</c:v>
                </c:pt>
                <c:pt idx="468">
                  <c:v>0.137684153507</c:v>
                </c:pt>
                <c:pt idx="469">
                  <c:v>0.132813854978</c:v>
                </c:pt>
                <c:pt idx="470">
                  <c:v>0.128091119709</c:v>
                </c:pt>
                <c:pt idx="471">
                  <c:v>0.123513138551</c:v>
                </c:pt>
                <c:pt idx="472">
                  <c:v>0.119077025374</c:v>
                </c:pt>
                <c:pt idx="473">
                  <c:v>0.11477983125500001</c:v>
                </c:pt>
                <c:pt idx="474">
                  <c:v>0.110618557472</c:v>
                </c:pt>
                <c:pt idx="475">
                  <c:v>0.10659016737</c:v>
                </c:pt>
                <c:pt idx="476">
                  <c:v>0.102691597201</c:v>
                </c:pt>
                <c:pt idx="477">
                  <c:v>9.8919765980999996E-2</c:v>
                </c:pt>
                <c:pt idx="478">
                  <c:v>9.5271584466700004E-2</c:v>
                </c:pt>
                <c:pt idx="479">
                  <c:v>9.1743963284100005E-2</c:v>
                </c:pt>
                <c:pt idx="480">
                  <c:v>8.8333820291200002E-2</c:v>
                </c:pt>
                <c:pt idx="481">
                  <c:v>8.5038087220699998E-2</c:v>
                </c:pt>
                <c:pt idx="482">
                  <c:v>8.1853715657699999E-2</c:v>
                </c:pt>
                <c:pt idx="483">
                  <c:v>7.8777682401100002E-2</c:v>
                </c:pt>
                <c:pt idx="484">
                  <c:v>7.5806994255499999E-2</c:v>
                </c:pt>
                <c:pt idx="485">
                  <c:v>7.2938692294900007E-2</c:v>
                </c:pt>
                <c:pt idx="486">
                  <c:v>7.0169855639700005E-2</c:v>
                </c:pt>
                <c:pt idx="487">
                  <c:v>6.7497604784000007E-2</c:v>
                </c:pt>
                <c:pt idx="488">
                  <c:v>6.4919104506700007E-2</c:v>
                </c:pt>
                <c:pt idx="489">
                  <c:v>6.2431566401599997E-2</c:v>
                </c:pt>
                <c:pt idx="490">
                  <c:v>6.0032251054700003E-2</c:v>
                </c:pt>
                <c:pt idx="491">
                  <c:v>5.7718469897800002E-2</c:v>
                </c:pt>
                <c:pt idx="492">
                  <c:v>5.54875867646E-2</c:v>
                </c:pt>
                <c:pt idx="493">
                  <c:v>5.33370191748E-2</c:v>
                </c:pt>
                <c:pt idx="494">
                  <c:v>5.1264239367299999E-2</c:v>
                </c:pt>
                <c:pt idx="495">
                  <c:v>4.9266775105700003E-2</c:v>
                </c:pt>
                <c:pt idx="496">
                  <c:v>4.7342210274999998E-2</c:v>
                </c:pt>
                <c:pt idx="497">
                  <c:v>0</c:v>
                </c:pt>
                <c:pt idx="498">
                  <c:v>6.4217929167999996E-2</c:v>
                </c:pt>
                <c:pt idx="499">
                  <c:v>0.12217196761</c:v>
                </c:pt>
                <c:pt idx="500">
                  <c:v>0.17432035566000001</c:v>
                </c:pt>
                <c:pt idx="501">
                  <c:v>0.221091535458</c:v>
                </c:pt>
                <c:pt idx="502">
                  <c:v>0.26288596754400001</c:v>
                </c:pt>
                <c:pt idx="503">
                  <c:v>0.30007784114000002</c:v>
                </c:pt>
                <c:pt idx="504">
                  <c:v>0.33301668415500002</c:v>
                </c:pt>
                <c:pt idx="505">
                  <c:v>0.36202887864900002</c:v>
                </c:pt>
                <c:pt idx="506">
                  <c:v>0.38741908712599998</c:v>
                </c:pt>
                <c:pt idx="507">
                  <c:v>0.40947159476400002</c:v>
                </c:pt>
                <c:pt idx="508">
                  <c:v>0.42845157237999998</c:v>
                </c:pt>
                <c:pt idx="509">
                  <c:v>0.44460626467800002</c:v>
                </c:pt>
                <c:pt idx="510">
                  <c:v>0.45816610805199998</c:v>
                </c:pt>
                <c:pt idx="511">
                  <c:v>0.46934578200299998</c:v>
                </c:pt>
                <c:pt idx="512">
                  <c:v>0.478345197971</c:v>
                </c:pt>
                <c:pt idx="513">
                  <c:v>0.48535042920400001</c:v>
                </c:pt>
                <c:pt idx="514">
                  <c:v>0.49053458504399999</c:v>
                </c:pt>
                <c:pt idx="515">
                  <c:v>0.49405863285399998</c:v>
                </c:pt>
                <c:pt idx="516">
                  <c:v>0.49607217061100001</c:v>
                </c:pt>
                <c:pt idx="517">
                  <c:v>0.49671415301100003</c:v>
                </c:pt>
                <c:pt idx="518">
                  <c:v>0.49611357380600002</c:v>
                </c:pt>
                <c:pt idx="519">
                  <c:v>0.49439010688399998</c:v>
                </c:pt>
                <c:pt idx="520">
                  <c:v>0.49165470852499998</c:v>
                </c:pt>
                <c:pt idx="521">
                  <c:v>0.48801018307100003</c:v>
                </c:pt>
                <c:pt idx="522">
                  <c:v>0.48355171415999998</c:v>
                </c:pt>
                <c:pt idx="523">
                  <c:v>0.47836736352800002</c:v>
                </c:pt>
                <c:pt idx="524">
                  <c:v>0.47253853928900003</c:v>
                </c:pt>
                <c:pt idx="525">
                  <c:v>0.46614043547799999</c:v>
                </c:pt>
                <c:pt idx="526">
                  <c:v>0.45924244454000002</c:v>
                </c:pt>
                <c:pt idx="527">
                  <c:v>0.45190854437200001</c:v>
                </c:pt>
                <c:pt idx="528">
                  <c:v>0.44419766140900002</c:v>
                </c:pt>
                <c:pt idx="529">
                  <c:v>0.43616401117600001</c:v>
                </c:pt>
                <c:pt idx="530">
                  <c:v>0.42785741763099999</c:v>
                </c:pt>
                <c:pt idx="531">
                  <c:v>0.41932361257</c:v>
                </c:pt>
                <c:pt idx="532">
                  <c:v>0.41060451627200001</c:v>
                </c:pt>
                <c:pt idx="533">
                  <c:v>0.40173850050299997</c:v>
                </c:pt>
                <c:pt idx="534">
                  <c:v>0.39276063492800001</c:v>
                </c:pt>
                <c:pt idx="535">
                  <c:v>0.38370291793799999</c:v>
                </c:pt>
                <c:pt idx="536">
                  <c:v>0.37459449280500001</c:v>
                </c:pt>
                <c:pt idx="537">
                  <c:v>0.36546185006300003</c:v>
                </c:pt>
                <c:pt idx="538">
                  <c:v>0.356329016946</c:v>
                </c:pt>
                <c:pt idx="539">
                  <c:v>0.34721773464200001</c:v>
                </c:pt>
                <c:pt idx="540">
                  <c:v>0.33814762413600002</c:v>
                </c:pt>
                <c:pt idx="541">
                  <c:v>0.329136341296</c:v>
                </c:pt>
                <c:pt idx="542">
                  <c:v>0.32019972188899998</c:v>
                </c:pt>
                <c:pt idx="543">
                  <c:v>0.31135191711499999</c:v>
                </c:pt>
                <c:pt idx="544">
                  <c:v>0.302605520259</c:v>
                </c:pt>
                <c:pt idx="545">
                  <c:v>0.29397168499100002</c:v>
                </c:pt>
                <c:pt idx="546">
                  <c:v>0.28546023583199998</c:v>
                </c:pt>
                <c:pt idx="547">
                  <c:v>0.27707977127299999</c:v>
                </c:pt>
                <c:pt idx="548">
                  <c:v>0.26883775999699999</c:v>
                </c:pt>
                <c:pt idx="549">
                  <c:v>0.26074063062199998</c:v>
                </c:pt>
                <c:pt idx="550">
                  <c:v>0.25279385539600002</c:v>
                </c:pt>
                <c:pt idx="551">
                  <c:v>0.245002028181</c:v>
                </c:pt>
                <c:pt idx="552">
                  <c:v>0.23736893712500001</c:v>
                </c:pt>
                <c:pt idx="553">
                  <c:v>0.22989763231900001</c:v>
                </c:pt>
                <c:pt idx="554">
                  <c:v>0.22259048877900001</c:v>
                </c:pt>
                <c:pt idx="555">
                  <c:v>0.21544926504100001</c:v>
                </c:pt>
                <c:pt idx="556">
                  <c:v>0.208475157642</c:v>
                </c:pt>
                <c:pt idx="557">
                  <c:v>0.20166885175599999</c:v>
                </c:pt>
                <c:pt idx="558">
                  <c:v>0.19503056822600001</c:v>
                </c:pt>
                <c:pt idx="559">
                  <c:v>0.188560107225</c:v>
                </c:pt>
                <c:pt idx="560">
                  <c:v>0.182256888768</c:v>
                </c:pt>
                <c:pt idx="561">
                  <c:v>0.17611999026200001</c:v>
                </c:pt>
                <c:pt idx="562">
                  <c:v>0.170148181308</c:v>
                </c:pt>
                <c:pt idx="563">
                  <c:v>0.16433995591700001</c:v>
                </c:pt>
                <c:pt idx="564">
                  <c:v>0.15869356232199999</c:v>
                </c:pt>
                <c:pt idx="565">
                  <c:v>0.15320703052599999</c:v>
                </c:pt>
                <c:pt idx="566">
                  <c:v>0.14787819776300001</c:v>
                </c:pt>
                <c:pt idx="567">
                  <c:v>0.14270473198200001</c:v>
                </c:pt>
                <c:pt idx="568">
                  <c:v>0.137684153507</c:v>
                </c:pt>
                <c:pt idx="569">
                  <c:v>0.132813854978</c:v>
                </c:pt>
                <c:pt idx="570">
                  <c:v>0.128091119709</c:v>
                </c:pt>
                <c:pt idx="571">
                  <c:v>0.123513138551</c:v>
                </c:pt>
                <c:pt idx="572">
                  <c:v>0.119077025374</c:v>
                </c:pt>
                <c:pt idx="573">
                  <c:v>0.11477983125500001</c:v>
                </c:pt>
                <c:pt idx="574">
                  <c:v>0.110618557472</c:v>
                </c:pt>
                <c:pt idx="575">
                  <c:v>0.10659016737</c:v>
                </c:pt>
                <c:pt idx="576">
                  <c:v>0.102691597201</c:v>
                </c:pt>
                <c:pt idx="577">
                  <c:v>9.8919765980999996E-2</c:v>
                </c:pt>
                <c:pt idx="578">
                  <c:v>9.5271584466700004E-2</c:v>
                </c:pt>
                <c:pt idx="579">
                  <c:v>9.1743963284100005E-2</c:v>
                </c:pt>
                <c:pt idx="580">
                  <c:v>8.8333820291200002E-2</c:v>
                </c:pt>
                <c:pt idx="581">
                  <c:v>8.5038087220699998E-2</c:v>
                </c:pt>
                <c:pt idx="582">
                  <c:v>8.1853715657699999E-2</c:v>
                </c:pt>
                <c:pt idx="583">
                  <c:v>7.8777682401100002E-2</c:v>
                </c:pt>
                <c:pt idx="584">
                  <c:v>7.5806994255499999E-2</c:v>
                </c:pt>
                <c:pt idx="585">
                  <c:v>7.2938692294900007E-2</c:v>
                </c:pt>
                <c:pt idx="586">
                  <c:v>7.0169855639700005E-2</c:v>
                </c:pt>
                <c:pt idx="587">
                  <c:v>6.7497604784000007E-2</c:v>
                </c:pt>
                <c:pt idx="588">
                  <c:v>6.4919104506700007E-2</c:v>
                </c:pt>
                <c:pt idx="589">
                  <c:v>6.2431566401599997E-2</c:v>
                </c:pt>
                <c:pt idx="590">
                  <c:v>6.0032251054700003E-2</c:v>
                </c:pt>
                <c:pt idx="591">
                  <c:v>5.7718469897800002E-2</c:v>
                </c:pt>
                <c:pt idx="592">
                  <c:v>5.54875867646E-2</c:v>
                </c:pt>
                <c:pt idx="593">
                  <c:v>5.33370191748E-2</c:v>
                </c:pt>
                <c:pt idx="594">
                  <c:v>5.1264239367299999E-2</c:v>
                </c:pt>
                <c:pt idx="595">
                  <c:v>4.9266775105700003E-2</c:v>
                </c:pt>
                <c:pt idx="596">
                  <c:v>4.7342210274999998E-2</c:v>
                </c:pt>
                <c:pt idx="597">
                  <c:v>0</c:v>
                </c:pt>
                <c:pt idx="598">
                  <c:v>6.4217929167999996E-2</c:v>
                </c:pt>
                <c:pt idx="599">
                  <c:v>0.12217196761</c:v>
                </c:pt>
                <c:pt idx="600">
                  <c:v>0.17432035566000001</c:v>
                </c:pt>
                <c:pt idx="601">
                  <c:v>0.221091535458</c:v>
                </c:pt>
                <c:pt idx="602">
                  <c:v>0.26288596754400001</c:v>
                </c:pt>
                <c:pt idx="603">
                  <c:v>0.30007784114000002</c:v>
                </c:pt>
                <c:pt idx="604">
                  <c:v>0.33301668415500002</c:v>
                </c:pt>
                <c:pt idx="605">
                  <c:v>0.36202887864900002</c:v>
                </c:pt>
                <c:pt idx="606">
                  <c:v>0.38741908712599998</c:v>
                </c:pt>
                <c:pt idx="607">
                  <c:v>0.40947159476400002</c:v>
                </c:pt>
                <c:pt idx="608">
                  <c:v>0.42845157237999998</c:v>
                </c:pt>
                <c:pt idx="609">
                  <c:v>0.44460626467800002</c:v>
                </c:pt>
                <c:pt idx="610">
                  <c:v>0.45816610805199998</c:v>
                </c:pt>
                <c:pt idx="611">
                  <c:v>0.46934578200299998</c:v>
                </c:pt>
                <c:pt idx="612">
                  <c:v>0.478345197971</c:v>
                </c:pt>
                <c:pt idx="613">
                  <c:v>0.48535042920400001</c:v>
                </c:pt>
                <c:pt idx="614">
                  <c:v>0.49053458504399999</c:v>
                </c:pt>
                <c:pt idx="615">
                  <c:v>0.49405863285399998</c:v>
                </c:pt>
                <c:pt idx="616">
                  <c:v>0.49607217061100001</c:v>
                </c:pt>
                <c:pt idx="617">
                  <c:v>0.49671415301100003</c:v>
                </c:pt>
                <c:pt idx="618">
                  <c:v>0.49611357380600002</c:v>
                </c:pt>
                <c:pt idx="619">
                  <c:v>0.49439010688399998</c:v>
                </c:pt>
                <c:pt idx="620">
                  <c:v>0.49165470852499998</c:v>
                </c:pt>
                <c:pt idx="621">
                  <c:v>0.48801018307100003</c:v>
                </c:pt>
                <c:pt idx="622">
                  <c:v>0.48355171415999998</c:v>
                </c:pt>
                <c:pt idx="623">
                  <c:v>0.47836736352800002</c:v>
                </c:pt>
                <c:pt idx="624">
                  <c:v>0.47253853928900003</c:v>
                </c:pt>
                <c:pt idx="625">
                  <c:v>0.46614043547799999</c:v>
                </c:pt>
                <c:pt idx="626">
                  <c:v>0.45924244454000002</c:v>
                </c:pt>
                <c:pt idx="627">
                  <c:v>0.45190854437200001</c:v>
                </c:pt>
                <c:pt idx="628">
                  <c:v>0.44419766140900002</c:v>
                </c:pt>
                <c:pt idx="629">
                  <c:v>0.43616401117600001</c:v>
                </c:pt>
                <c:pt idx="630">
                  <c:v>0.42785741763099999</c:v>
                </c:pt>
                <c:pt idx="631">
                  <c:v>0.41932361257</c:v>
                </c:pt>
                <c:pt idx="632">
                  <c:v>0.41060451627200001</c:v>
                </c:pt>
                <c:pt idx="633">
                  <c:v>0.40173850050299997</c:v>
                </c:pt>
                <c:pt idx="634">
                  <c:v>0.39276063492800001</c:v>
                </c:pt>
                <c:pt idx="635">
                  <c:v>0.38370291793799999</c:v>
                </c:pt>
                <c:pt idx="636">
                  <c:v>0.37459449280500001</c:v>
                </c:pt>
                <c:pt idx="637">
                  <c:v>0.36546185006300003</c:v>
                </c:pt>
                <c:pt idx="638">
                  <c:v>0.356329016946</c:v>
                </c:pt>
                <c:pt idx="639">
                  <c:v>0.34721773464200001</c:v>
                </c:pt>
                <c:pt idx="640">
                  <c:v>0.33814762413600002</c:v>
                </c:pt>
                <c:pt idx="641">
                  <c:v>0.329136341296</c:v>
                </c:pt>
                <c:pt idx="642">
                  <c:v>0.32019972188899998</c:v>
                </c:pt>
                <c:pt idx="643">
                  <c:v>0.31135191711499999</c:v>
                </c:pt>
                <c:pt idx="644">
                  <c:v>0.302605520259</c:v>
                </c:pt>
                <c:pt idx="645">
                  <c:v>0.29397168499100002</c:v>
                </c:pt>
                <c:pt idx="646">
                  <c:v>0.28546023583199998</c:v>
                </c:pt>
                <c:pt idx="647">
                  <c:v>0.27707977127299999</c:v>
                </c:pt>
                <c:pt idx="648">
                  <c:v>0.26883775999699999</c:v>
                </c:pt>
                <c:pt idx="649">
                  <c:v>0.26074063062199998</c:v>
                </c:pt>
                <c:pt idx="650">
                  <c:v>0.25279385539600002</c:v>
                </c:pt>
                <c:pt idx="651">
                  <c:v>0.245002028181</c:v>
                </c:pt>
                <c:pt idx="652">
                  <c:v>0.23736893712500001</c:v>
                </c:pt>
                <c:pt idx="653">
                  <c:v>0.22989763231900001</c:v>
                </c:pt>
                <c:pt idx="654">
                  <c:v>0.22259048877900001</c:v>
                </c:pt>
                <c:pt idx="655">
                  <c:v>0.21544926504100001</c:v>
                </c:pt>
                <c:pt idx="656">
                  <c:v>0.208475157642</c:v>
                </c:pt>
                <c:pt idx="657">
                  <c:v>0.20166885175599999</c:v>
                </c:pt>
                <c:pt idx="658">
                  <c:v>0.19503056822600001</c:v>
                </c:pt>
                <c:pt idx="659">
                  <c:v>0.188560107225</c:v>
                </c:pt>
                <c:pt idx="660">
                  <c:v>0.182256888768</c:v>
                </c:pt>
                <c:pt idx="661">
                  <c:v>0.17611999026200001</c:v>
                </c:pt>
                <c:pt idx="662">
                  <c:v>0.170148181308</c:v>
                </c:pt>
                <c:pt idx="663">
                  <c:v>0.16433995591700001</c:v>
                </c:pt>
                <c:pt idx="664">
                  <c:v>0.15869356232199999</c:v>
                </c:pt>
                <c:pt idx="665">
                  <c:v>0.15320703052599999</c:v>
                </c:pt>
                <c:pt idx="666">
                  <c:v>0.14787819776300001</c:v>
                </c:pt>
                <c:pt idx="667">
                  <c:v>0.14270473198200001</c:v>
                </c:pt>
                <c:pt idx="668">
                  <c:v>0.137684153507</c:v>
                </c:pt>
                <c:pt idx="669">
                  <c:v>0.132813854978</c:v>
                </c:pt>
                <c:pt idx="670">
                  <c:v>0.128091119709</c:v>
                </c:pt>
                <c:pt idx="671">
                  <c:v>0.123513138551</c:v>
                </c:pt>
                <c:pt idx="672">
                  <c:v>0.119077025374</c:v>
                </c:pt>
                <c:pt idx="673">
                  <c:v>0.11477983125500001</c:v>
                </c:pt>
                <c:pt idx="674">
                  <c:v>0.110618557472</c:v>
                </c:pt>
                <c:pt idx="675">
                  <c:v>0.10659016737</c:v>
                </c:pt>
                <c:pt idx="676">
                  <c:v>0.102691597201</c:v>
                </c:pt>
                <c:pt idx="677">
                  <c:v>9.8919765980999996E-2</c:v>
                </c:pt>
                <c:pt idx="678">
                  <c:v>9.5271584466700004E-2</c:v>
                </c:pt>
                <c:pt idx="679">
                  <c:v>9.1743963284100005E-2</c:v>
                </c:pt>
                <c:pt idx="680">
                  <c:v>8.8333820291200002E-2</c:v>
                </c:pt>
                <c:pt idx="681">
                  <c:v>8.5038087220699998E-2</c:v>
                </c:pt>
                <c:pt idx="682">
                  <c:v>8.1853715657699999E-2</c:v>
                </c:pt>
                <c:pt idx="683">
                  <c:v>7.8777682401100002E-2</c:v>
                </c:pt>
                <c:pt idx="684">
                  <c:v>7.5806994255499999E-2</c:v>
                </c:pt>
                <c:pt idx="685">
                  <c:v>7.2938692294900007E-2</c:v>
                </c:pt>
                <c:pt idx="686">
                  <c:v>7.0169855639700005E-2</c:v>
                </c:pt>
                <c:pt idx="687">
                  <c:v>6.7497604784000007E-2</c:v>
                </c:pt>
                <c:pt idx="688">
                  <c:v>6.4919104506700007E-2</c:v>
                </c:pt>
                <c:pt idx="689">
                  <c:v>6.2431566401599997E-2</c:v>
                </c:pt>
                <c:pt idx="690">
                  <c:v>6.0032251054700003E-2</c:v>
                </c:pt>
                <c:pt idx="691">
                  <c:v>5.7718469897800002E-2</c:v>
                </c:pt>
                <c:pt idx="692">
                  <c:v>5.54875867646E-2</c:v>
                </c:pt>
                <c:pt idx="693">
                  <c:v>5.33370191748E-2</c:v>
                </c:pt>
                <c:pt idx="694">
                  <c:v>5.1264239367299999E-2</c:v>
                </c:pt>
                <c:pt idx="695">
                  <c:v>4.9266775105700003E-2</c:v>
                </c:pt>
                <c:pt idx="696">
                  <c:v>4.7342210274999998E-2</c:v>
                </c:pt>
                <c:pt idx="697">
                  <c:v>0</c:v>
                </c:pt>
                <c:pt idx="698">
                  <c:v>6.4217929167999996E-2</c:v>
                </c:pt>
                <c:pt idx="699">
                  <c:v>0.12217196761</c:v>
                </c:pt>
                <c:pt idx="700">
                  <c:v>0.17432035566000001</c:v>
                </c:pt>
                <c:pt idx="701">
                  <c:v>0.221091535458</c:v>
                </c:pt>
                <c:pt idx="702">
                  <c:v>0.26288596754400001</c:v>
                </c:pt>
                <c:pt idx="703">
                  <c:v>0.30007784114000002</c:v>
                </c:pt>
                <c:pt idx="704">
                  <c:v>0.33301668415500002</c:v>
                </c:pt>
                <c:pt idx="705">
                  <c:v>0.36202887864900002</c:v>
                </c:pt>
                <c:pt idx="706">
                  <c:v>0.38741908712599998</c:v>
                </c:pt>
                <c:pt idx="707">
                  <c:v>0.40947159476400002</c:v>
                </c:pt>
                <c:pt idx="708">
                  <c:v>0.42845157237999998</c:v>
                </c:pt>
                <c:pt idx="709">
                  <c:v>0.44460626467800002</c:v>
                </c:pt>
                <c:pt idx="710">
                  <c:v>0.45816610805199998</c:v>
                </c:pt>
                <c:pt idx="711">
                  <c:v>0.46934578200299998</c:v>
                </c:pt>
                <c:pt idx="712">
                  <c:v>0.478345197971</c:v>
                </c:pt>
                <c:pt idx="713">
                  <c:v>0.48535042920400001</c:v>
                </c:pt>
                <c:pt idx="714">
                  <c:v>0.49053458504399999</c:v>
                </c:pt>
                <c:pt idx="715">
                  <c:v>0.49405863285399998</c:v>
                </c:pt>
                <c:pt idx="716">
                  <c:v>0.49607217061100001</c:v>
                </c:pt>
                <c:pt idx="717">
                  <c:v>0.49671415301100003</c:v>
                </c:pt>
                <c:pt idx="718">
                  <c:v>0.49611357380600002</c:v>
                </c:pt>
                <c:pt idx="719">
                  <c:v>0.49439010688399998</c:v>
                </c:pt>
                <c:pt idx="720">
                  <c:v>0.49165470852499998</c:v>
                </c:pt>
                <c:pt idx="721">
                  <c:v>0.48801018307100003</c:v>
                </c:pt>
                <c:pt idx="722">
                  <c:v>0.48355171415999998</c:v>
                </c:pt>
                <c:pt idx="723">
                  <c:v>0.47836736352800002</c:v>
                </c:pt>
                <c:pt idx="724">
                  <c:v>0.47253853928900003</c:v>
                </c:pt>
                <c:pt idx="725">
                  <c:v>0.46614043547799999</c:v>
                </c:pt>
                <c:pt idx="726">
                  <c:v>0.45924244454000002</c:v>
                </c:pt>
                <c:pt idx="727">
                  <c:v>0.45190854437200001</c:v>
                </c:pt>
                <c:pt idx="728">
                  <c:v>0.44419766140900002</c:v>
                </c:pt>
                <c:pt idx="729">
                  <c:v>0.43616401117600001</c:v>
                </c:pt>
                <c:pt idx="730">
                  <c:v>0.42785741763099999</c:v>
                </c:pt>
                <c:pt idx="731">
                  <c:v>0.41932361257</c:v>
                </c:pt>
                <c:pt idx="732">
                  <c:v>0.41060451627200001</c:v>
                </c:pt>
                <c:pt idx="733">
                  <c:v>0.40173850050299997</c:v>
                </c:pt>
                <c:pt idx="734">
                  <c:v>0.39276063492800001</c:v>
                </c:pt>
                <c:pt idx="735">
                  <c:v>0.38370291793799999</c:v>
                </c:pt>
                <c:pt idx="736">
                  <c:v>0.37459449280500001</c:v>
                </c:pt>
                <c:pt idx="737">
                  <c:v>0.36546185006300003</c:v>
                </c:pt>
                <c:pt idx="738">
                  <c:v>0.356329016946</c:v>
                </c:pt>
                <c:pt idx="739">
                  <c:v>0.34721773464200001</c:v>
                </c:pt>
                <c:pt idx="740">
                  <c:v>0.33814762413600002</c:v>
                </c:pt>
                <c:pt idx="741">
                  <c:v>0.329136341296</c:v>
                </c:pt>
                <c:pt idx="742">
                  <c:v>0.32019972188899998</c:v>
                </c:pt>
                <c:pt idx="743">
                  <c:v>0.31135191711499999</c:v>
                </c:pt>
                <c:pt idx="744">
                  <c:v>0.302605520259</c:v>
                </c:pt>
                <c:pt idx="745">
                  <c:v>0.29397168499100002</c:v>
                </c:pt>
                <c:pt idx="746">
                  <c:v>0.28546023583199998</c:v>
                </c:pt>
                <c:pt idx="747">
                  <c:v>0.27707977127299999</c:v>
                </c:pt>
                <c:pt idx="748">
                  <c:v>0.26883775999699999</c:v>
                </c:pt>
                <c:pt idx="749">
                  <c:v>0.26074063062199998</c:v>
                </c:pt>
                <c:pt idx="750">
                  <c:v>0.25279385539600002</c:v>
                </c:pt>
                <c:pt idx="751">
                  <c:v>0.245002028181</c:v>
                </c:pt>
                <c:pt idx="752">
                  <c:v>0.23736893712500001</c:v>
                </c:pt>
                <c:pt idx="753">
                  <c:v>0.22989763231900001</c:v>
                </c:pt>
                <c:pt idx="754">
                  <c:v>0.22259048877900001</c:v>
                </c:pt>
                <c:pt idx="755">
                  <c:v>0.21544926504100001</c:v>
                </c:pt>
                <c:pt idx="756">
                  <c:v>0.208475157642</c:v>
                </c:pt>
                <c:pt idx="757">
                  <c:v>0.20166885175599999</c:v>
                </c:pt>
                <c:pt idx="758">
                  <c:v>0.19503056822600001</c:v>
                </c:pt>
                <c:pt idx="759">
                  <c:v>0.188560107225</c:v>
                </c:pt>
                <c:pt idx="760">
                  <c:v>0.182256888768</c:v>
                </c:pt>
                <c:pt idx="761">
                  <c:v>0.17611999026200001</c:v>
                </c:pt>
                <c:pt idx="762">
                  <c:v>0.170148181308</c:v>
                </c:pt>
                <c:pt idx="763">
                  <c:v>0.16433995591700001</c:v>
                </c:pt>
                <c:pt idx="764">
                  <c:v>0.15869356232199999</c:v>
                </c:pt>
                <c:pt idx="765">
                  <c:v>0.15320703052599999</c:v>
                </c:pt>
                <c:pt idx="766">
                  <c:v>0.14787819776300001</c:v>
                </c:pt>
                <c:pt idx="767">
                  <c:v>0.14270473198200001</c:v>
                </c:pt>
                <c:pt idx="768">
                  <c:v>0.137684153507</c:v>
                </c:pt>
                <c:pt idx="769">
                  <c:v>0.132813854978</c:v>
                </c:pt>
                <c:pt idx="770">
                  <c:v>0.128091119709</c:v>
                </c:pt>
                <c:pt idx="771">
                  <c:v>0.123513138551</c:v>
                </c:pt>
                <c:pt idx="772">
                  <c:v>0.119077025374</c:v>
                </c:pt>
                <c:pt idx="773">
                  <c:v>0.11477983125500001</c:v>
                </c:pt>
                <c:pt idx="774">
                  <c:v>0.110618557472</c:v>
                </c:pt>
                <c:pt idx="775">
                  <c:v>0.10659016737</c:v>
                </c:pt>
                <c:pt idx="776">
                  <c:v>0.102691597201</c:v>
                </c:pt>
                <c:pt idx="777">
                  <c:v>9.8919765980999996E-2</c:v>
                </c:pt>
                <c:pt idx="778">
                  <c:v>9.5271584466700004E-2</c:v>
                </c:pt>
                <c:pt idx="779">
                  <c:v>9.1743963284100005E-2</c:v>
                </c:pt>
                <c:pt idx="780">
                  <c:v>8.8333820291200002E-2</c:v>
                </c:pt>
                <c:pt idx="781">
                  <c:v>8.5038087220699998E-2</c:v>
                </c:pt>
                <c:pt idx="782">
                  <c:v>8.1853715657699999E-2</c:v>
                </c:pt>
                <c:pt idx="783">
                  <c:v>7.8777682401100002E-2</c:v>
                </c:pt>
                <c:pt idx="784">
                  <c:v>7.5806994255499999E-2</c:v>
                </c:pt>
                <c:pt idx="785">
                  <c:v>7.2938692294900007E-2</c:v>
                </c:pt>
                <c:pt idx="786">
                  <c:v>7.0169855639700005E-2</c:v>
                </c:pt>
                <c:pt idx="787">
                  <c:v>6.7497604784000007E-2</c:v>
                </c:pt>
                <c:pt idx="788">
                  <c:v>6.4919104506700007E-2</c:v>
                </c:pt>
                <c:pt idx="789">
                  <c:v>6.2431566401599997E-2</c:v>
                </c:pt>
                <c:pt idx="790">
                  <c:v>6.0032251054700003E-2</c:v>
                </c:pt>
                <c:pt idx="791">
                  <c:v>5.7718469897800002E-2</c:v>
                </c:pt>
                <c:pt idx="792">
                  <c:v>5.54875867646E-2</c:v>
                </c:pt>
                <c:pt idx="793">
                  <c:v>5.33370191748E-2</c:v>
                </c:pt>
                <c:pt idx="794">
                  <c:v>5.1264239367299999E-2</c:v>
                </c:pt>
                <c:pt idx="795">
                  <c:v>4.9266775105700003E-2</c:v>
                </c:pt>
                <c:pt idx="796">
                  <c:v>4.7342210274999998E-2</c:v>
                </c:pt>
                <c:pt idx="797">
                  <c:v>0</c:v>
                </c:pt>
                <c:pt idx="798">
                  <c:v>6.4217929167999996E-2</c:v>
                </c:pt>
                <c:pt idx="799">
                  <c:v>0.12217196761</c:v>
                </c:pt>
                <c:pt idx="800">
                  <c:v>0.17432035566000001</c:v>
                </c:pt>
              </c:numCache>
            </c:numRef>
          </c:yVal>
          <c:smooth val="1"/>
          <c:extLst>
            <c:ext xmlns:c16="http://schemas.microsoft.com/office/drawing/2014/chart" uri="{C3380CC4-5D6E-409C-BE32-E72D297353CC}">
              <c16:uniqueId val="{00000000-F76E-4AB1-A1C4-467BB8F8A848}"/>
            </c:ext>
          </c:extLst>
        </c:ser>
        <c:ser>
          <c:idx val="1"/>
          <c:order val="1"/>
          <c:tx>
            <c:v>Neuron 1</c:v>
          </c:tx>
          <c:spPr>
            <a:ln w="20955">
              <a:solidFill>
                <a:srgbClr val="C26630"/>
              </a:solidFill>
            </a:ln>
          </c:spPr>
          <c:marker>
            <c:symbol val="none"/>
          </c:marker>
          <c:xVal>
            <c:numRef>
              <c:f>'Chart Data'!$C$2:$C$802</c:f>
              <c:numCache>
                <c:formatCode>General</c:formatCode>
                <c:ptCount val="801"/>
                <c:pt idx="0">
                  <c:v>0.4</c:v>
                </c:pt>
                <c:pt idx="1">
                  <c:v>0.40100000000000002</c:v>
                </c:pt>
                <c:pt idx="2">
                  <c:v>0.40200000000000002</c:v>
                </c:pt>
                <c:pt idx="3">
                  <c:v>0.40300000000000002</c:v>
                </c:pt>
                <c:pt idx="4">
                  <c:v>0.40400000000000003</c:v>
                </c:pt>
                <c:pt idx="5">
                  <c:v>0.40500000000000003</c:v>
                </c:pt>
                <c:pt idx="6">
                  <c:v>0.40600000000000003</c:v>
                </c:pt>
                <c:pt idx="7">
                  <c:v>0.40699999999999997</c:v>
                </c:pt>
                <c:pt idx="8">
                  <c:v>0.40799999999999997</c:v>
                </c:pt>
                <c:pt idx="9">
                  <c:v>0.40899999999999997</c:v>
                </c:pt>
                <c:pt idx="10">
                  <c:v>0.41</c:v>
                </c:pt>
                <c:pt idx="11">
                  <c:v>0.41099999999999998</c:v>
                </c:pt>
                <c:pt idx="12">
                  <c:v>0.41199999999999998</c:v>
                </c:pt>
                <c:pt idx="13">
                  <c:v>0.41299999999999998</c:v>
                </c:pt>
                <c:pt idx="14">
                  <c:v>0.41399999999999998</c:v>
                </c:pt>
                <c:pt idx="15">
                  <c:v>0.41499999999999998</c:v>
                </c:pt>
                <c:pt idx="16">
                  <c:v>0.41599999999999998</c:v>
                </c:pt>
                <c:pt idx="17">
                  <c:v>0.41699999999999998</c:v>
                </c:pt>
                <c:pt idx="18">
                  <c:v>0.41799999999999998</c:v>
                </c:pt>
                <c:pt idx="19">
                  <c:v>0.41899999999999998</c:v>
                </c:pt>
                <c:pt idx="20">
                  <c:v>0.42</c:v>
                </c:pt>
                <c:pt idx="21">
                  <c:v>0.42099999999999999</c:v>
                </c:pt>
                <c:pt idx="22">
                  <c:v>0.42199999999999999</c:v>
                </c:pt>
                <c:pt idx="23">
                  <c:v>0.42299999999999999</c:v>
                </c:pt>
                <c:pt idx="24">
                  <c:v>0.42399999999999999</c:v>
                </c:pt>
                <c:pt idx="25">
                  <c:v>0.42499999999999999</c:v>
                </c:pt>
                <c:pt idx="26">
                  <c:v>0.42599999999999999</c:v>
                </c:pt>
                <c:pt idx="27">
                  <c:v>0.42699999999999999</c:v>
                </c:pt>
                <c:pt idx="28">
                  <c:v>0.42799999999999999</c:v>
                </c:pt>
                <c:pt idx="29">
                  <c:v>0.42899999999999999</c:v>
                </c:pt>
                <c:pt idx="30">
                  <c:v>0.43</c:v>
                </c:pt>
                <c:pt idx="31">
                  <c:v>0.43099999999999999</c:v>
                </c:pt>
                <c:pt idx="32">
                  <c:v>0.432</c:v>
                </c:pt>
                <c:pt idx="33">
                  <c:v>0.433</c:v>
                </c:pt>
                <c:pt idx="34">
                  <c:v>0.434</c:v>
                </c:pt>
                <c:pt idx="35">
                  <c:v>0.435</c:v>
                </c:pt>
                <c:pt idx="36">
                  <c:v>0.436</c:v>
                </c:pt>
                <c:pt idx="37">
                  <c:v>0.437</c:v>
                </c:pt>
                <c:pt idx="38">
                  <c:v>0.438</c:v>
                </c:pt>
                <c:pt idx="39">
                  <c:v>0.439</c:v>
                </c:pt>
                <c:pt idx="40">
                  <c:v>0.44</c:v>
                </c:pt>
                <c:pt idx="41">
                  <c:v>0.441</c:v>
                </c:pt>
                <c:pt idx="42">
                  <c:v>0.442</c:v>
                </c:pt>
                <c:pt idx="43">
                  <c:v>0.443</c:v>
                </c:pt>
                <c:pt idx="44">
                  <c:v>0.44400000000000001</c:v>
                </c:pt>
                <c:pt idx="45">
                  <c:v>0.44500000000000001</c:v>
                </c:pt>
                <c:pt idx="46">
                  <c:v>0.44600000000000001</c:v>
                </c:pt>
                <c:pt idx="47">
                  <c:v>0.44700000000000001</c:v>
                </c:pt>
                <c:pt idx="48">
                  <c:v>0.44800000000000001</c:v>
                </c:pt>
                <c:pt idx="49">
                  <c:v>0.44900000000000001</c:v>
                </c:pt>
                <c:pt idx="50">
                  <c:v>0.45</c:v>
                </c:pt>
                <c:pt idx="51">
                  <c:v>0.45100000000000001</c:v>
                </c:pt>
                <c:pt idx="52">
                  <c:v>0.45200000000000001</c:v>
                </c:pt>
                <c:pt idx="53">
                  <c:v>0.45300000000000001</c:v>
                </c:pt>
                <c:pt idx="54">
                  <c:v>0.45400000000000001</c:v>
                </c:pt>
                <c:pt idx="55">
                  <c:v>0.45500000000000002</c:v>
                </c:pt>
                <c:pt idx="56">
                  <c:v>0.45600000000000002</c:v>
                </c:pt>
                <c:pt idx="57">
                  <c:v>0.45700000000000002</c:v>
                </c:pt>
                <c:pt idx="58">
                  <c:v>0.45800000000000002</c:v>
                </c:pt>
                <c:pt idx="59">
                  <c:v>0.45900000000000002</c:v>
                </c:pt>
                <c:pt idx="60">
                  <c:v>0.46</c:v>
                </c:pt>
                <c:pt idx="61">
                  <c:v>0.46100000000000002</c:v>
                </c:pt>
                <c:pt idx="62">
                  <c:v>0.46200000000000002</c:v>
                </c:pt>
                <c:pt idx="63">
                  <c:v>0.46300000000000002</c:v>
                </c:pt>
                <c:pt idx="64">
                  <c:v>0.46400000000000002</c:v>
                </c:pt>
                <c:pt idx="65">
                  <c:v>0.46500000000000002</c:v>
                </c:pt>
                <c:pt idx="66">
                  <c:v>0.46600000000000003</c:v>
                </c:pt>
                <c:pt idx="67">
                  <c:v>0.46700000000000003</c:v>
                </c:pt>
                <c:pt idx="68">
                  <c:v>0.46800000000000003</c:v>
                </c:pt>
                <c:pt idx="69">
                  <c:v>0.46899999999999997</c:v>
                </c:pt>
                <c:pt idx="70">
                  <c:v>0.47</c:v>
                </c:pt>
                <c:pt idx="71">
                  <c:v>0.47099999999999997</c:v>
                </c:pt>
                <c:pt idx="72">
                  <c:v>0.47199999999999998</c:v>
                </c:pt>
                <c:pt idx="73">
                  <c:v>0.47299999999999998</c:v>
                </c:pt>
                <c:pt idx="74">
                  <c:v>0.47399999999999998</c:v>
                </c:pt>
                <c:pt idx="75">
                  <c:v>0.47499999999999998</c:v>
                </c:pt>
                <c:pt idx="76">
                  <c:v>0.47599999999999998</c:v>
                </c:pt>
                <c:pt idx="77">
                  <c:v>0.47699999999999998</c:v>
                </c:pt>
                <c:pt idx="78">
                  <c:v>0.47799999999999998</c:v>
                </c:pt>
                <c:pt idx="79">
                  <c:v>0.47899999999999998</c:v>
                </c:pt>
                <c:pt idx="80">
                  <c:v>0.48</c:v>
                </c:pt>
                <c:pt idx="81">
                  <c:v>0.48099999999999998</c:v>
                </c:pt>
                <c:pt idx="82">
                  <c:v>0.48199999999999998</c:v>
                </c:pt>
                <c:pt idx="83">
                  <c:v>0.48299999999999998</c:v>
                </c:pt>
                <c:pt idx="84">
                  <c:v>0.48399999999999999</c:v>
                </c:pt>
                <c:pt idx="85">
                  <c:v>0.48499999999999999</c:v>
                </c:pt>
                <c:pt idx="86">
                  <c:v>0.48599999999999999</c:v>
                </c:pt>
                <c:pt idx="87">
                  <c:v>0.48699999999999999</c:v>
                </c:pt>
                <c:pt idx="88">
                  <c:v>0.48799999999999999</c:v>
                </c:pt>
                <c:pt idx="89">
                  <c:v>0.48899999999999999</c:v>
                </c:pt>
                <c:pt idx="90">
                  <c:v>0.49</c:v>
                </c:pt>
                <c:pt idx="91">
                  <c:v>0.49099999999999999</c:v>
                </c:pt>
                <c:pt idx="92">
                  <c:v>0.49199999999999999</c:v>
                </c:pt>
                <c:pt idx="93">
                  <c:v>0.49299999999999999</c:v>
                </c:pt>
                <c:pt idx="94">
                  <c:v>0.49399999999999999</c:v>
                </c:pt>
                <c:pt idx="95">
                  <c:v>0.495</c:v>
                </c:pt>
                <c:pt idx="96">
                  <c:v>0.496</c:v>
                </c:pt>
                <c:pt idx="97">
                  <c:v>0.497</c:v>
                </c:pt>
                <c:pt idx="98">
                  <c:v>0.498</c:v>
                </c:pt>
                <c:pt idx="99">
                  <c:v>0.499</c:v>
                </c:pt>
                <c:pt idx="100">
                  <c:v>0.5</c:v>
                </c:pt>
                <c:pt idx="101">
                  <c:v>0.501</c:v>
                </c:pt>
                <c:pt idx="102">
                  <c:v>0.502</c:v>
                </c:pt>
                <c:pt idx="103">
                  <c:v>0.503</c:v>
                </c:pt>
                <c:pt idx="104">
                  <c:v>0.504</c:v>
                </c:pt>
                <c:pt idx="105">
                  <c:v>0.505</c:v>
                </c:pt>
                <c:pt idx="106">
                  <c:v>0.50600000000000001</c:v>
                </c:pt>
                <c:pt idx="107">
                  <c:v>0.50700000000000001</c:v>
                </c:pt>
                <c:pt idx="108">
                  <c:v>0.50800000000000001</c:v>
                </c:pt>
                <c:pt idx="109">
                  <c:v>0.50900000000000001</c:v>
                </c:pt>
                <c:pt idx="110">
                  <c:v>0.51</c:v>
                </c:pt>
                <c:pt idx="111">
                  <c:v>0.51100000000000001</c:v>
                </c:pt>
                <c:pt idx="112">
                  <c:v>0.51200000000000001</c:v>
                </c:pt>
                <c:pt idx="113">
                  <c:v>0.51300000000000001</c:v>
                </c:pt>
                <c:pt idx="114">
                  <c:v>0.51400000000000001</c:v>
                </c:pt>
                <c:pt idx="115">
                  <c:v>0.51500000000000001</c:v>
                </c:pt>
                <c:pt idx="116">
                  <c:v>0.51600000000000001</c:v>
                </c:pt>
                <c:pt idx="117">
                  <c:v>0.51700000000000002</c:v>
                </c:pt>
                <c:pt idx="118">
                  <c:v>0.51800000000000002</c:v>
                </c:pt>
                <c:pt idx="119">
                  <c:v>0.51900000000000002</c:v>
                </c:pt>
                <c:pt idx="120">
                  <c:v>0.52</c:v>
                </c:pt>
                <c:pt idx="121">
                  <c:v>0.52100000000000002</c:v>
                </c:pt>
                <c:pt idx="122">
                  <c:v>0.52200000000000002</c:v>
                </c:pt>
                <c:pt idx="123">
                  <c:v>0.52300000000000002</c:v>
                </c:pt>
                <c:pt idx="124">
                  <c:v>0.52400000000000002</c:v>
                </c:pt>
                <c:pt idx="125">
                  <c:v>0.52500000000000002</c:v>
                </c:pt>
                <c:pt idx="126">
                  <c:v>0.52600000000000002</c:v>
                </c:pt>
                <c:pt idx="127">
                  <c:v>0.52700000000000002</c:v>
                </c:pt>
                <c:pt idx="128">
                  <c:v>0.52800000000000002</c:v>
                </c:pt>
                <c:pt idx="129">
                  <c:v>0.52900000000000003</c:v>
                </c:pt>
                <c:pt idx="130">
                  <c:v>0.53</c:v>
                </c:pt>
                <c:pt idx="131">
                  <c:v>0.53100000000000003</c:v>
                </c:pt>
                <c:pt idx="132">
                  <c:v>0.53200000000000003</c:v>
                </c:pt>
                <c:pt idx="133">
                  <c:v>0.53300000000000003</c:v>
                </c:pt>
                <c:pt idx="134">
                  <c:v>0.53400000000000003</c:v>
                </c:pt>
                <c:pt idx="135">
                  <c:v>0.53500000000000003</c:v>
                </c:pt>
                <c:pt idx="136">
                  <c:v>0.53600000000000003</c:v>
                </c:pt>
                <c:pt idx="137">
                  <c:v>0.53700000000000003</c:v>
                </c:pt>
                <c:pt idx="138">
                  <c:v>0.53800000000000003</c:v>
                </c:pt>
                <c:pt idx="139">
                  <c:v>0.53900000000000003</c:v>
                </c:pt>
                <c:pt idx="140">
                  <c:v>0.54</c:v>
                </c:pt>
                <c:pt idx="141">
                  <c:v>0.54100000000000004</c:v>
                </c:pt>
                <c:pt idx="142">
                  <c:v>0.54200000000000004</c:v>
                </c:pt>
                <c:pt idx="143">
                  <c:v>0.54300000000000004</c:v>
                </c:pt>
                <c:pt idx="144">
                  <c:v>0.54400000000000004</c:v>
                </c:pt>
                <c:pt idx="145">
                  <c:v>0.54500000000000004</c:v>
                </c:pt>
                <c:pt idx="146">
                  <c:v>0.54600000000000004</c:v>
                </c:pt>
                <c:pt idx="147">
                  <c:v>0.54700000000000004</c:v>
                </c:pt>
                <c:pt idx="148">
                  <c:v>0.54800000000000004</c:v>
                </c:pt>
                <c:pt idx="149">
                  <c:v>0.54900000000000004</c:v>
                </c:pt>
                <c:pt idx="150">
                  <c:v>0.55000000000000004</c:v>
                </c:pt>
                <c:pt idx="151">
                  <c:v>0.55100000000000005</c:v>
                </c:pt>
                <c:pt idx="152">
                  <c:v>0.55200000000000005</c:v>
                </c:pt>
                <c:pt idx="153">
                  <c:v>0.55300000000000005</c:v>
                </c:pt>
                <c:pt idx="154">
                  <c:v>0.55400000000000005</c:v>
                </c:pt>
                <c:pt idx="155">
                  <c:v>0.55500000000000005</c:v>
                </c:pt>
                <c:pt idx="156">
                  <c:v>0.55600000000000005</c:v>
                </c:pt>
                <c:pt idx="157">
                  <c:v>0.55700000000000005</c:v>
                </c:pt>
                <c:pt idx="158">
                  <c:v>0.55800000000000005</c:v>
                </c:pt>
                <c:pt idx="159">
                  <c:v>0.55900000000000005</c:v>
                </c:pt>
                <c:pt idx="160">
                  <c:v>0.56000000000000005</c:v>
                </c:pt>
                <c:pt idx="161">
                  <c:v>0.56100000000000005</c:v>
                </c:pt>
                <c:pt idx="162">
                  <c:v>0.56200000000000006</c:v>
                </c:pt>
                <c:pt idx="163">
                  <c:v>0.56299999999999994</c:v>
                </c:pt>
                <c:pt idx="164">
                  <c:v>0.56399999999999995</c:v>
                </c:pt>
                <c:pt idx="165">
                  <c:v>0.56499999999999995</c:v>
                </c:pt>
                <c:pt idx="166">
                  <c:v>0.56599999999999995</c:v>
                </c:pt>
                <c:pt idx="167">
                  <c:v>0.56699999999999995</c:v>
                </c:pt>
                <c:pt idx="168">
                  <c:v>0.56799999999999995</c:v>
                </c:pt>
                <c:pt idx="169">
                  <c:v>0.56899999999999995</c:v>
                </c:pt>
                <c:pt idx="170">
                  <c:v>0.56999999999999995</c:v>
                </c:pt>
                <c:pt idx="171">
                  <c:v>0.57099999999999995</c:v>
                </c:pt>
                <c:pt idx="172">
                  <c:v>0.57199999999999995</c:v>
                </c:pt>
                <c:pt idx="173">
                  <c:v>0.57299999999999995</c:v>
                </c:pt>
                <c:pt idx="174">
                  <c:v>0.57399999999999995</c:v>
                </c:pt>
                <c:pt idx="175">
                  <c:v>0.57499999999999996</c:v>
                </c:pt>
                <c:pt idx="176">
                  <c:v>0.57599999999999996</c:v>
                </c:pt>
                <c:pt idx="177">
                  <c:v>0.57699999999999996</c:v>
                </c:pt>
                <c:pt idx="178">
                  <c:v>0.57799999999999996</c:v>
                </c:pt>
                <c:pt idx="179">
                  <c:v>0.57899999999999996</c:v>
                </c:pt>
                <c:pt idx="180">
                  <c:v>0.57999999999999996</c:v>
                </c:pt>
                <c:pt idx="181">
                  <c:v>0.58099999999999996</c:v>
                </c:pt>
                <c:pt idx="182">
                  <c:v>0.58199999999999996</c:v>
                </c:pt>
                <c:pt idx="183">
                  <c:v>0.58299999999999996</c:v>
                </c:pt>
                <c:pt idx="184">
                  <c:v>0.58399999999999996</c:v>
                </c:pt>
                <c:pt idx="185">
                  <c:v>0.58499999999999996</c:v>
                </c:pt>
                <c:pt idx="186">
                  <c:v>0.58599999999999997</c:v>
                </c:pt>
                <c:pt idx="187">
                  <c:v>0.58699999999999997</c:v>
                </c:pt>
                <c:pt idx="188">
                  <c:v>0.58799999999999997</c:v>
                </c:pt>
                <c:pt idx="189">
                  <c:v>0.58899999999999997</c:v>
                </c:pt>
                <c:pt idx="190">
                  <c:v>0.59</c:v>
                </c:pt>
                <c:pt idx="191">
                  <c:v>0.59099999999999997</c:v>
                </c:pt>
                <c:pt idx="192">
                  <c:v>0.59199999999999997</c:v>
                </c:pt>
                <c:pt idx="193">
                  <c:v>0.59299999999999997</c:v>
                </c:pt>
                <c:pt idx="194">
                  <c:v>0.59399999999999997</c:v>
                </c:pt>
                <c:pt idx="195">
                  <c:v>0.59499999999999997</c:v>
                </c:pt>
                <c:pt idx="196">
                  <c:v>0.59599999999999997</c:v>
                </c:pt>
                <c:pt idx="197">
                  <c:v>0.59699999999999998</c:v>
                </c:pt>
                <c:pt idx="198">
                  <c:v>0.59799999999999998</c:v>
                </c:pt>
                <c:pt idx="199">
                  <c:v>0.59899999999999998</c:v>
                </c:pt>
                <c:pt idx="200">
                  <c:v>0.6</c:v>
                </c:pt>
                <c:pt idx="201">
                  <c:v>0.60099999999999998</c:v>
                </c:pt>
                <c:pt idx="202">
                  <c:v>0.60199999999999998</c:v>
                </c:pt>
                <c:pt idx="203">
                  <c:v>0.60299999999999998</c:v>
                </c:pt>
                <c:pt idx="204">
                  <c:v>0.60399999999999998</c:v>
                </c:pt>
                <c:pt idx="205">
                  <c:v>0.60499999999999998</c:v>
                </c:pt>
                <c:pt idx="206">
                  <c:v>0.60599999999999998</c:v>
                </c:pt>
                <c:pt idx="207">
                  <c:v>0.60699999999999998</c:v>
                </c:pt>
                <c:pt idx="208">
                  <c:v>0.60799999999999998</c:v>
                </c:pt>
                <c:pt idx="209">
                  <c:v>0.60899999999999999</c:v>
                </c:pt>
                <c:pt idx="210">
                  <c:v>0.61</c:v>
                </c:pt>
                <c:pt idx="211">
                  <c:v>0.61099999999999999</c:v>
                </c:pt>
                <c:pt idx="212">
                  <c:v>0.61199999999999999</c:v>
                </c:pt>
                <c:pt idx="213">
                  <c:v>0.61299999999999999</c:v>
                </c:pt>
                <c:pt idx="214">
                  <c:v>0.61399999999999999</c:v>
                </c:pt>
                <c:pt idx="215">
                  <c:v>0.61499999999999999</c:v>
                </c:pt>
                <c:pt idx="216">
                  <c:v>0.61599999999999999</c:v>
                </c:pt>
                <c:pt idx="217">
                  <c:v>0.61699999999999999</c:v>
                </c:pt>
                <c:pt idx="218">
                  <c:v>0.61799999999999999</c:v>
                </c:pt>
                <c:pt idx="219">
                  <c:v>0.61899999999999999</c:v>
                </c:pt>
                <c:pt idx="220">
                  <c:v>0.62</c:v>
                </c:pt>
                <c:pt idx="221">
                  <c:v>0.621</c:v>
                </c:pt>
                <c:pt idx="222">
                  <c:v>0.622</c:v>
                </c:pt>
                <c:pt idx="223">
                  <c:v>0.623</c:v>
                </c:pt>
                <c:pt idx="224">
                  <c:v>0.624</c:v>
                </c:pt>
                <c:pt idx="225">
                  <c:v>0.625</c:v>
                </c:pt>
                <c:pt idx="226">
                  <c:v>0.626</c:v>
                </c:pt>
                <c:pt idx="227">
                  <c:v>0.627</c:v>
                </c:pt>
                <c:pt idx="228">
                  <c:v>0.628</c:v>
                </c:pt>
                <c:pt idx="229">
                  <c:v>0.629</c:v>
                </c:pt>
                <c:pt idx="230">
                  <c:v>0.63</c:v>
                </c:pt>
                <c:pt idx="231">
                  <c:v>0.63100000000000001</c:v>
                </c:pt>
                <c:pt idx="232">
                  <c:v>0.63200000000000001</c:v>
                </c:pt>
                <c:pt idx="233">
                  <c:v>0.63300000000000001</c:v>
                </c:pt>
                <c:pt idx="234">
                  <c:v>0.63400000000000001</c:v>
                </c:pt>
                <c:pt idx="235">
                  <c:v>0.63500000000000001</c:v>
                </c:pt>
                <c:pt idx="236">
                  <c:v>0.63600000000000001</c:v>
                </c:pt>
                <c:pt idx="237">
                  <c:v>0.63700000000000001</c:v>
                </c:pt>
                <c:pt idx="238">
                  <c:v>0.63800000000000001</c:v>
                </c:pt>
                <c:pt idx="239">
                  <c:v>0.63900000000000001</c:v>
                </c:pt>
                <c:pt idx="240">
                  <c:v>0.64</c:v>
                </c:pt>
                <c:pt idx="241">
                  <c:v>0.64100000000000001</c:v>
                </c:pt>
                <c:pt idx="242">
                  <c:v>0.64200000000000002</c:v>
                </c:pt>
                <c:pt idx="243">
                  <c:v>0.64300000000000002</c:v>
                </c:pt>
                <c:pt idx="244">
                  <c:v>0.64400000000000002</c:v>
                </c:pt>
                <c:pt idx="245">
                  <c:v>0.64500000000000002</c:v>
                </c:pt>
                <c:pt idx="246">
                  <c:v>0.64600000000000002</c:v>
                </c:pt>
                <c:pt idx="247">
                  <c:v>0.64700000000000002</c:v>
                </c:pt>
                <c:pt idx="248">
                  <c:v>0.64800000000000002</c:v>
                </c:pt>
                <c:pt idx="249">
                  <c:v>0.64900000000000002</c:v>
                </c:pt>
                <c:pt idx="250">
                  <c:v>0.65</c:v>
                </c:pt>
                <c:pt idx="251">
                  <c:v>0.65100000000000002</c:v>
                </c:pt>
                <c:pt idx="252">
                  <c:v>0.65200000000000002</c:v>
                </c:pt>
                <c:pt idx="253">
                  <c:v>0.65300000000000002</c:v>
                </c:pt>
                <c:pt idx="254">
                  <c:v>0.65400000000000003</c:v>
                </c:pt>
                <c:pt idx="255">
                  <c:v>0.65500000000000003</c:v>
                </c:pt>
                <c:pt idx="256">
                  <c:v>0.65600000000000003</c:v>
                </c:pt>
                <c:pt idx="257">
                  <c:v>0.65700000000000003</c:v>
                </c:pt>
                <c:pt idx="258">
                  <c:v>0.65800000000000003</c:v>
                </c:pt>
                <c:pt idx="259">
                  <c:v>0.65900000000000003</c:v>
                </c:pt>
                <c:pt idx="260">
                  <c:v>0.66</c:v>
                </c:pt>
                <c:pt idx="261">
                  <c:v>0.66100000000000003</c:v>
                </c:pt>
                <c:pt idx="262">
                  <c:v>0.66200000000000003</c:v>
                </c:pt>
                <c:pt idx="263">
                  <c:v>0.66300000000000003</c:v>
                </c:pt>
                <c:pt idx="264">
                  <c:v>0.66400000000000003</c:v>
                </c:pt>
                <c:pt idx="265">
                  <c:v>0.66500000000000004</c:v>
                </c:pt>
                <c:pt idx="266">
                  <c:v>0.66600000000000004</c:v>
                </c:pt>
                <c:pt idx="267">
                  <c:v>0.66700000000000004</c:v>
                </c:pt>
                <c:pt idx="268">
                  <c:v>0.66800000000000004</c:v>
                </c:pt>
                <c:pt idx="269">
                  <c:v>0.66900000000000004</c:v>
                </c:pt>
                <c:pt idx="270">
                  <c:v>0.67</c:v>
                </c:pt>
                <c:pt idx="271">
                  <c:v>0.67100000000000004</c:v>
                </c:pt>
                <c:pt idx="272">
                  <c:v>0.67200000000000004</c:v>
                </c:pt>
                <c:pt idx="273">
                  <c:v>0.67300000000000004</c:v>
                </c:pt>
                <c:pt idx="274">
                  <c:v>0.67400000000000004</c:v>
                </c:pt>
                <c:pt idx="275">
                  <c:v>0.67500000000000004</c:v>
                </c:pt>
                <c:pt idx="276">
                  <c:v>0.67600000000000005</c:v>
                </c:pt>
                <c:pt idx="277">
                  <c:v>0.67700000000000005</c:v>
                </c:pt>
                <c:pt idx="278">
                  <c:v>0.67800000000000005</c:v>
                </c:pt>
                <c:pt idx="279">
                  <c:v>0.67900000000000005</c:v>
                </c:pt>
                <c:pt idx="280">
                  <c:v>0.68</c:v>
                </c:pt>
                <c:pt idx="281">
                  <c:v>0.68100000000000005</c:v>
                </c:pt>
                <c:pt idx="282">
                  <c:v>0.68200000000000005</c:v>
                </c:pt>
                <c:pt idx="283">
                  <c:v>0.68300000000000005</c:v>
                </c:pt>
                <c:pt idx="284">
                  <c:v>0.68400000000000005</c:v>
                </c:pt>
                <c:pt idx="285">
                  <c:v>0.68500000000000005</c:v>
                </c:pt>
                <c:pt idx="286">
                  <c:v>0.68600000000000005</c:v>
                </c:pt>
                <c:pt idx="287">
                  <c:v>0.68700000000000006</c:v>
                </c:pt>
                <c:pt idx="288">
                  <c:v>0.68799999999999994</c:v>
                </c:pt>
                <c:pt idx="289">
                  <c:v>0.68899999999999995</c:v>
                </c:pt>
                <c:pt idx="290">
                  <c:v>0.69</c:v>
                </c:pt>
                <c:pt idx="291">
                  <c:v>0.69099999999999995</c:v>
                </c:pt>
                <c:pt idx="292">
                  <c:v>0.69199999999999995</c:v>
                </c:pt>
                <c:pt idx="293">
                  <c:v>0.69299999999999995</c:v>
                </c:pt>
                <c:pt idx="294">
                  <c:v>0.69399999999999995</c:v>
                </c:pt>
                <c:pt idx="295">
                  <c:v>0.69499999999999995</c:v>
                </c:pt>
                <c:pt idx="296">
                  <c:v>0.69599999999999995</c:v>
                </c:pt>
                <c:pt idx="297">
                  <c:v>0.69699999999999995</c:v>
                </c:pt>
                <c:pt idx="298">
                  <c:v>0.69799999999999995</c:v>
                </c:pt>
                <c:pt idx="299">
                  <c:v>0.69899999999999995</c:v>
                </c:pt>
                <c:pt idx="300">
                  <c:v>0.7</c:v>
                </c:pt>
                <c:pt idx="301">
                  <c:v>0.70099999999999996</c:v>
                </c:pt>
                <c:pt idx="302">
                  <c:v>0.70199999999999996</c:v>
                </c:pt>
                <c:pt idx="303">
                  <c:v>0.70299999999999996</c:v>
                </c:pt>
                <c:pt idx="304">
                  <c:v>0.70399999999999996</c:v>
                </c:pt>
                <c:pt idx="305">
                  <c:v>0.70499999999999996</c:v>
                </c:pt>
                <c:pt idx="306">
                  <c:v>0.70599999999999996</c:v>
                </c:pt>
                <c:pt idx="307">
                  <c:v>0.70699999999999996</c:v>
                </c:pt>
                <c:pt idx="308">
                  <c:v>0.70799999999999996</c:v>
                </c:pt>
                <c:pt idx="309">
                  <c:v>0.70899999999999996</c:v>
                </c:pt>
                <c:pt idx="310">
                  <c:v>0.71</c:v>
                </c:pt>
                <c:pt idx="311">
                  <c:v>0.71099999999999997</c:v>
                </c:pt>
                <c:pt idx="312">
                  <c:v>0.71199999999999997</c:v>
                </c:pt>
                <c:pt idx="313">
                  <c:v>0.71299999999999997</c:v>
                </c:pt>
                <c:pt idx="314">
                  <c:v>0.71399999999999997</c:v>
                </c:pt>
                <c:pt idx="315">
                  <c:v>0.71499999999999997</c:v>
                </c:pt>
                <c:pt idx="316">
                  <c:v>0.71599999999999997</c:v>
                </c:pt>
                <c:pt idx="317">
                  <c:v>0.71699999999999997</c:v>
                </c:pt>
                <c:pt idx="318">
                  <c:v>0.71799999999999997</c:v>
                </c:pt>
                <c:pt idx="319">
                  <c:v>0.71899999999999997</c:v>
                </c:pt>
                <c:pt idx="320">
                  <c:v>0.72</c:v>
                </c:pt>
                <c:pt idx="321">
                  <c:v>0.72099999999999997</c:v>
                </c:pt>
                <c:pt idx="322">
                  <c:v>0.72199999999999998</c:v>
                </c:pt>
                <c:pt idx="323">
                  <c:v>0.72299999999999998</c:v>
                </c:pt>
                <c:pt idx="324">
                  <c:v>0.72399999999999998</c:v>
                </c:pt>
                <c:pt idx="325">
                  <c:v>0.72499999999999998</c:v>
                </c:pt>
                <c:pt idx="326">
                  <c:v>0.72599999999999998</c:v>
                </c:pt>
                <c:pt idx="327">
                  <c:v>0.72699999999999998</c:v>
                </c:pt>
                <c:pt idx="328">
                  <c:v>0.72799999999999998</c:v>
                </c:pt>
                <c:pt idx="329">
                  <c:v>0.72899999999999998</c:v>
                </c:pt>
                <c:pt idx="330">
                  <c:v>0.73</c:v>
                </c:pt>
                <c:pt idx="331">
                  <c:v>0.73099999999999998</c:v>
                </c:pt>
                <c:pt idx="332">
                  <c:v>0.73199999999999998</c:v>
                </c:pt>
                <c:pt idx="333">
                  <c:v>0.73299999999999998</c:v>
                </c:pt>
                <c:pt idx="334">
                  <c:v>0.73399999999999999</c:v>
                </c:pt>
                <c:pt idx="335">
                  <c:v>0.73499999999999999</c:v>
                </c:pt>
                <c:pt idx="336">
                  <c:v>0.73599999999999999</c:v>
                </c:pt>
                <c:pt idx="337">
                  <c:v>0.73699999999999999</c:v>
                </c:pt>
                <c:pt idx="338">
                  <c:v>0.73799999999999999</c:v>
                </c:pt>
                <c:pt idx="339">
                  <c:v>0.73899999999999999</c:v>
                </c:pt>
                <c:pt idx="340">
                  <c:v>0.74</c:v>
                </c:pt>
                <c:pt idx="341">
                  <c:v>0.74099999999999999</c:v>
                </c:pt>
                <c:pt idx="342">
                  <c:v>0.74199999999999999</c:v>
                </c:pt>
                <c:pt idx="343">
                  <c:v>0.74299999999999999</c:v>
                </c:pt>
                <c:pt idx="344">
                  <c:v>0.74399999999999999</c:v>
                </c:pt>
                <c:pt idx="345">
                  <c:v>0.745</c:v>
                </c:pt>
                <c:pt idx="346">
                  <c:v>0.746</c:v>
                </c:pt>
                <c:pt idx="347">
                  <c:v>0.747</c:v>
                </c:pt>
                <c:pt idx="348">
                  <c:v>0.748</c:v>
                </c:pt>
                <c:pt idx="349">
                  <c:v>0.749</c:v>
                </c:pt>
                <c:pt idx="350">
                  <c:v>0.75</c:v>
                </c:pt>
                <c:pt idx="351">
                  <c:v>0.751</c:v>
                </c:pt>
                <c:pt idx="352">
                  <c:v>0.752</c:v>
                </c:pt>
                <c:pt idx="353">
                  <c:v>0.753</c:v>
                </c:pt>
                <c:pt idx="354">
                  <c:v>0.754</c:v>
                </c:pt>
                <c:pt idx="355">
                  <c:v>0.755</c:v>
                </c:pt>
                <c:pt idx="356">
                  <c:v>0.75600000000000001</c:v>
                </c:pt>
                <c:pt idx="357">
                  <c:v>0.75700000000000001</c:v>
                </c:pt>
                <c:pt idx="358">
                  <c:v>0.75800000000000001</c:v>
                </c:pt>
                <c:pt idx="359">
                  <c:v>0.75900000000000001</c:v>
                </c:pt>
                <c:pt idx="360">
                  <c:v>0.76</c:v>
                </c:pt>
                <c:pt idx="361">
                  <c:v>0.76100000000000001</c:v>
                </c:pt>
                <c:pt idx="362">
                  <c:v>0.76200000000000001</c:v>
                </c:pt>
                <c:pt idx="363">
                  <c:v>0.76300000000000001</c:v>
                </c:pt>
                <c:pt idx="364">
                  <c:v>0.76400000000000001</c:v>
                </c:pt>
                <c:pt idx="365">
                  <c:v>0.76500000000000001</c:v>
                </c:pt>
                <c:pt idx="366">
                  <c:v>0.76600000000000001</c:v>
                </c:pt>
                <c:pt idx="367">
                  <c:v>0.76700000000000002</c:v>
                </c:pt>
                <c:pt idx="368">
                  <c:v>0.76800000000000002</c:v>
                </c:pt>
                <c:pt idx="369">
                  <c:v>0.76900000000000002</c:v>
                </c:pt>
                <c:pt idx="370">
                  <c:v>0.77</c:v>
                </c:pt>
                <c:pt idx="371">
                  <c:v>0.77100000000000002</c:v>
                </c:pt>
                <c:pt idx="372">
                  <c:v>0.77200000000000002</c:v>
                </c:pt>
                <c:pt idx="373">
                  <c:v>0.77300000000000002</c:v>
                </c:pt>
                <c:pt idx="374">
                  <c:v>0.77400000000000002</c:v>
                </c:pt>
                <c:pt idx="375">
                  <c:v>0.77500000000000002</c:v>
                </c:pt>
                <c:pt idx="376">
                  <c:v>0.77600000000000002</c:v>
                </c:pt>
                <c:pt idx="377">
                  <c:v>0.77700000000000002</c:v>
                </c:pt>
                <c:pt idx="378">
                  <c:v>0.77800000000000002</c:v>
                </c:pt>
                <c:pt idx="379">
                  <c:v>0.77900000000000003</c:v>
                </c:pt>
                <c:pt idx="380">
                  <c:v>0.78</c:v>
                </c:pt>
                <c:pt idx="381">
                  <c:v>0.78100000000000003</c:v>
                </c:pt>
                <c:pt idx="382">
                  <c:v>0.78200000000000003</c:v>
                </c:pt>
                <c:pt idx="383">
                  <c:v>0.78300000000000003</c:v>
                </c:pt>
                <c:pt idx="384">
                  <c:v>0.78400000000000003</c:v>
                </c:pt>
                <c:pt idx="385">
                  <c:v>0.78500000000000003</c:v>
                </c:pt>
                <c:pt idx="386">
                  <c:v>0.78600000000000003</c:v>
                </c:pt>
                <c:pt idx="387">
                  <c:v>0.78700000000000003</c:v>
                </c:pt>
                <c:pt idx="388">
                  <c:v>0.78800000000000003</c:v>
                </c:pt>
                <c:pt idx="389">
                  <c:v>0.78900000000000003</c:v>
                </c:pt>
                <c:pt idx="390">
                  <c:v>0.79</c:v>
                </c:pt>
                <c:pt idx="391">
                  <c:v>0.79100000000000004</c:v>
                </c:pt>
                <c:pt idx="392">
                  <c:v>0.79200000000000004</c:v>
                </c:pt>
                <c:pt idx="393">
                  <c:v>0.79300000000000004</c:v>
                </c:pt>
                <c:pt idx="394">
                  <c:v>0.79400000000000004</c:v>
                </c:pt>
                <c:pt idx="395">
                  <c:v>0.79500000000000004</c:v>
                </c:pt>
                <c:pt idx="396">
                  <c:v>0.79600000000000004</c:v>
                </c:pt>
                <c:pt idx="397">
                  <c:v>0.79700000000000004</c:v>
                </c:pt>
                <c:pt idx="398">
                  <c:v>0.79800000000000004</c:v>
                </c:pt>
                <c:pt idx="399">
                  <c:v>0.79900000000000004</c:v>
                </c:pt>
                <c:pt idx="400">
                  <c:v>0.8</c:v>
                </c:pt>
                <c:pt idx="401">
                  <c:v>0.80100000000000005</c:v>
                </c:pt>
                <c:pt idx="402">
                  <c:v>0.80200000000000005</c:v>
                </c:pt>
                <c:pt idx="403">
                  <c:v>0.80300000000000005</c:v>
                </c:pt>
                <c:pt idx="404">
                  <c:v>0.80400000000000005</c:v>
                </c:pt>
                <c:pt idx="405">
                  <c:v>0.80500000000000005</c:v>
                </c:pt>
                <c:pt idx="406">
                  <c:v>0.80600000000000005</c:v>
                </c:pt>
                <c:pt idx="407">
                  <c:v>0.80700000000000005</c:v>
                </c:pt>
                <c:pt idx="408">
                  <c:v>0.80800000000000005</c:v>
                </c:pt>
                <c:pt idx="409">
                  <c:v>0.80900000000000005</c:v>
                </c:pt>
                <c:pt idx="410">
                  <c:v>0.81</c:v>
                </c:pt>
                <c:pt idx="411">
                  <c:v>0.81100000000000005</c:v>
                </c:pt>
                <c:pt idx="412">
                  <c:v>0.81200000000000006</c:v>
                </c:pt>
                <c:pt idx="413">
                  <c:v>0.81299999999999994</c:v>
                </c:pt>
                <c:pt idx="414">
                  <c:v>0.81399999999999995</c:v>
                </c:pt>
                <c:pt idx="415">
                  <c:v>0.81499999999999995</c:v>
                </c:pt>
                <c:pt idx="416">
                  <c:v>0.81599999999999995</c:v>
                </c:pt>
                <c:pt idx="417">
                  <c:v>0.81699999999999995</c:v>
                </c:pt>
                <c:pt idx="418">
                  <c:v>0.81799999999999995</c:v>
                </c:pt>
                <c:pt idx="419">
                  <c:v>0.81899999999999995</c:v>
                </c:pt>
                <c:pt idx="420">
                  <c:v>0.82</c:v>
                </c:pt>
                <c:pt idx="421">
                  <c:v>0.82099999999999995</c:v>
                </c:pt>
                <c:pt idx="422">
                  <c:v>0.82199999999999995</c:v>
                </c:pt>
                <c:pt idx="423">
                  <c:v>0.82299999999999995</c:v>
                </c:pt>
                <c:pt idx="424">
                  <c:v>0.82399999999999995</c:v>
                </c:pt>
                <c:pt idx="425">
                  <c:v>0.82499999999999996</c:v>
                </c:pt>
                <c:pt idx="426">
                  <c:v>0.82599999999999996</c:v>
                </c:pt>
                <c:pt idx="427">
                  <c:v>0.82699999999999996</c:v>
                </c:pt>
                <c:pt idx="428">
                  <c:v>0.82799999999999996</c:v>
                </c:pt>
                <c:pt idx="429">
                  <c:v>0.82899999999999996</c:v>
                </c:pt>
                <c:pt idx="430">
                  <c:v>0.83</c:v>
                </c:pt>
                <c:pt idx="431">
                  <c:v>0.83099999999999996</c:v>
                </c:pt>
                <c:pt idx="432">
                  <c:v>0.83199999999999996</c:v>
                </c:pt>
                <c:pt idx="433">
                  <c:v>0.83299999999999996</c:v>
                </c:pt>
                <c:pt idx="434">
                  <c:v>0.83399999999999996</c:v>
                </c:pt>
                <c:pt idx="435">
                  <c:v>0.83499999999999996</c:v>
                </c:pt>
                <c:pt idx="436">
                  <c:v>0.83599999999999997</c:v>
                </c:pt>
                <c:pt idx="437">
                  <c:v>0.83699999999999997</c:v>
                </c:pt>
                <c:pt idx="438">
                  <c:v>0.83799999999999997</c:v>
                </c:pt>
                <c:pt idx="439">
                  <c:v>0.83899999999999997</c:v>
                </c:pt>
                <c:pt idx="440">
                  <c:v>0.84</c:v>
                </c:pt>
                <c:pt idx="441">
                  <c:v>0.84099999999999997</c:v>
                </c:pt>
                <c:pt idx="442">
                  <c:v>0.84199999999999997</c:v>
                </c:pt>
                <c:pt idx="443">
                  <c:v>0.84299999999999997</c:v>
                </c:pt>
                <c:pt idx="444">
                  <c:v>0.84399999999999997</c:v>
                </c:pt>
                <c:pt idx="445">
                  <c:v>0.84499999999999997</c:v>
                </c:pt>
                <c:pt idx="446">
                  <c:v>0.84599999999999997</c:v>
                </c:pt>
                <c:pt idx="447">
                  <c:v>0.84699999999999998</c:v>
                </c:pt>
                <c:pt idx="448">
                  <c:v>0.84799999999999998</c:v>
                </c:pt>
                <c:pt idx="449">
                  <c:v>0.84899999999999998</c:v>
                </c:pt>
                <c:pt idx="450">
                  <c:v>0.85</c:v>
                </c:pt>
                <c:pt idx="451">
                  <c:v>0.85099999999999998</c:v>
                </c:pt>
                <c:pt idx="452">
                  <c:v>0.85199999999999998</c:v>
                </c:pt>
                <c:pt idx="453">
                  <c:v>0.85299999999999998</c:v>
                </c:pt>
                <c:pt idx="454">
                  <c:v>0.85399999999999998</c:v>
                </c:pt>
                <c:pt idx="455">
                  <c:v>0.85499999999999998</c:v>
                </c:pt>
                <c:pt idx="456">
                  <c:v>0.85599999999999998</c:v>
                </c:pt>
                <c:pt idx="457">
                  <c:v>0.85699999999999998</c:v>
                </c:pt>
                <c:pt idx="458">
                  <c:v>0.85799999999999998</c:v>
                </c:pt>
                <c:pt idx="459">
                  <c:v>0.85899999999999999</c:v>
                </c:pt>
                <c:pt idx="460">
                  <c:v>0.86</c:v>
                </c:pt>
                <c:pt idx="461">
                  <c:v>0.86099999999999999</c:v>
                </c:pt>
                <c:pt idx="462">
                  <c:v>0.86199999999999999</c:v>
                </c:pt>
                <c:pt idx="463">
                  <c:v>0.86299999999999999</c:v>
                </c:pt>
                <c:pt idx="464">
                  <c:v>0.86399999999999999</c:v>
                </c:pt>
                <c:pt idx="465">
                  <c:v>0.86499999999999999</c:v>
                </c:pt>
                <c:pt idx="466">
                  <c:v>0.86599999999999999</c:v>
                </c:pt>
                <c:pt idx="467">
                  <c:v>0.86699999999999999</c:v>
                </c:pt>
                <c:pt idx="468">
                  <c:v>0.86799999999999999</c:v>
                </c:pt>
                <c:pt idx="469">
                  <c:v>0.86899999999999999</c:v>
                </c:pt>
                <c:pt idx="470">
                  <c:v>0.87</c:v>
                </c:pt>
                <c:pt idx="471">
                  <c:v>0.871</c:v>
                </c:pt>
                <c:pt idx="472">
                  <c:v>0.872</c:v>
                </c:pt>
                <c:pt idx="473">
                  <c:v>0.873</c:v>
                </c:pt>
                <c:pt idx="474">
                  <c:v>0.874</c:v>
                </c:pt>
                <c:pt idx="475">
                  <c:v>0.875</c:v>
                </c:pt>
                <c:pt idx="476">
                  <c:v>0.876</c:v>
                </c:pt>
                <c:pt idx="477">
                  <c:v>0.877</c:v>
                </c:pt>
                <c:pt idx="478">
                  <c:v>0.878</c:v>
                </c:pt>
                <c:pt idx="479">
                  <c:v>0.879</c:v>
                </c:pt>
                <c:pt idx="480">
                  <c:v>0.88</c:v>
                </c:pt>
                <c:pt idx="481">
                  <c:v>0.88100000000000001</c:v>
                </c:pt>
                <c:pt idx="482">
                  <c:v>0.88200000000000001</c:v>
                </c:pt>
                <c:pt idx="483">
                  <c:v>0.88300000000000001</c:v>
                </c:pt>
                <c:pt idx="484">
                  <c:v>0.88400000000000001</c:v>
                </c:pt>
                <c:pt idx="485">
                  <c:v>0.88500000000000001</c:v>
                </c:pt>
                <c:pt idx="486">
                  <c:v>0.88600000000000001</c:v>
                </c:pt>
                <c:pt idx="487">
                  <c:v>0.88700000000000001</c:v>
                </c:pt>
                <c:pt idx="488">
                  <c:v>0.88800000000000001</c:v>
                </c:pt>
                <c:pt idx="489">
                  <c:v>0.88900000000000001</c:v>
                </c:pt>
                <c:pt idx="490">
                  <c:v>0.89</c:v>
                </c:pt>
                <c:pt idx="491">
                  <c:v>0.89100000000000001</c:v>
                </c:pt>
                <c:pt idx="492">
                  <c:v>0.89200000000000002</c:v>
                </c:pt>
                <c:pt idx="493">
                  <c:v>0.89300000000000002</c:v>
                </c:pt>
                <c:pt idx="494">
                  <c:v>0.89400000000000002</c:v>
                </c:pt>
                <c:pt idx="495">
                  <c:v>0.89500000000000002</c:v>
                </c:pt>
                <c:pt idx="496">
                  <c:v>0.89600000000000002</c:v>
                </c:pt>
                <c:pt idx="497">
                  <c:v>0.89700000000000002</c:v>
                </c:pt>
                <c:pt idx="498">
                  <c:v>0.89800000000000002</c:v>
                </c:pt>
                <c:pt idx="499">
                  <c:v>0.89900000000000002</c:v>
                </c:pt>
                <c:pt idx="500">
                  <c:v>0.9</c:v>
                </c:pt>
                <c:pt idx="501">
                  <c:v>0.90100000000000002</c:v>
                </c:pt>
                <c:pt idx="502">
                  <c:v>0.90200000000000002</c:v>
                </c:pt>
                <c:pt idx="503">
                  <c:v>0.90300000000000002</c:v>
                </c:pt>
                <c:pt idx="504">
                  <c:v>0.90400000000000003</c:v>
                </c:pt>
                <c:pt idx="505">
                  <c:v>0.90500000000000003</c:v>
                </c:pt>
                <c:pt idx="506">
                  <c:v>0.90600000000000003</c:v>
                </c:pt>
                <c:pt idx="507">
                  <c:v>0.90700000000000003</c:v>
                </c:pt>
                <c:pt idx="508">
                  <c:v>0.90800000000000003</c:v>
                </c:pt>
                <c:pt idx="509">
                  <c:v>0.90900000000000003</c:v>
                </c:pt>
                <c:pt idx="510">
                  <c:v>0.91</c:v>
                </c:pt>
                <c:pt idx="511">
                  <c:v>0.91100000000000003</c:v>
                </c:pt>
                <c:pt idx="512">
                  <c:v>0.91200000000000003</c:v>
                </c:pt>
                <c:pt idx="513">
                  <c:v>0.91300000000000003</c:v>
                </c:pt>
                <c:pt idx="514">
                  <c:v>0.91400000000000003</c:v>
                </c:pt>
                <c:pt idx="515">
                  <c:v>0.91500000000000004</c:v>
                </c:pt>
                <c:pt idx="516">
                  <c:v>0.91600000000000004</c:v>
                </c:pt>
                <c:pt idx="517">
                  <c:v>0.91700000000000004</c:v>
                </c:pt>
                <c:pt idx="518">
                  <c:v>0.91800000000000004</c:v>
                </c:pt>
                <c:pt idx="519">
                  <c:v>0.91900000000000004</c:v>
                </c:pt>
                <c:pt idx="520">
                  <c:v>0.92</c:v>
                </c:pt>
                <c:pt idx="521">
                  <c:v>0.92100000000000004</c:v>
                </c:pt>
                <c:pt idx="522">
                  <c:v>0.92200000000000004</c:v>
                </c:pt>
                <c:pt idx="523">
                  <c:v>0.92300000000000004</c:v>
                </c:pt>
                <c:pt idx="524">
                  <c:v>0.92400000000000004</c:v>
                </c:pt>
                <c:pt idx="525">
                  <c:v>0.92500000000000004</c:v>
                </c:pt>
                <c:pt idx="526">
                  <c:v>0.92600000000000005</c:v>
                </c:pt>
                <c:pt idx="527">
                  <c:v>0.92700000000000005</c:v>
                </c:pt>
                <c:pt idx="528">
                  <c:v>0.92800000000000005</c:v>
                </c:pt>
                <c:pt idx="529">
                  <c:v>0.92900000000000005</c:v>
                </c:pt>
                <c:pt idx="530">
                  <c:v>0.93</c:v>
                </c:pt>
                <c:pt idx="531">
                  <c:v>0.93100000000000005</c:v>
                </c:pt>
                <c:pt idx="532">
                  <c:v>0.93200000000000005</c:v>
                </c:pt>
                <c:pt idx="533">
                  <c:v>0.93300000000000005</c:v>
                </c:pt>
                <c:pt idx="534">
                  <c:v>0.93400000000000005</c:v>
                </c:pt>
                <c:pt idx="535">
                  <c:v>0.93500000000000005</c:v>
                </c:pt>
                <c:pt idx="536">
                  <c:v>0.93600000000000005</c:v>
                </c:pt>
                <c:pt idx="537">
                  <c:v>0.93700000000000006</c:v>
                </c:pt>
                <c:pt idx="538">
                  <c:v>0.93799999999999994</c:v>
                </c:pt>
                <c:pt idx="539">
                  <c:v>0.93899999999999995</c:v>
                </c:pt>
                <c:pt idx="540">
                  <c:v>0.94</c:v>
                </c:pt>
                <c:pt idx="541">
                  <c:v>0.94099999999999995</c:v>
                </c:pt>
                <c:pt idx="542">
                  <c:v>0.94199999999999995</c:v>
                </c:pt>
                <c:pt idx="543">
                  <c:v>0.94299999999999995</c:v>
                </c:pt>
                <c:pt idx="544">
                  <c:v>0.94399999999999995</c:v>
                </c:pt>
                <c:pt idx="545">
                  <c:v>0.94499999999999995</c:v>
                </c:pt>
                <c:pt idx="546">
                  <c:v>0.94599999999999995</c:v>
                </c:pt>
                <c:pt idx="547">
                  <c:v>0.94699999999999995</c:v>
                </c:pt>
                <c:pt idx="548">
                  <c:v>0.94799999999999995</c:v>
                </c:pt>
                <c:pt idx="549">
                  <c:v>0.94899999999999995</c:v>
                </c:pt>
                <c:pt idx="550">
                  <c:v>0.95</c:v>
                </c:pt>
                <c:pt idx="551">
                  <c:v>0.95099999999999996</c:v>
                </c:pt>
                <c:pt idx="552">
                  <c:v>0.95199999999999996</c:v>
                </c:pt>
                <c:pt idx="553">
                  <c:v>0.95299999999999996</c:v>
                </c:pt>
                <c:pt idx="554">
                  <c:v>0.95399999999999996</c:v>
                </c:pt>
                <c:pt idx="555">
                  <c:v>0.95499999999999996</c:v>
                </c:pt>
                <c:pt idx="556">
                  <c:v>0.95599999999999996</c:v>
                </c:pt>
                <c:pt idx="557">
                  <c:v>0.95699999999999996</c:v>
                </c:pt>
                <c:pt idx="558">
                  <c:v>0.95799999999999996</c:v>
                </c:pt>
                <c:pt idx="559">
                  <c:v>0.95899999999999996</c:v>
                </c:pt>
                <c:pt idx="560">
                  <c:v>0.96</c:v>
                </c:pt>
                <c:pt idx="561">
                  <c:v>0.96099999999999997</c:v>
                </c:pt>
                <c:pt idx="562">
                  <c:v>0.96199999999999997</c:v>
                </c:pt>
                <c:pt idx="563">
                  <c:v>0.96299999999999997</c:v>
                </c:pt>
                <c:pt idx="564">
                  <c:v>0.96399999999999997</c:v>
                </c:pt>
                <c:pt idx="565">
                  <c:v>0.96499999999999997</c:v>
                </c:pt>
                <c:pt idx="566">
                  <c:v>0.96599999999999997</c:v>
                </c:pt>
                <c:pt idx="567">
                  <c:v>0.96699999999999997</c:v>
                </c:pt>
                <c:pt idx="568">
                  <c:v>0.96799999999999997</c:v>
                </c:pt>
                <c:pt idx="569">
                  <c:v>0.96899999999999997</c:v>
                </c:pt>
                <c:pt idx="570">
                  <c:v>0.97</c:v>
                </c:pt>
                <c:pt idx="571">
                  <c:v>0.97099999999999997</c:v>
                </c:pt>
                <c:pt idx="572">
                  <c:v>0.97199999999999998</c:v>
                </c:pt>
                <c:pt idx="573">
                  <c:v>0.97299999999999998</c:v>
                </c:pt>
                <c:pt idx="574">
                  <c:v>0.97399999999999998</c:v>
                </c:pt>
                <c:pt idx="575">
                  <c:v>0.97499999999999998</c:v>
                </c:pt>
                <c:pt idx="576">
                  <c:v>0.97599999999999998</c:v>
                </c:pt>
                <c:pt idx="577">
                  <c:v>0.97699999999999998</c:v>
                </c:pt>
                <c:pt idx="578">
                  <c:v>0.97799999999999998</c:v>
                </c:pt>
                <c:pt idx="579">
                  <c:v>0.97899999999999998</c:v>
                </c:pt>
                <c:pt idx="580">
                  <c:v>0.98</c:v>
                </c:pt>
                <c:pt idx="581">
                  <c:v>0.98099999999999998</c:v>
                </c:pt>
                <c:pt idx="582">
                  <c:v>0.98199999999999998</c:v>
                </c:pt>
                <c:pt idx="583">
                  <c:v>0.98299999999999998</c:v>
                </c:pt>
                <c:pt idx="584">
                  <c:v>0.98399999999999999</c:v>
                </c:pt>
                <c:pt idx="585">
                  <c:v>0.98499999999999999</c:v>
                </c:pt>
                <c:pt idx="586">
                  <c:v>0.98599999999999999</c:v>
                </c:pt>
                <c:pt idx="587">
                  <c:v>0.98699999999999999</c:v>
                </c:pt>
                <c:pt idx="588">
                  <c:v>0.98799999999999999</c:v>
                </c:pt>
                <c:pt idx="589">
                  <c:v>0.98899999999999999</c:v>
                </c:pt>
                <c:pt idx="590">
                  <c:v>0.99</c:v>
                </c:pt>
                <c:pt idx="591">
                  <c:v>0.99099999999999999</c:v>
                </c:pt>
                <c:pt idx="592">
                  <c:v>0.99199999999999999</c:v>
                </c:pt>
                <c:pt idx="593">
                  <c:v>0.99299999999999999</c:v>
                </c:pt>
                <c:pt idx="594">
                  <c:v>0.99399999999999999</c:v>
                </c:pt>
                <c:pt idx="595">
                  <c:v>0.995</c:v>
                </c:pt>
                <c:pt idx="596">
                  <c:v>0.996</c:v>
                </c:pt>
                <c:pt idx="597">
                  <c:v>0.997</c:v>
                </c:pt>
                <c:pt idx="598">
                  <c:v>0.998</c:v>
                </c:pt>
                <c:pt idx="599">
                  <c:v>0.999</c:v>
                </c:pt>
                <c:pt idx="600">
                  <c:v>1</c:v>
                </c:pt>
                <c:pt idx="601">
                  <c:v>1.0009999999999999</c:v>
                </c:pt>
                <c:pt idx="602">
                  <c:v>1.002</c:v>
                </c:pt>
                <c:pt idx="603">
                  <c:v>1.0029999999999999</c:v>
                </c:pt>
                <c:pt idx="604">
                  <c:v>1.004</c:v>
                </c:pt>
                <c:pt idx="605">
                  <c:v>1.0049999999999999</c:v>
                </c:pt>
                <c:pt idx="606">
                  <c:v>1.006</c:v>
                </c:pt>
                <c:pt idx="607">
                  <c:v>1.0069999999999999</c:v>
                </c:pt>
                <c:pt idx="608">
                  <c:v>1.008</c:v>
                </c:pt>
                <c:pt idx="609">
                  <c:v>1.0089999999999999</c:v>
                </c:pt>
                <c:pt idx="610">
                  <c:v>1.01</c:v>
                </c:pt>
                <c:pt idx="611">
                  <c:v>1.0109999999999999</c:v>
                </c:pt>
                <c:pt idx="612">
                  <c:v>1.012</c:v>
                </c:pt>
                <c:pt idx="613">
                  <c:v>1.0129999999999999</c:v>
                </c:pt>
                <c:pt idx="614">
                  <c:v>1.014</c:v>
                </c:pt>
                <c:pt idx="615">
                  <c:v>1.0149999999999999</c:v>
                </c:pt>
                <c:pt idx="616">
                  <c:v>1.016</c:v>
                </c:pt>
                <c:pt idx="617">
                  <c:v>1.0169999999999999</c:v>
                </c:pt>
                <c:pt idx="618">
                  <c:v>1.018</c:v>
                </c:pt>
                <c:pt idx="619">
                  <c:v>1.0189999999999999</c:v>
                </c:pt>
                <c:pt idx="620">
                  <c:v>1.02</c:v>
                </c:pt>
                <c:pt idx="621">
                  <c:v>1.0209999999999999</c:v>
                </c:pt>
                <c:pt idx="622">
                  <c:v>1.022</c:v>
                </c:pt>
                <c:pt idx="623">
                  <c:v>1.0229999999999999</c:v>
                </c:pt>
                <c:pt idx="624">
                  <c:v>1.024</c:v>
                </c:pt>
                <c:pt idx="625">
                  <c:v>1.0249999999999999</c:v>
                </c:pt>
                <c:pt idx="626">
                  <c:v>1.026</c:v>
                </c:pt>
                <c:pt idx="627">
                  <c:v>1.0269999999999999</c:v>
                </c:pt>
                <c:pt idx="628">
                  <c:v>1.028</c:v>
                </c:pt>
                <c:pt idx="629">
                  <c:v>1.0289999999999999</c:v>
                </c:pt>
                <c:pt idx="630">
                  <c:v>1.03</c:v>
                </c:pt>
                <c:pt idx="631">
                  <c:v>1.0309999999999999</c:v>
                </c:pt>
                <c:pt idx="632">
                  <c:v>1.032</c:v>
                </c:pt>
                <c:pt idx="633">
                  <c:v>1.0329999999999999</c:v>
                </c:pt>
                <c:pt idx="634">
                  <c:v>1.034</c:v>
                </c:pt>
                <c:pt idx="635">
                  <c:v>1.0349999999999999</c:v>
                </c:pt>
                <c:pt idx="636">
                  <c:v>1.036</c:v>
                </c:pt>
                <c:pt idx="637">
                  <c:v>1.0369999999999999</c:v>
                </c:pt>
                <c:pt idx="638">
                  <c:v>1.038</c:v>
                </c:pt>
                <c:pt idx="639">
                  <c:v>1.0389999999999999</c:v>
                </c:pt>
                <c:pt idx="640">
                  <c:v>1.04</c:v>
                </c:pt>
                <c:pt idx="641">
                  <c:v>1.0409999999999999</c:v>
                </c:pt>
                <c:pt idx="642">
                  <c:v>1.042</c:v>
                </c:pt>
                <c:pt idx="643">
                  <c:v>1.0429999999999999</c:v>
                </c:pt>
                <c:pt idx="644">
                  <c:v>1.044</c:v>
                </c:pt>
                <c:pt idx="645">
                  <c:v>1.0449999999999999</c:v>
                </c:pt>
                <c:pt idx="646">
                  <c:v>1.046</c:v>
                </c:pt>
                <c:pt idx="647">
                  <c:v>1.0469999999999999</c:v>
                </c:pt>
                <c:pt idx="648">
                  <c:v>1.048</c:v>
                </c:pt>
                <c:pt idx="649">
                  <c:v>1.0489999999999999</c:v>
                </c:pt>
                <c:pt idx="650">
                  <c:v>1.05</c:v>
                </c:pt>
                <c:pt idx="651">
                  <c:v>1.0509999999999999</c:v>
                </c:pt>
                <c:pt idx="652">
                  <c:v>1.052</c:v>
                </c:pt>
                <c:pt idx="653">
                  <c:v>1.0529999999999999</c:v>
                </c:pt>
                <c:pt idx="654">
                  <c:v>1.054</c:v>
                </c:pt>
                <c:pt idx="655">
                  <c:v>1.0549999999999999</c:v>
                </c:pt>
                <c:pt idx="656">
                  <c:v>1.056</c:v>
                </c:pt>
                <c:pt idx="657">
                  <c:v>1.0569999999999999</c:v>
                </c:pt>
                <c:pt idx="658">
                  <c:v>1.0580000000000001</c:v>
                </c:pt>
                <c:pt idx="659">
                  <c:v>1.0589999999999999</c:v>
                </c:pt>
                <c:pt idx="660">
                  <c:v>1.06</c:v>
                </c:pt>
                <c:pt idx="661">
                  <c:v>1.0609999999999999</c:v>
                </c:pt>
                <c:pt idx="662">
                  <c:v>1.0620000000000001</c:v>
                </c:pt>
                <c:pt idx="663">
                  <c:v>1.0629999999999999</c:v>
                </c:pt>
                <c:pt idx="664">
                  <c:v>1.0640000000000001</c:v>
                </c:pt>
                <c:pt idx="665">
                  <c:v>1.0649999999999999</c:v>
                </c:pt>
                <c:pt idx="666">
                  <c:v>1.0660000000000001</c:v>
                </c:pt>
                <c:pt idx="667">
                  <c:v>1.0669999999999999</c:v>
                </c:pt>
                <c:pt idx="668">
                  <c:v>1.0680000000000001</c:v>
                </c:pt>
                <c:pt idx="669">
                  <c:v>1.069</c:v>
                </c:pt>
                <c:pt idx="670">
                  <c:v>1.07</c:v>
                </c:pt>
                <c:pt idx="671">
                  <c:v>1.071</c:v>
                </c:pt>
                <c:pt idx="672">
                  <c:v>1.0720000000000001</c:v>
                </c:pt>
                <c:pt idx="673">
                  <c:v>1.073</c:v>
                </c:pt>
                <c:pt idx="674">
                  <c:v>1.0740000000000001</c:v>
                </c:pt>
                <c:pt idx="675">
                  <c:v>1.075</c:v>
                </c:pt>
                <c:pt idx="676">
                  <c:v>1.0760000000000001</c:v>
                </c:pt>
                <c:pt idx="677">
                  <c:v>1.077</c:v>
                </c:pt>
                <c:pt idx="678">
                  <c:v>1.0780000000000001</c:v>
                </c:pt>
                <c:pt idx="679">
                  <c:v>1.079</c:v>
                </c:pt>
                <c:pt idx="680">
                  <c:v>1.08</c:v>
                </c:pt>
                <c:pt idx="681">
                  <c:v>1.081</c:v>
                </c:pt>
                <c:pt idx="682">
                  <c:v>1.0820000000000001</c:v>
                </c:pt>
                <c:pt idx="683">
                  <c:v>1.083</c:v>
                </c:pt>
                <c:pt idx="684">
                  <c:v>1.0840000000000001</c:v>
                </c:pt>
                <c:pt idx="685">
                  <c:v>1.085</c:v>
                </c:pt>
                <c:pt idx="686">
                  <c:v>1.0860000000000001</c:v>
                </c:pt>
                <c:pt idx="687">
                  <c:v>1.087</c:v>
                </c:pt>
                <c:pt idx="688">
                  <c:v>1.0880000000000001</c:v>
                </c:pt>
                <c:pt idx="689">
                  <c:v>1.089</c:v>
                </c:pt>
                <c:pt idx="690">
                  <c:v>1.0900000000000001</c:v>
                </c:pt>
                <c:pt idx="691">
                  <c:v>1.091</c:v>
                </c:pt>
                <c:pt idx="692">
                  <c:v>1.0920000000000001</c:v>
                </c:pt>
                <c:pt idx="693">
                  <c:v>1.093</c:v>
                </c:pt>
                <c:pt idx="694">
                  <c:v>1.0940000000000001</c:v>
                </c:pt>
                <c:pt idx="695">
                  <c:v>1.095</c:v>
                </c:pt>
                <c:pt idx="696">
                  <c:v>1.0960000000000001</c:v>
                </c:pt>
                <c:pt idx="697">
                  <c:v>1.097</c:v>
                </c:pt>
                <c:pt idx="698">
                  <c:v>1.0980000000000001</c:v>
                </c:pt>
                <c:pt idx="699">
                  <c:v>1.099</c:v>
                </c:pt>
                <c:pt idx="700">
                  <c:v>1.1000000000000001</c:v>
                </c:pt>
                <c:pt idx="701">
                  <c:v>1.101</c:v>
                </c:pt>
                <c:pt idx="702">
                  <c:v>1.1020000000000001</c:v>
                </c:pt>
                <c:pt idx="703">
                  <c:v>1.103</c:v>
                </c:pt>
                <c:pt idx="704">
                  <c:v>1.1040000000000001</c:v>
                </c:pt>
                <c:pt idx="705">
                  <c:v>1.105</c:v>
                </c:pt>
                <c:pt idx="706">
                  <c:v>1.1060000000000001</c:v>
                </c:pt>
                <c:pt idx="707">
                  <c:v>1.107</c:v>
                </c:pt>
                <c:pt idx="708">
                  <c:v>1.1080000000000001</c:v>
                </c:pt>
                <c:pt idx="709">
                  <c:v>1.109</c:v>
                </c:pt>
                <c:pt idx="710">
                  <c:v>1.1100000000000001</c:v>
                </c:pt>
                <c:pt idx="711">
                  <c:v>1.111</c:v>
                </c:pt>
                <c:pt idx="712">
                  <c:v>1.1120000000000001</c:v>
                </c:pt>
                <c:pt idx="713">
                  <c:v>1.113</c:v>
                </c:pt>
                <c:pt idx="714">
                  <c:v>1.1140000000000001</c:v>
                </c:pt>
                <c:pt idx="715">
                  <c:v>1.115</c:v>
                </c:pt>
                <c:pt idx="716">
                  <c:v>1.1160000000000001</c:v>
                </c:pt>
                <c:pt idx="717">
                  <c:v>1.117</c:v>
                </c:pt>
                <c:pt idx="718">
                  <c:v>1.1180000000000001</c:v>
                </c:pt>
                <c:pt idx="719">
                  <c:v>1.119</c:v>
                </c:pt>
                <c:pt idx="720">
                  <c:v>1.1200000000000001</c:v>
                </c:pt>
                <c:pt idx="721">
                  <c:v>1.121</c:v>
                </c:pt>
                <c:pt idx="722">
                  <c:v>1.1220000000000001</c:v>
                </c:pt>
                <c:pt idx="723">
                  <c:v>1.123</c:v>
                </c:pt>
                <c:pt idx="724">
                  <c:v>1.1240000000000001</c:v>
                </c:pt>
                <c:pt idx="725">
                  <c:v>1.125</c:v>
                </c:pt>
                <c:pt idx="726">
                  <c:v>1.1259999999999999</c:v>
                </c:pt>
                <c:pt idx="727">
                  <c:v>1.127</c:v>
                </c:pt>
                <c:pt idx="728">
                  <c:v>1.1279999999999999</c:v>
                </c:pt>
                <c:pt idx="729">
                  <c:v>1.129</c:v>
                </c:pt>
                <c:pt idx="730">
                  <c:v>1.1299999999999999</c:v>
                </c:pt>
                <c:pt idx="731">
                  <c:v>1.131</c:v>
                </c:pt>
                <c:pt idx="732">
                  <c:v>1.1319999999999999</c:v>
                </c:pt>
                <c:pt idx="733">
                  <c:v>1.133</c:v>
                </c:pt>
                <c:pt idx="734">
                  <c:v>1.1339999999999999</c:v>
                </c:pt>
                <c:pt idx="735">
                  <c:v>1.135</c:v>
                </c:pt>
                <c:pt idx="736">
                  <c:v>1.1359999999999999</c:v>
                </c:pt>
                <c:pt idx="737">
                  <c:v>1.137</c:v>
                </c:pt>
                <c:pt idx="738">
                  <c:v>1.1379999999999999</c:v>
                </c:pt>
                <c:pt idx="739">
                  <c:v>1.139</c:v>
                </c:pt>
                <c:pt idx="740">
                  <c:v>1.1399999999999999</c:v>
                </c:pt>
                <c:pt idx="741">
                  <c:v>1.141</c:v>
                </c:pt>
                <c:pt idx="742">
                  <c:v>1.1419999999999999</c:v>
                </c:pt>
                <c:pt idx="743">
                  <c:v>1.143</c:v>
                </c:pt>
                <c:pt idx="744">
                  <c:v>1.1439999999999999</c:v>
                </c:pt>
                <c:pt idx="745">
                  <c:v>1.145</c:v>
                </c:pt>
                <c:pt idx="746">
                  <c:v>1.1459999999999999</c:v>
                </c:pt>
                <c:pt idx="747">
                  <c:v>1.147</c:v>
                </c:pt>
                <c:pt idx="748">
                  <c:v>1.1479999999999999</c:v>
                </c:pt>
                <c:pt idx="749">
                  <c:v>1.149</c:v>
                </c:pt>
                <c:pt idx="750">
                  <c:v>1.1499999999999999</c:v>
                </c:pt>
                <c:pt idx="751">
                  <c:v>1.151</c:v>
                </c:pt>
                <c:pt idx="752">
                  <c:v>1.1519999999999999</c:v>
                </c:pt>
                <c:pt idx="753">
                  <c:v>1.153</c:v>
                </c:pt>
                <c:pt idx="754">
                  <c:v>1.1539999999999999</c:v>
                </c:pt>
                <c:pt idx="755">
                  <c:v>1.155</c:v>
                </c:pt>
                <c:pt idx="756">
                  <c:v>1.1559999999999999</c:v>
                </c:pt>
                <c:pt idx="757">
                  <c:v>1.157</c:v>
                </c:pt>
                <c:pt idx="758">
                  <c:v>1.1579999999999999</c:v>
                </c:pt>
                <c:pt idx="759">
                  <c:v>1.159</c:v>
                </c:pt>
                <c:pt idx="760">
                  <c:v>1.1599999999999999</c:v>
                </c:pt>
                <c:pt idx="761">
                  <c:v>1.161</c:v>
                </c:pt>
                <c:pt idx="762">
                  <c:v>1.1619999999999999</c:v>
                </c:pt>
                <c:pt idx="763">
                  <c:v>1.163</c:v>
                </c:pt>
                <c:pt idx="764">
                  <c:v>1.1639999999999999</c:v>
                </c:pt>
                <c:pt idx="765">
                  <c:v>1.165</c:v>
                </c:pt>
                <c:pt idx="766">
                  <c:v>1.1659999999999999</c:v>
                </c:pt>
                <c:pt idx="767">
                  <c:v>1.167</c:v>
                </c:pt>
                <c:pt idx="768">
                  <c:v>1.1679999999999999</c:v>
                </c:pt>
                <c:pt idx="769">
                  <c:v>1.169</c:v>
                </c:pt>
                <c:pt idx="770">
                  <c:v>1.17</c:v>
                </c:pt>
                <c:pt idx="771">
                  <c:v>1.171</c:v>
                </c:pt>
                <c:pt idx="772">
                  <c:v>1.1719999999999999</c:v>
                </c:pt>
                <c:pt idx="773">
                  <c:v>1.173</c:v>
                </c:pt>
                <c:pt idx="774">
                  <c:v>1.1739999999999999</c:v>
                </c:pt>
                <c:pt idx="775">
                  <c:v>1.175</c:v>
                </c:pt>
                <c:pt idx="776">
                  <c:v>1.1759999999999999</c:v>
                </c:pt>
                <c:pt idx="777">
                  <c:v>1.177</c:v>
                </c:pt>
                <c:pt idx="778">
                  <c:v>1.1779999999999999</c:v>
                </c:pt>
                <c:pt idx="779">
                  <c:v>1.179</c:v>
                </c:pt>
                <c:pt idx="780">
                  <c:v>1.18</c:v>
                </c:pt>
                <c:pt idx="781">
                  <c:v>1.181</c:v>
                </c:pt>
                <c:pt idx="782">
                  <c:v>1.1819999999999999</c:v>
                </c:pt>
                <c:pt idx="783">
                  <c:v>1.1830000000000001</c:v>
                </c:pt>
                <c:pt idx="784">
                  <c:v>1.1839999999999999</c:v>
                </c:pt>
                <c:pt idx="785">
                  <c:v>1.1850000000000001</c:v>
                </c:pt>
                <c:pt idx="786">
                  <c:v>1.1859999999999999</c:v>
                </c:pt>
                <c:pt idx="787">
                  <c:v>1.1870000000000001</c:v>
                </c:pt>
                <c:pt idx="788">
                  <c:v>1.1879999999999999</c:v>
                </c:pt>
                <c:pt idx="789">
                  <c:v>1.1890000000000001</c:v>
                </c:pt>
                <c:pt idx="790">
                  <c:v>1.19</c:v>
                </c:pt>
                <c:pt idx="791">
                  <c:v>1.1910000000000001</c:v>
                </c:pt>
                <c:pt idx="792">
                  <c:v>1.1919999999999999</c:v>
                </c:pt>
                <c:pt idx="793">
                  <c:v>1.1930000000000001</c:v>
                </c:pt>
                <c:pt idx="794">
                  <c:v>1.194</c:v>
                </c:pt>
                <c:pt idx="795">
                  <c:v>1.1950000000000001</c:v>
                </c:pt>
                <c:pt idx="796">
                  <c:v>1.196</c:v>
                </c:pt>
                <c:pt idx="797">
                  <c:v>1.1970000000000001</c:v>
                </c:pt>
                <c:pt idx="798">
                  <c:v>1.198</c:v>
                </c:pt>
                <c:pt idx="799">
                  <c:v>1.1990000000000001</c:v>
                </c:pt>
                <c:pt idx="800">
                  <c:v>1.2</c:v>
                </c:pt>
              </c:numCache>
            </c:numRef>
          </c:xVal>
          <c:yVal>
            <c:numRef>
              <c:f>'Chart Data'!$D$2:$D$802</c:f>
              <c:numCache>
                <c:formatCode>0</c:formatCode>
                <c:ptCount val="801"/>
                <c:pt idx="0">
                  <c:v>-1.95323326193E-2</c:v>
                </c:pt>
                <c:pt idx="1">
                  <c:v>-1.87884905224E-2</c:v>
                </c:pt>
                <c:pt idx="2">
                  <c:v>-1.8070744638299999E-2</c:v>
                </c:pt>
                <c:pt idx="3">
                  <c:v>-1.7378318792000001E-2</c:v>
                </c:pt>
                <c:pt idx="4">
                  <c:v>-1.6710450446199999E-2</c:v>
                </c:pt>
                <c:pt idx="5">
                  <c:v>-1.6066391216600001E-2</c:v>
                </c:pt>
                <c:pt idx="6">
                  <c:v>-1.54454073055E-2</c:v>
                </c:pt>
                <c:pt idx="7">
                  <c:v>-1.48467798593E-2</c:v>
                </c:pt>
                <c:pt idx="8">
                  <c:v>-1.4269805255599999E-2</c:v>
                </c:pt>
                <c:pt idx="9">
                  <c:v>-1.3713795328099999E-2</c:v>
                </c:pt>
                <c:pt idx="10">
                  <c:v>-1.31780775319E-2</c:v>
                </c:pt>
                <c:pt idx="11">
                  <c:v>0</c:v>
                </c:pt>
                <c:pt idx="12">
                  <c:v>-1.78755669538E-2</c:v>
                </c:pt>
                <c:pt idx="13">
                  <c:v>-3.4007530532299997E-2</c:v>
                </c:pt>
                <c:pt idx="14">
                  <c:v>-4.8523445545299998E-2</c:v>
                </c:pt>
                <c:pt idx="15">
                  <c:v>-6.1542572241200001E-2</c:v>
                </c:pt>
                <c:pt idx="16">
                  <c:v>-7.3176381969099993E-2</c:v>
                </c:pt>
                <c:pt idx="17">
                  <c:v>-8.3529033249000004E-2</c:v>
                </c:pt>
                <c:pt idx="18">
                  <c:v>-9.2697819931E-2</c:v>
                </c:pt>
                <c:pt idx="19">
                  <c:v>-0.100773593035</c:v>
                </c:pt>
                <c:pt idx="20">
                  <c:v>-0.10784115777100001</c:v>
                </c:pt>
                <c:pt idx="21">
                  <c:v>-0.11397964716</c:v>
                </c:pt>
                <c:pt idx="22">
                  <c:v>-0.11926287359</c:v>
                </c:pt>
                <c:pt idx="23">
                  <c:v>-0.12375965957399999</c:v>
                </c:pt>
                <c:pt idx="24">
                  <c:v>-0.127534148899</c:v>
                </c:pt>
                <c:pt idx="25">
                  <c:v>-0.13064609929599999</c:v>
                </c:pt>
                <c:pt idx="26">
                  <c:v>-0.13315115769300001</c:v>
                </c:pt>
                <c:pt idx="27">
                  <c:v>-0.13510111904399999</c:v>
                </c:pt>
                <c:pt idx="28">
                  <c:v>-0.1365441697</c:v>
                </c:pt>
                <c:pt idx="29">
                  <c:v>-0.137525116196</c:v>
                </c:pt>
                <c:pt idx="30">
                  <c:v>-0.13808560030799999</c:v>
                </c:pt>
                <c:pt idx="31">
                  <c:v>-0.138264301171</c:v>
                </c:pt>
                <c:pt idx="32">
                  <c:v>-0.138097125214</c:v>
                </c:pt>
                <c:pt idx="33">
                  <c:v>-0.13761738460600001</c:v>
                </c:pt>
                <c:pt idx="34">
                  <c:v>-0.13685596490400001</c:v>
                </c:pt>
                <c:pt idx="35">
                  <c:v>-0.13584148250600001</c:v>
                </c:pt>
                <c:pt idx="36">
                  <c:v>-0.134600432529</c:v>
                </c:pt>
                <c:pt idx="37">
                  <c:v>-0.133157327651</c:v>
                </c:pt>
                <c:pt idx="38">
                  <c:v>-0.13153482846299999</c:v>
                </c:pt>
                <c:pt idx="39">
                  <c:v>-0.12975386581699999</c:v>
                </c:pt>
                <c:pt idx="40">
                  <c:v>-0.127833755647</c:v>
                </c:pt>
                <c:pt idx="41">
                  <c:v>-0.125792306706</c:v>
                </c:pt>
                <c:pt idx="42">
                  <c:v>-0.123645921632</c:v>
                </c:pt>
                <c:pt idx="43">
                  <c:v>-0.121409691743</c:v>
                </c:pt>
                <c:pt idx="44">
                  <c:v>-0.11909748593</c:v>
                </c:pt>
                <c:pt idx="45">
                  <c:v>-0.11672203400099999</c:v>
                </c:pt>
                <c:pt idx="46">
                  <c:v>-0.114295004795</c:v>
                </c:pt>
                <c:pt idx="47">
                  <c:v>-0.111827079395</c:v>
                </c:pt>
                <c:pt idx="48">
                  <c:v>-0.10932801972099999</c:v>
                </c:pt>
                <c:pt idx="49">
                  <c:v>-0.106806732775</c:v>
                </c:pt>
                <c:pt idx="50">
                  <c:v>-0.104271330817</c:v>
                </c:pt>
                <c:pt idx="51">
                  <c:v>-0.101729187698</c:v>
                </c:pt>
                <c:pt idx="52">
                  <c:v>-9.9186991585300005E-2</c:v>
                </c:pt>
                <c:pt idx="53">
                  <c:v>-9.6650794311999993E-2</c:v>
                </c:pt>
                <c:pt idx="54">
                  <c:v>-9.4126057533099994E-2</c:v>
                </c:pt>
                <c:pt idx="55">
                  <c:v>-9.1617695899100002E-2</c:v>
                </c:pt>
                <c:pt idx="56">
                  <c:v>-8.9130117420100005E-2</c:v>
                </c:pt>
                <c:pt idx="57">
                  <c:v>-8.6667261194800005E-2</c:v>
                </c:pt>
                <c:pt idx="58">
                  <c:v>-8.4232632663099993E-2</c:v>
                </c:pt>
                <c:pt idx="59">
                  <c:v>-8.1829336536799996E-2</c:v>
                </c:pt>
                <c:pt idx="60">
                  <c:v>-7.9460107549100004E-2</c:v>
                </c:pt>
                <c:pt idx="61">
                  <c:v>-7.7127339157799998E-2</c:v>
                </c:pt>
                <c:pt idx="62">
                  <c:v>-7.4833110329199995E-2</c:v>
                </c:pt>
                <c:pt idx="63">
                  <c:v>-7.2579210520499995E-2</c:v>
                </c:pt>
                <c:pt idx="64">
                  <c:v>-7.0367162974400002E-2</c:v>
                </c:pt>
                <c:pt idx="65">
                  <c:v>-6.8198246429300002E-2</c:v>
                </c:pt>
                <c:pt idx="66">
                  <c:v>-6.6073515345600006E-2</c:v>
                </c:pt>
                <c:pt idx="67">
                  <c:v>-6.3993818740100003E-2</c:v>
                </c:pt>
                <c:pt idx="68">
                  <c:v>-6.1959817717699997E-2</c:v>
                </c:pt>
                <c:pt idx="69">
                  <c:v>-5.9972001780500002E-2</c:v>
                </c:pt>
                <c:pt idx="70">
                  <c:v>-5.80307039939E-2</c:v>
                </c:pt>
                <c:pt idx="71">
                  <c:v>-5.6136115081500002E-2</c:v>
                </c:pt>
                <c:pt idx="72">
                  <c:v>-5.4288296516799998E-2</c:v>
                </c:pt>
                <c:pt idx="73">
                  <c:v>-5.24871926766E-2</c:v>
                </c:pt>
                <c:pt idx="74">
                  <c:v>-5.0732642117000001E-2</c:v>
                </c:pt>
                <c:pt idx="75">
                  <c:v>-4.9024388027299998E-2</c:v>
                </c:pt>
                <c:pt idx="76">
                  <c:v>-4.7362087916099999E-2</c:v>
                </c:pt>
                <c:pt idx="77">
                  <c:v>-4.5745322579799998E-2</c:v>
                </c:pt>
                <c:pt idx="78">
                  <c:v>-4.4173604399500001E-2</c:v>
                </c:pt>
                <c:pt idx="79">
                  <c:v>-4.26463850118E-2</c:v>
                </c:pt>
                <c:pt idx="80">
                  <c:v>-4.1163062393499997E-2</c:v>
                </c:pt>
                <c:pt idx="81">
                  <c:v>-3.97229873998E-2</c:v>
                </c:pt>
                <c:pt idx="82">
                  <c:v>-3.8325469793E-2</c:v>
                </c:pt>
                <c:pt idx="83">
                  <c:v>-3.6969783794199997E-2</c:v>
                </c:pt>
                <c:pt idx="84">
                  <c:v>-3.56551731925E-2</c:v>
                </c:pt>
                <c:pt idx="85">
                  <c:v>-3.4380856039100002E-2</c:v>
                </c:pt>
                <c:pt idx="86">
                  <c:v>-3.3146028956699998E-2</c:v>
                </c:pt>
                <c:pt idx="87">
                  <c:v>-3.1949871089599999E-2</c:v>
                </c:pt>
                <c:pt idx="88">
                  <c:v>-3.07915477196E-2</c:v>
                </c:pt>
                <c:pt idx="89">
                  <c:v>-2.9670213570199999E-2</c:v>
                </c:pt>
                <c:pt idx="90">
                  <c:v>-2.85850158225E-2</c:v>
                </c:pt>
                <c:pt idx="91">
                  <c:v>-2.7535096860999999E-2</c:v>
                </c:pt>
                <c:pt idx="92">
                  <c:v>-2.6519596769900001E-2</c:v>
                </c:pt>
                <c:pt idx="93">
                  <c:v>-2.55376555978E-2</c:v>
                </c:pt>
                <c:pt idx="94">
                  <c:v>-2.45884154061E-2</c:v>
                </c:pt>
                <c:pt idx="95">
                  <c:v>-2.3671022118500001E-2</c:v>
                </c:pt>
                <c:pt idx="96">
                  <c:v>-2.27846271846E-2</c:v>
                </c:pt>
                <c:pt idx="97">
                  <c:v>-2.1928389072599998E-2</c:v>
                </c:pt>
                <c:pt idx="98">
                  <c:v>-2.1101474602799999E-2</c:v>
                </c:pt>
                <c:pt idx="99">
                  <c:v>-2.0303060134999999E-2</c:v>
                </c:pt>
                <c:pt idx="100">
                  <c:v>-1.95323326193E-2</c:v>
                </c:pt>
                <c:pt idx="101">
                  <c:v>-1.87884905224E-2</c:v>
                </c:pt>
                <c:pt idx="102">
                  <c:v>-1.8070744638299999E-2</c:v>
                </c:pt>
                <c:pt idx="103">
                  <c:v>-1.7378318792000001E-2</c:v>
                </c:pt>
                <c:pt idx="104">
                  <c:v>-1.6710450446199999E-2</c:v>
                </c:pt>
                <c:pt idx="105">
                  <c:v>-1.6066391216600001E-2</c:v>
                </c:pt>
                <c:pt idx="106">
                  <c:v>-1.54454073055E-2</c:v>
                </c:pt>
                <c:pt idx="107">
                  <c:v>-1.48467798593E-2</c:v>
                </c:pt>
                <c:pt idx="108">
                  <c:v>-1.4269805255599999E-2</c:v>
                </c:pt>
                <c:pt idx="109">
                  <c:v>-1.3713795328099999E-2</c:v>
                </c:pt>
                <c:pt idx="110">
                  <c:v>-1.31780775319E-2</c:v>
                </c:pt>
                <c:pt idx="111">
                  <c:v>0</c:v>
                </c:pt>
                <c:pt idx="112">
                  <c:v>-1.78755669538E-2</c:v>
                </c:pt>
                <c:pt idx="113">
                  <c:v>-3.4007530532299997E-2</c:v>
                </c:pt>
                <c:pt idx="114">
                  <c:v>-4.8523445545299998E-2</c:v>
                </c:pt>
                <c:pt idx="115">
                  <c:v>-6.1542572241200001E-2</c:v>
                </c:pt>
                <c:pt idx="116">
                  <c:v>-7.3176381969099993E-2</c:v>
                </c:pt>
                <c:pt idx="117">
                  <c:v>-8.3529033249000004E-2</c:v>
                </c:pt>
                <c:pt idx="118">
                  <c:v>-9.2697819931E-2</c:v>
                </c:pt>
                <c:pt idx="119">
                  <c:v>-0.100773593035</c:v>
                </c:pt>
                <c:pt idx="120">
                  <c:v>-0.10784115777100001</c:v>
                </c:pt>
                <c:pt idx="121">
                  <c:v>-0.11397964716</c:v>
                </c:pt>
                <c:pt idx="122">
                  <c:v>-0.11926287359</c:v>
                </c:pt>
                <c:pt idx="123">
                  <c:v>-0.12375965957399999</c:v>
                </c:pt>
                <c:pt idx="124">
                  <c:v>-0.127534148899</c:v>
                </c:pt>
                <c:pt idx="125">
                  <c:v>-0.13064609929599999</c:v>
                </c:pt>
                <c:pt idx="126">
                  <c:v>-0.13315115769300001</c:v>
                </c:pt>
                <c:pt idx="127">
                  <c:v>-0.13510111904399999</c:v>
                </c:pt>
                <c:pt idx="128">
                  <c:v>-0.1365441697</c:v>
                </c:pt>
                <c:pt idx="129">
                  <c:v>-0.137525116196</c:v>
                </c:pt>
                <c:pt idx="130">
                  <c:v>-0.13808560030799999</c:v>
                </c:pt>
                <c:pt idx="131">
                  <c:v>-0.138264301171</c:v>
                </c:pt>
                <c:pt idx="132">
                  <c:v>-0.138097125214</c:v>
                </c:pt>
                <c:pt idx="133">
                  <c:v>-0.13761738460600001</c:v>
                </c:pt>
                <c:pt idx="134">
                  <c:v>-0.13685596490400001</c:v>
                </c:pt>
                <c:pt idx="135">
                  <c:v>-0.13584148250600001</c:v>
                </c:pt>
                <c:pt idx="136">
                  <c:v>-0.134600432529</c:v>
                </c:pt>
                <c:pt idx="137">
                  <c:v>-0.133157327651</c:v>
                </c:pt>
                <c:pt idx="138">
                  <c:v>-0.13153482846299999</c:v>
                </c:pt>
                <c:pt idx="139">
                  <c:v>-0.12975386581699999</c:v>
                </c:pt>
                <c:pt idx="140">
                  <c:v>-0.127833755647</c:v>
                </c:pt>
                <c:pt idx="141">
                  <c:v>-0.125792306706</c:v>
                </c:pt>
                <c:pt idx="142">
                  <c:v>-0.123645921632</c:v>
                </c:pt>
                <c:pt idx="143">
                  <c:v>-0.121409691743</c:v>
                </c:pt>
                <c:pt idx="144">
                  <c:v>-0.11909748593</c:v>
                </c:pt>
                <c:pt idx="145">
                  <c:v>-0.11672203400099999</c:v>
                </c:pt>
                <c:pt idx="146">
                  <c:v>-0.114295004795</c:v>
                </c:pt>
                <c:pt idx="147">
                  <c:v>-0.111827079395</c:v>
                </c:pt>
                <c:pt idx="148">
                  <c:v>-0.10932801972099999</c:v>
                </c:pt>
                <c:pt idx="149">
                  <c:v>-0.106806732775</c:v>
                </c:pt>
                <c:pt idx="150">
                  <c:v>-0.104271330817</c:v>
                </c:pt>
                <c:pt idx="151">
                  <c:v>-0.101729187698</c:v>
                </c:pt>
                <c:pt idx="152">
                  <c:v>-9.9186991585300005E-2</c:v>
                </c:pt>
                <c:pt idx="153">
                  <c:v>-9.6650794311999993E-2</c:v>
                </c:pt>
                <c:pt idx="154">
                  <c:v>-9.4126057533099994E-2</c:v>
                </c:pt>
                <c:pt idx="155">
                  <c:v>-9.1617695899100002E-2</c:v>
                </c:pt>
                <c:pt idx="156">
                  <c:v>-8.9130117420100005E-2</c:v>
                </c:pt>
                <c:pt idx="157">
                  <c:v>-8.6667261194800005E-2</c:v>
                </c:pt>
                <c:pt idx="158">
                  <c:v>-8.4232632663099993E-2</c:v>
                </c:pt>
                <c:pt idx="159">
                  <c:v>-8.1829336536799996E-2</c:v>
                </c:pt>
                <c:pt idx="160">
                  <c:v>-7.9460107549100004E-2</c:v>
                </c:pt>
                <c:pt idx="161">
                  <c:v>-7.7127339157799998E-2</c:v>
                </c:pt>
                <c:pt idx="162">
                  <c:v>-7.4833110329199995E-2</c:v>
                </c:pt>
                <c:pt idx="163">
                  <c:v>-7.2579210520499995E-2</c:v>
                </c:pt>
                <c:pt idx="164">
                  <c:v>-7.0367162974400002E-2</c:v>
                </c:pt>
                <c:pt idx="165">
                  <c:v>-6.8198246429300002E-2</c:v>
                </c:pt>
                <c:pt idx="166">
                  <c:v>-6.6073515345600006E-2</c:v>
                </c:pt>
                <c:pt idx="167">
                  <c:v>-6.3993818740100003E-2</c:v>
                </c:pt>
                <c:pt idx="168">
                  <c:v>-6.1959817717699997E-2</c:v>
                </c:pt>
                <c:pt idx="169">
                  <c:v>-5.9972001780500002E-2</c:v>
                </c:pt>
                <c:pt idx="170">
                  <c:v>-5.80307039939E-2</c:v>
                </c:pt>
                <c:pt idx="171">
                  <c:v>-5.6136115081500002E-2</c:v>
                </c:pt>
                <c:pt idx="172">
                  <c:v>-5.4288296516799998E-2</c:v>
                </c:pt>
                <c:pt idx="173">
                  <c:v>-5.24871926766E-2</c:v>
                </c:pt>
                <c:pt idx="174">
                  <c:v>-5.0732642117000001E-2</c:v>
                </c:pt>
                <c:pt idx="175">
                  <c:v>-4.9024388027299998E-2</c:v>
                </c:pt>
                <c:pt idx="176">
                  <c:v>-4.7362087916099999E-2</c:v>
                </c:pt>
                <c:pt idx="177">
                  <c:v>-4.5745322579799998E-2</c:v>
                </c:pt>
                <c:pt idx="178">
                  <c:v>-4.4173604399500001E-2</c:v>
                </c:pt>
                <c:pt idx="179">
                  <c:v>-4.26463850118E-2</c:v>
                </c:pt>
                <c:pt idx="180">
                  <c:v>-4.1163062393499997E-2</c:v>
                </c:pt>
                <c:pt idx="181">
                  <c:v>-3.97229873998E-2</c:v>
                </c:pt>
                <c:pt idx="182">
                  <c:v>-3.8325469793E-2</c:v>
                </c:pt>
                <c:pt idx="183">
                  <c:v>-3.6969783794199997E-2</c:v>
                </c:pt>
                <c:pt idx="184">
                  <c:v>-3.56551731925E-2</c:v>
                </c:pt>
                <c:pt idx="185">
                  <c:v>-3.4380856039100002E-2</c:v>
                </c:pt>
                <c:pt idx="186">
                  <c:v>-3.3146028956699998E-2</c:v>
                </c:pt>
                <c:pt idx="187">
                  <c:v>-3.1949871089599999E-2</c:v>
                </c:pt>
                <c:pt idx="188">
                  <c:v>-3.07915477196E-2</c:v>
                </c:pt>
                <c:pt idx="189">
                  <c:v>-2.9670213570199999E-2</c:v>
                </c:pt>
                <c:pt idx="190">
                  <c:v>-2.85850158225E-2</c:v>
                </c:pt>
                <c:pt idx="191">
                  <c:v>-2.7535096860999999E-2</c:v>
                </c:pt>
                <c:pt idx="192">
                  <c:v>-2.6519596769900001E-2</c:v>
                </c:pt>
                <c:pt idx="193">
                  <c:v>-2.55376555978E-2</c:v>
                </c:pt>
                <c:pt idx="194">
                  <c:v>-2.45884154061E-2</c:v>
                </c:pt>
                <c:pt idx="195">
                  <c:v>-2.3671022118500001E-2</c:v>
                </c:pt>
                <c:pt idx="196">
                  <c:v>-2.27846271846E-2</c:v>
                </c:pt>
                <c:pt idx="197">
                  <c:v>-2.1928389072599998E-2</c:v>
                </c:pt>
                <c:pt idx="198">
                  <c:v>-2.1101474602799999E-2</c:v>
                </c:pt>
                <c:pt idx="199">
                  <c:v>-2.0303060134999999E-2</c:v>
                </c:pt>
                <c:pt idx="200">
                  <c:v>-1.95323326193E-2</c:v>
                </c:pt>
                <c:pt idx="201">
                  <c:v>-1.87884905224E-2</c:v>
                </c:pt>
                <c:pt idx="202">
                  <c:v>-1.8070744638299999E-2</c:v>
                </c:pt>
                <c:pt idx="203">
                  <c:v>-1.7378318792000001E-2</c:v>
                </c:pt>
                <c:pt idx="204">
                  <c:v>-1.6710450446199999E-2</c:v>
                </c:pt>
                <c:pt idx="205">
                  <c:v>-1.6066391216600001E-2</c:v>
                </c:pt>
                <c:pt idx="206">
                  <c:v>-1.54454073055E-2</c:v>
                </c:pt>
                <c:pt idx="207">
                  <c:v>-1.48467798593E-2</c:v>
                </c:pt>
                <c:pt idx="208">
                  <c:v>-1.4269805255599999E-2</c:v>
                </c:pt>
                <c:pt idx="209">
                  <c:v>-1.3713795328099999E-2</c:v>
                </c:pt>
                <c:pt idx="210">
                  <c:v>-1.31780775319E-2</c:v>
                </c:pt>
                <c:pt idx="211">
                  <c:v>0</c:v>
                </c:pt>
                <c:pt idx="212">
                  <c:v>-1.78755669538E-2</c:v>
                </c:pt>
                <c:pt idx="213">
                  <c:v>-3.4007530532299997E-2</c:v>
                </c:pt>
                <c:pt idx="214">
                  <c:v>-4.8523445545299998E-2</c:v>
                </c:pt>
                <c:pt idx="215">
                  <c:v>-6.1542572241200001E-2</c:v>
                </c:pt>
                <c:pt idx="216">
                  <c:v>-7.3176381969099993E-2</c:v>
                </c:pt>
                <c:pt idx="217">
                  <c:v>-8.3529033249000004E-2</c:v>
                </c:pt>
                <c:pt idx="218">
                  <c:v>-9.2697819931E-2</c:v>
                </c:pt>
                <c:pt idx="219">
                  <c:v>-0.100773593035</c:v>
                </c:pt>
                <c:pt idx="220">
                  <c:v>-0.10784115777100001</c:v>
                </c:pt>
                <c:pt idx="221">
                  <c:v>-0.11397964716</c:v>
                </c:pt>
                <c:pt idx="222">
                  <c:v>-0.11926287359</c:v>
                </c:pt>
                <c:pt idx="223">
                  <c:v>-0.12375965957399999</c:v>
                </c:pt>
                <c:pt idx="224">
                  <c:v>-0.127534148899</c:v>
                </c:pt>
                <c:pt idx="225">
                  <c:v>-0.13064609929599999</c:v>
                </c:pt>
                <c:pt idx="226">
                  <c:v>-0.13315115769300001</c:v>
                </c:pt>
                <c:pt idx="227">
                  <c:v>-0.13510111904399999</c:v>
                </c:pt>
                <c:pt idx="228">
                  <c:v>-0.1365441697</c:v>
                </c:pt>
                <c:pt idx="229">
                  <c:v>-0.137525116196</c:v>
                </c:pt>
                <c:pt idx="230">
                  <c:v>-0.13808560030799999</c:v>
                </c:pt>
                <c:pt idx="231">
                  <c:v>-0.138264301171</c:v>
                </c:pt>
                <c:pt idx="232">
                  <c:v>-0.138097125214</c:v>
                </c:pt>
                <c:pt idx="233">
                  <c:v>-0.13761738460600001</c:v>
                </c:pt>
                <c:pt idx="234">
                  <c:v>-0.13685596490400001</c:v>
                </c:pt>
                <c:pt idx="235">
                  <c:v>-0.13584148250600001</c:v>
                </c:pt>
                <c:pt idx="236">
                  <c:v>-0.134600432529</c:v>
                </c:pt>
                <c:pt idx="237">
                  <c:v>-0.133157327651</c:v>
                </c:pt>
                <c:pt idx="238">
                  <c:v>-0.13153482846299999</c:v>
                </c:pt>
                <c:pt idx="239">
                  <c:v>-0.12975386581699999</c:v>
                </c:pt>
                <c:pt idx="240">
                  <c:v>-0.127833755647</c:v>
                </c:pt>
                <c:pt idx="241">
                  <c:v>-0.125792306706</c:v>
                </c:pt>
                <c:pt idx="242">
                  <c:v>-0.123645921632</c:v>
                </c:pt>
                <c:pt idx="243">
                  <c:v>-0.121409691743</c:v>
                </c:pt>
                <c:pt idx="244">
                  <c:v>-0.11909748593</c:v>
                </c:pt>
                <c:pt idx="245">
                  <c:v>-0.11672203400099999</c:v>
                </c:pt>
                <c:pt idx="246">
                  <c:v>-0.114295004795</c:v>
                </c:pt>
                <c:pt idx="247">
                  <c:v>-0.111827079395</c:v>
                </c:pt>
                <c:pt idx="248">
                  <c:v>-0.10932801972099999</c:v>
                </c:pt>
                <c:pt idx="249">
                  <c:v>-0.106806732775</c:v>
                </c:pt>
                <c:pt idx="250">
                  <c:v>-0.104271330817</c:v>
                </c:pt>
                <c:pt idx="251">
                  <c:v>-0.101729187698</c:v>
                </c:pt>
                <c:pt idx="252">
                  <c:v>-9.9186991585300005E-2</c:v>
                </c:pt>
                <c:pt idx="253">
                  <c:v>-9.6650794311999993E-2</c:v>
                </c:pt>
                <c:pt idx="254">
                  <c:v>-9.4126057533099994E-2</c:v>
                </c:pt>
                <c:pt idx="255">
                  <c:v>-9.1617695899100002E-2</c:v>
                </c:pt>
                <c:pt idx="256">
                  <c:v>-8.9130117420100005E-2</c:v>
                </c:pt>
                <c:pt idx="257">
                  <c:v>-8.6667261194800005E-2</c:v>
                </c:pt>
                <c:pt idx="258">
                  <c:v>-8.4232632663099993E-2</c:v>
                </c:pt>
                <c:pt idx="259">
                  <c:v>-8.1829336536799996E-2</c:v>
                </c:pt>
                <c:pt idx="260">
                  <c:v>-7.9460107549100004E-2</c:v>
                </c:pt>
                <c:pt idx="261">
                  <c:v>-7.7127339157799998E-2</c:v>
                </c:pt>
                <c:pt idx="262">
                  <c:v>-7.4833110329199995E-2</c:v>
                </c:pt>
                <c:pt idx="263">
                  <c:v>-7.2579210520499995E-2</c:v>
                </c:pt>
                <c:pt idx="264">
                  <c:v>-7.0367162974400002E-2</c:v>
                </c:pt>
                <c:pt idx="265">
                  <c:v>-6.8198246429300002E-2</c:v>
                </c:pt>
                <c:pt idx="266">
                  <c:v>-6.6073515345600006E-2</c:v>
                </c:pt>
                <c:pt idx="267">
                  <c:v>-6.3993818740100003E-2</c:v>
                </c:pt>
                <c:pt idx="268">
                  <c:v>-6.1959817717699997E-2</c:v>
                </c:pt>
                <c:pt idx="269">
                  <c:v>-5.9972001780500002E-2</c:v>
                </c:pt>
                <c:pt idx="270">
                  <c:v>-5.80307039939E-2</c:v>
                </c:pt>
                <c:pt idx="271">
                  <c:v>-5.6136115081500002E-2</c:v>
                </c:pt>
                <c:pt idx="272">
                  <c:v>-5.4288296516799998E-2</c:v>
                </c:pt>
                <c:pt idx="273">
                  <c:v>-5.24871926766E-2</c:v>
                </c:pt>
                <c:pt idx="274">
                  <c:v>-5.0732642117000001E-2</c:v>
                </c:pt>
                <c:pt idx="275">
                  <c:v>-4.9024388027299998E-2</c:v>
                </c:pt>
                <c:pt idx="276">
                  <c:v>-4.7362087916099999E-2</c:v>
                </c:pt>
                <c:pt idx="277">
                  <c:v>-4.5745322579799998E-2</c:v>
                </c:pt>
                <c:pt idx="278">
                  <c:v>-4.4173604399500001E-2</c:v>
                </c:pt>
                <c:pt idx="279">
                  <c:v>-4.26463850118E-2</c:v>
                </c:pt>
                <c:pt idx="280">
                  <c:v>-4.1163062393499997E-2</c:v>
                </c:pt>
                <c:pt idx="281">
                  <c:v>-3.97229873998E-2</c:v>
                </c:pt>
                <c:pt idx="282">
                  <c:v>-3.8325469793E-2</c:v>
                </c:pt>
                <c:pt idx="283">
                  <c:v>-3.6969783794199997E-2</c:v>
                </c:pt>
                <c:pt idx="284">
                  <c:v>-3.56551731925E-2</c:v>
                </c:pt>
                <c:pt idx="285">
                  <c:v>-3.4380856039100002E-2</c:v>
                </c:pt>
                <c:pt idx="286">
                  <c:v>-3.3146028956699998E-2</c:v>
                </c:pt>
                <c:pt idx="287">
                  <c:v>-3.1949871089599999E-2</c:v>
                </c:pt>
                <c:pt idx="288">
                  <c:v>-3.07915477196E-2</c:v>
                </c:pt>
                <c:pt idx="289">
                  <c:v>-2.9670213570199999E-2</c:v>
                </c:pt>
                <c:pt idx="290">
                  <c:v>-2.85850158225E-2</c:v>
                </c:pt>
                <c:pt idx="291">
                  <c:v>-2.7535096860999999E-2</c:v>
                </c:pt>
                <c:pt idx="292">
                  <c:v>-2.6519596769900001E-2</c:v>
                </c:pt>
                <c:pt idx="293">
                  <c:v>-2.55376555978E-2</c:v>
                </c:pt>
                <c:pt idx="294">
                  <c:v>-2.45884154061E-2</c:v>
                </c:pt>
                <c:pt idx="295">
                  <c:v>-2.3671022118500001E-2</c:v>
                </c:pt>
                <c:pt idx="296">
                  <c:v>-2.27846271846E-2</c:v>
                </c:pt>
                <c:pt idx="297">
                  <c:v>-2.1928389072599998E-2</c:v>
                </c:pt>
                <c:pt idx="298">
                  <c:v>-2.1101474602799999E-2</c:v>
                </c:pt>
                <c:pt idx="299">
                  <c:v>-2.0303060134999999E-2</c:v>
                </c:pt>
                <c:pt idx="300">
                  <c:v>-1.95323326193E-2</c:v>
                </c:pt>
                <c:pt idx="301">
                  <c:v>-1.87884905224E-2</c:v>
                </c:pt>
                <c:pt idx="302">
                  <c:v>-1.8070744638299999E-2</c:v>
                </c:pt>
                <c:pt idx="303">
                  <c:v>-1.7378318792000001E-2</c:v>
                </c:pt>
                <c:pt idx="304">
                  <c:v>-1.6710450446199999E-2</c:v>
                </c:pt>
                <c:pt idx="305">
                  <c:v>-1.6066391216600001E-2</c:v>
                </c:pt>
                <c:pt idx="306">
                  <c:v>-1.54454073055E-2</c:v>
                </c:pt>
                <c:pt idx="307">
                  <c:v>-1.48467798593E-2</c:v>
                </c:pt>
                <c:pt idx="308">
                  <c:v>-1.4269805255599999E-2</c:v>
                </c:pt>
                <c:pt idx="309">
                  <c:v>-1.3713795328099999E-2</c:v>
                </c:pt>
                <c:pt idx="310">
                  <c:v>-1.31780775319E-2</c:v>
                </c:pt>
                <c:pt idx="311">
                  <c:v>0</c:v>
                </c:pt>
                <c:pt idx="312">
                  <c:v>-1.78755669538E-2</c:v>
                </c:pt>
                <c:pt idx="313">
                  <c:v>-3.4007530532299997E-2</c:v>
                </c:pt>
                <c:pt idx="314">
                  <c:v>-4.8523445545299998E-2</c:v>
                </c:pt>
                <c:pt idx="315">
                  <c:v>-6.1542572241200001E-2</c:v>
                </c:pt>
                <c:pt idx="316">
                  <c:v>-7.3176381969099993E-2</c:v>
                </c:pt>
                <c:pt idx="317">
                  <c:v>-8.3529033249000004E-2</c:v>
                </c:pt>
                <c:pt idx="318">
                  <c:v>-9.2697819931E-2</c:v>
                </c:pt>
                <c:pt idx="319">
                  <c:v>-0.100773593035</c:v>
                </c:pt>
                <c:pt idx="320">
                  <c:v>-0.10784115777100001</c:v>
                </c:pt>
                <c:pt idx="321">
                  <c:v>-0.11397964716</c:v>
                </c:pt>
                <c:pt idx="322">
                  <c:v>-0.11926287359</c:v>
                </c:pt>
                <c:pt idx="323">
                  <c:v>-0.12375965957399999</c:v>
                </c:pt>
                <c:pt idx="324">
                  <c:v>-0.127534148899</c:v>
                </c:pt>
                <c:pt idx="325">
                  <c:v>-0.13064609929599999</c:v>
                </c:pt>
                <c:pt idx="326">
                  <c:v>-0.13315115769300001</c:v>
                </c:pt>
                <c:pt idx="327">
                  <c:v>-0.13510111904399999</c:v>
                </c:pt>
                <c:pt idx="328">
                  <c:v>-0.1365441697</c:v>
                </c:pt>
                <c:pt idx="329">
                  <c:v>-0.137525116196</c:v>
                </c:pt>
                <c:pt idx="330">
                  <c:v>-0.13808560030799999</c:v>
                </c:pt>
                <c:pt idx="331">
                  <c:v>-0.138264301171</c:v>
                </c:pt>
                <c:pt idx="332">
                  <c:v>-0.138097125214</c:v>
                </c:pt>
                <c:pt idx="333">
                  <c:v>-0.13761738460600001</c:v>
                </c:pt>
                <c:pt idx="334">
                  <c:v>-0.13685596490400001</c:v>
                </c:pt>
                <c:pt idx="335">
                  <c:v>-0.13584148250600001</c:v>
                </c:pt>
                <c:pt idx="336">
                  <c:v>-0.134600432529</c:v>
                </c:pt>
                <c:pt idx="337">
                  <c:v>-0.133157327651</c:v>
                </c:pt>
                <c:pt idx="338">
                  <c:v>-0.13153482846299999</c:v>
                </c:pt>
                <c:pt idx="339">
                  <c:v>-0.12975386581699999</c:v>
                </c:pt>
                <c:pt idx="340">
                  <c:v>-0.127833755647</c:v>
                </c:pt>
                <c:pt idx="341">
                  <c:v>-0.125792306706</c:v>
                </c:pt>
                <c:pt idx="342">
                  <c:v>-0.123645921632</c:v>
                </c:pt>
                <c:pt idx="343">
                  <c:v>-0.121409691743</c:v>
                </c:pt>
                <c:pt idx="344">
                  <c:v>-0.11909748593</c:v>
                </c:pt>
                <c:pt idx="345">
                  <c:v>-0.11672203400099999</c:v>
                </c:pt>
                <c:pt idx="346">
                  <c:v>-0.114295004795</c:v>
                </c:pt>
                <c:pt idx="347">
                  <c:v>-0.111827079395</c:v>
                </c:pt>
                <c:pt idx="348">
                  <c:v>-0.10932801972099999</c:v>
                </c:pt>
                <c:pt idx="349">
                  <c:v>-0.106806732775</c:v>
                </c:pt>
                <c:pt idx="350">
                  <c:v>-0.104271330817</c:v>
                </c:pt>
                <c:pt idx="351">
                  <c:v>-0.101729187698</c:v>
                </c:pt>
                <c:pt idx="352">
                  <c:v>-9.9186991585300005E-2</c:v>
                </c:pt>
                <c:pt idx="353">
                  <c:v>-9.6650794311999993E-2</c:v>
                </c:pt>
                <c:pt idx="354">
                  <c:v>-9.4126057533099994E-2</c:v>
                </c:pt>
                <c:pt idx="355">
                  <c:v>-9.1617695899100002E-2</c:v>
                </c:pt>
                <c:pt idx="356">
                  <c:v>-8.9130117420100005E-2</c:v>
                </c:pt>
                <c:pt idx="357">
                  <c:v>-8.6667261194800005E-2</c:v>
                </c:pt>
                <c:pt idx="358">
                  <c:v>-8.4232632663099993E-2</c:v>
                </c:pt>
                <c:pt idx="359">
                  <c:v>-8.1829336536799996E-2</c:v>
                </c:pt>
                <c:pt idx="360">
                  <c:v>-7.9460107549100004E-2</c:v>
                </c:pt>
                <c:pt idx="361">
                  <c:v>-7.7127339157799998E-2</c:v>
                </c:pt>
                <c:pt idx="362">
                  <c:v>-7.4833110329199995E-2</c:v>
                </c:pt>
                <c:pt idx="363">
                  <c:v>-7.2579210520499995E-2</c:v>
                </c:pt>
                <c:pt idx="364">
                  <c:v>-7.0367162974400002E-2</c:v>
                </c:pt>
                <c:pt idx="365">
                  <c:v>-6.8198246429300002E-2</c:v>
                </c:pt>
                <c:pt idx="366">
                  <c:v>-6.6073515345600006E-2</c:v>
                </c:pt>
                <c:pt idx="367">
                  <c:v>-6.3993818740100003E-2</c:v>
                </c:pt>
                <c:pt idx="368">
                  <c:v>-6.1959817717699997E-2</c:v>
                </c:pt>
                <c:pt idx="369">
                  <c:v>-5.9972001780500002E-2</c:v>
                </c:pt>
                <c:pt idx="370">
                  <c:v>-5.80307039939E-2</c:v>
                </c:pt>
                <c:pt idx="371">
                  <c:v>-5.6136115081500002E-2</c:v>
                </c:pt>
                <c:pt idx="372">
                  <c:v>-5.4288296516799998E-2</c:v>
                </c:pt>
                <c:pt idx="373">
                  <c:v>-5.24871926766E-2</c:v>
                </c:pt>
                <c:pt idx="374">
                  <c:v>-5.0732642117000001E-2</c:v>
                </c:pt>
                <c:pt idx="375">
                  <c:v>-4.9024388027299998E-2</c:v>
                </c:pt>
                <c:pt idx="376">
                  <c:v>-4.7362087916099999E-2</c:v>
                </c:pt>
                <c:pt idx="377">
                  <c:v>-4.5745322579799998E-2</c:v>
                </c:pt>
                <c:pt idx="378">
                  <c:v>-4.4173604399500001E-2</c:v>
                </c:pt>
                <c:pt idx="379">
                  <c:v>-4.26463850118E-2</c:v>
                </c:pt>
                <c:pt idx="380">
                  <c:v>-4.1163062393499997E-2</c:v>
                </c:pt>
                <c:pt idx="381">
                  <c:v>-3.97229873998E-2</c:v>
                </c:pt>
                <c:pt idx="382">
                  <c:v>-3.8325469793E-2</c:v>
                </c:pt>
                <c:pt idx="383">
                  <c:v>-3.6969783794199997E-2</c:v>
                </c:pt>
                <c:pt idx="384">
                  <c:v>-3.56551731925E-2</c:v>
                </c:pt>
                <c:pt idx="385">
                  <c:v>-3.4380856039100002E-2</c:v>
                </c:pt>
                <c:pt idx="386">
                  <c:v>-3.3146028956699998E-2</c:v>
                </c:pt>
                <c:pt idx="387">
                  <c:v>-3.1949871089599999E-2</c:v>
                </c:pt>
                <c:pt idx="388">
                  <c:v>-3.07915477196E-2</c:v>
                </c:pt>
                <c:pt idx="389">
                  <c:v>-2.9670213570199999E-2</c:v>
                </c:pt>
                <c:pt idx="390">
                  <c:v>-2.85850158225E-2</c:v>
                </c:pt>
                <c:pt idx="391">
                  <c:v>-2.7535096860999999E-2</c:v>
                </c:pt>
                <c:pt idx="392">
                  <c:v>-2.6519596769900001E-2</c:v>
                </c:pt>
                <c:pt idx="393">
                  <c:v>-2.55376555978E-2</c:v>
                </c:pt>
                <c:pt idx="394">
                  <c:v>-2.45884154061E-2</c:v>
                </c:pt>
                <c:pt idx="395">
                  <c:v>-2.3671022118500001E-2</c:v>
                </c:pt>
                <c:pt idx="396">
                  <c:v>-2.27846271846E-2</c:v>
                </c:pt>
                <c:pt idx="397">
                  <c:v>-2.1928389072599998E-2</c:v>
                </c:pt>
                <c:pt idx="398">
                  <c:v>-2.1101474602799999E-2</c:v>
                </c:pt>
                <c:pt idx="399">
                  <c:v>-2.0303060134999999E-2</c:v>
                </c:pt>
                <c:pt idx="400">
                  <c:v>-1.95323326193E-2</c:v>
                </c:pt>
                <c:pt idx="401">
                  <c:v>-1.87884905224E-2</c:v>
                </c:pt>
                <c:pt idx="402">
                  <c:v>-1.8070744638299999E-2</c:v>
                </c:pt>
                <c:pt idx="403">
                  <c:v>-1.7378318792000001E-2</c:v>
                </c:pt>
                <c:pt idx="404">
                  <c:v>-1.6710450446199999E-2</c:v>
                </c:pt>
                <c:pt idx="405">
                  <c:v>-1.6066391216600001E-2</c:v>
                </c:pt>
                <c:pt idx="406">
                  <c:v>-1.54454073055E-2</c:v>
                </c:pt>
                <c:pt idx="407">
                  <c:v>-1.48467798593E-2</c:v>
                </c:pt>
                <c:pt idx="408">
                  <c:v>-1.4269805255599999E-2</c:v>
                </c:pt>
                <c:pt idx="409">
                  <c:v>-1.3713795328099999E-2</c:v>
                </c:pt>
                <c:pt idx="410">
                  <c:v>-1.31780775319E-2</c:v>
                </c:pt>
                <c:pt idx="411">
                  <c:v>0</c:v>
                </c:pt>
                <c:pt idx="412">
                  <c:v>-1.78755669538E-2</c:v>
                </c:pt>
                <c:pt idx="413">
                  <c:v>-3.4007530532299997E-2</c:v>
                </c:pt>
                <c:pt idx="414">
                  <c:v>-4.8523445545299998E-2</c:v>
                </c:pt>
                <c:pt idx="415">
                  <c:v>-6.1542572241200001E-2</c:v>
                </c:pt>
                <c:pt idx="416">
                  <c:v>-7.3176381969099993E-2</c:v>
                </c:pt>
                <c:pt idx="417">
                  <c:v>-8.3529033249000004E-2</c:v>
                </c:pt>
                <c:pt idx="418">
                  <c:v>-9.2697819931E-2</c:v>
                </c:pt>
                <c:pt idx="419">
                  <c:v>-0.100773593035</c:v>
                </c:pt>
                <c:pt idx="420">
                  <c:v>-0.10784115777100001</c:v>
                </c:pt>
                <c:pt idx="421">
                  <c:v>-0.11397964716</c:v>
                </c:pt>
                <c:pt idx="422">
                  <c:v>-0.11926287359</c:v>
                </c:pt>
                <c:pt idx="423">
                  <c:v>-0.12375965957399999</c:v>
                </c:pt>
                <c:pt idx="424">
                  <c:v>-0.127534148899</c:v>
                </c:pt>
                <c:pt idx="425">
                  <c:v>-0.13064609929599999</c:v>
                </c:pt>
                <c:pt idx="426">
                  <c:v>-0.13315115769300001</c:v>
                </c:pt>
                <c:pt idx="427">
                  <c:v>-0.13510111904399999</c:v>
                </c:pt>
                <c:pt idx="428">
                  <c:v>-0.1365441697</c:v>
                </c:pt>
                <c:pt idx="429">
                  <c:v>-0.137525116196</c:v>
                </c:pt>
                <c:pt idx="430">
                  <c:v>-0.13808560030799999</c:v>
                </c:pt>
                <c:pt idx="431">
                  <c:v>-0.138264301171</c:v>
                </c:pt>
                <c:pt idx="432">
                  <c:v>-0.138097125214</c:v>
                </c:pt>
                <c:pt idx="433">
                  <c:v>-0.13761738460600001</c:v>
                </c:pt>
                <c:pt idx="434">
                  <c:v>-0.13685596490400001</c:v>
                </c:pt>
                <c:pt idx="435">
                  <c:v>-0.13584148250600001</c:v>
                </c:pt>
                <c:pt idx="436">
                  <c:v>-0.134600432529</c:v>
                </c:pt>
                <c:pt idx="437">
                  <c:v>-0.133157327651</c:v>
                </c:pt>
                <c:pt idx="438">
                  <c:v>-0.13153482846299999</c:v>
                </c:pt>
                <c:pt idx="439">
                  <c:v>-0.12975386581699999</c:v>
                </c:pt>
                <c:pt idx="440">
                  <c:v>-0.127833755647</c:v>
                </c:pt>
                <c:pt idx="441">
                  <c:v>-0.125792306706</c:v>
                </c:pt>
                <c:pt idx="442">
                  <c:v>-0.123645921632</c:v>
                </c:pt>
                <c:pt idx="443">
                  <c:v>-0.121409691743</c:v>
                </c:pt>
                <c:pt idx="444">
                  <c:v>-0.11909748593</c:v>
                </c:pt>
                <c:pt idx="445">
                  <c:v>-0.11672203400099999</c:v>
                </c:pt>
                <c:pt idx="446">
                  <c:v>-0.114295004795</c:v>
                </c:pt>
                <c:pt idx="447">
                  <c:v>-0.111827079395</c:v>
                </c:pt>
                <c:pt idx="448">
                  <c:v>-0.10932801972099999</c:v>
                </c:pt>
                <c:pt idx="449">
                  <c:v>-0.106806732775</c:v>
                </c:pt>
                <c:pt idx="450">
                  <c:v>-0.104271330817</c:v>
                </c:pt>
                <c:pt idx="451">
                  <c:v>-0.101729187698</c:v>
                </c:pt>
                <c:pt idx="452">
                  <c:v>-9.9186991585300005E-2</c:v>
                </c:pt>
                <c:pt idx="453">
                  <c:v>-9.6650794311999993E-2</c:v>
                </c:pt>
                <c:pt idx="454">
                  <c:v>-9.4126057533099994E-2</c:v>
                </c:pt>
                <c:pt idx="455">
                  <c:v>-9.1617695899100002E-2</c:v>
                </c:pt>
                <c:pt idx="456">
                  <c:v>-8.9130117420100005E-2</c:v>
                </c:pt>
                <c:pt idx="457">
                  <c:v>-8.6667261194800005E-2</c:v>
                </c:pt>
                <c:pt idx="458">
                  <c:v>-8.4232632663099993E-2</c:v>
                </c:pt>
                <c:pt idx="459">
                  <c:v>-8.1829336536799996E-2</c:v>
                </c:pt>
                <c:pt idx="460">
                  <c:v>-7.9460107549100004E-2</c:v>
                </c:pt>
                <c:pt idx="461">
                  <c:v>-7.7127339157799998E-2</c:v>
                </c:pt>
                <c:pt idx="462">
                  <c:v>-7.4833110329199995E-2</c:v>
                </c:pt>
                <c:pt idx="463">
                  <c:v>-7.2579210520499995E-2</c:v>
                </c:pt>
                <c:pt idx="464">
                  <c:v>-7.0367162974400002E-2</c:v>
                </c:pt>
                <c:pt idx="465">
                  <c:v>-6.8198246429300002E-2</c:v>
                </c:pt>
                <c:pt idx="466">
                  <c:v>-6.6073515345600006E-2</c:v>
                </c:pt>
                <c:pt idx="467">
                  <c:v>-6.3993818740100003E-2</c:v>
                </c:pt>
                <c:pt idx="468">
                  <c:v>-6.1959817717699997E-2</c:v>
                </c:pt>
                <c:pt idx="469">
                  <c:v>-5.9972001780500002E-2</c:v>
                </c:pt>
                <c:pt idx="470">
                  <c:v>-5.80307039939E-2</c:v>
                </c:pt>
                <c:pt idx="471">
                  <c:v>-5.6136115081500002E-2</c:v>
                </c:pt>
                <c:pt idx="472">
                  <c:v>-5.4288296516799998E-2</c:v>
                </c:pt>
                <c:pt idx="473">
                  <c:v>-5.24871926766E-2</c:v>
                </c:pt>
                <c:pt idx="474">
                  <c:v>-5.0732642117000001E-2</c:v>
                </c:pt>
                <c:pt idx="475">
                  <c:v>-4.9024388027299998E-2</c:v>
                </c:pt>
                <c:pt idx="476">
                  <c:v>-4.7362087916099999E-2</c:v>
                </c:pt>
                <c:pt idx="477">
                  <c:v>-4.5745322579799998E-2</c:v>
                </c:pt>
                <c:pt idx="478">
                  <c:v>-4.4173604399500001E-2</c:v>
                </c:pt>
                <c:pt idx="479">
                  <c:v>-4.26463850118E-2</c:v>
                </c:pt>
                <c:pt idx="480">
                  <c:v>-4.1163062393499997E-2</c:v>
                </c:pt>
                <c:pt idx="481">
                  <c:v>-3.97229873998E-2</c:v>
                </c:pt>
                <c:pt idx="482">
                  <c:v>-3.8325469793E-2</c:v>
                </c:pt>
                <c:pt idx="483">
                  <c:v>-3.6969783794199997E-2</c:v>
                </c:pt>
                <c:pt idx="484">
                  <c:v>-3.56551731925E-2</c:v>
                </c:pt>
                <c:pt idx="485">
                  <c:v>-3.4380856039100002E-2</c:v>
                </c:pt>
                <c:pt idx="486">
                  <c:v>-3.3146028956699998E-2</c:v>
                </c:pt>
                <c:pt idx="487">
                  <c:v>-3.1949871089599999E-2</c:v>
                </c:pt>
                <c:pt idx="488">
                  <c:v>-3.07915477196E-2</c:v>
                </c:pt>
                <c:pt idx="489">
                  <c:v>-2.9670213570199999E-2</c:v>
                </c:pt>
                <c:pt idx="490">
                  <c:v>-2.85850158225E-2</c:v>
                </c:pt>
                <c:pt idx="491">
                  <c:v>-2.7535096860999999E-2</c:v>
                </c:pt>
                <c:pt idx="492">
                  <c:v>-2.6519596769900001E-2</c:v>
                </c:pt>
                <c:pt idx="493">
                  <c:v>-2.55376555978E-2</c:v>
                </c:pt>
                <c:pt idx="494">
                  <c:v>-2.45884154061E-2</c:v>
                </c:pt>
                <c:pt idx="495">
                  <c:v>-2.3671022118500001E-2</c:v>
                </c:pt>
                <c:pt idx="496">
                  <c:v>-2.27846271846E-2</c:v>
                </c:pt>
                <c:pt idx="497">
                  <c:v>-2.1928389072599998E-2</c:v>
                </c:pt>
                <c:pt idx="498">
                  <c:v>-2.1101474602799999E-2</c:v>
                </c:pt>
                <c:pt idx="499">
                  <c:v>-2.0303060134999999E-2</c:v>
                </c:pt>
                <c:pt idx="500">
                  <c:v>-1.95323326193E-2</c:v>
                </c:pt>
                <c:pt idx="501">
                  <c:v>-1.87884905224E-2</c:v>
                </c:pt>
                <c:pt idx="502">
                  <c:v>-1.8070744638299999E-2</c:v>
                </c:pt>
                <c:pt idx="503">
                  <c:v>-1.7378318792000001E-2</c:v>
                </c:pt>
                <c:pt idx="504">
                  <c:v>-1.6710450446199999E-2</c:v>
                </c:pt>
                <c:pt idx="505">
                  <c:v>-1.6066391216600001E-2</c:v>
                </c:pt>
                <c:pt idx="506">
                  <c:v>-1.54454073055E-2</c:v>
                </c:pt>
                <c:pt idx="507">
                  <c:v>-1.48467798593E-2</c:v>
                </c:pt>
                <c:pt idx="508">
                  <c:v>-1.4269805255599999E-2</c:v>
                </c:pt>
                <c:pt idx="509">
                  <c:v>-1.3713795328099999E-2</c:v>
                </c:pt>
                <c:pt idx="510">
                  <c:v>-1.31780775319E-2</c:v>
                </c:pt>
                <c:pt idx="511">
                  <c:v>0</c:v>
                </c:pt>
                <c:pt idx="512">
                  <c:v>-1.78755669538E-2</c:v>
                </c:pt>
                <c:pt idx="513">
                  <c:v>-3.4007530532299997E-2</c:v>
                </c:pt>
                <c:pt idx="514">
                  <c:v>-4.8523445545299998E-2</c:v>
                </c:pt>
                <c:pt idx="515">
                  <c:v>-6.1542572241200001E-2</c:v>
                </c:pt>
                <c:pt idx="516">
                  <c:v>-7.3176381969099993E-2</c:v>
                </c:pt>
                <c:pt idx="517">
                  <c:v>-8.3529033249000004E-2</c:v>
                </c:pt>
                <c:pt idx="518">
                  <c:v>-9.2697819931E-2</c:v>
                </c:pt>
                <c:pt idx="519">
                  <c:v>-0.100773593035</c:v>
                </c:pt>
                <c:pt idx="520">
                  <c:v>-0.10784115777100001</c:v>
                </c:pt>
                <c:pt idx="521">
                  <c:v>-0.11397964716</c:v>
                </c:pt>
                <c:pt idx="522">
                  <c:v>-0.11926287359</c:v>
                </c:pt>
                <c:pt idx="523">
                  <c:v>-0.12375965957399999</c:v>
                </c:pt>
                <c:pt idx="524">
                  <c:v>-0.127534148899</c:v>
                </c:pt>
                <c:pt idx="525">
                  <c:v>-0.13064609929599999</c:v>
                </c:pt>
                <c:pt idx="526">
                  <c:v>-0.13315115769300001</c:v>
                </c:pt>
                <c:pt idx="527">
                  <c:v>-0.13510111904399999</c:v>
                </c:pt>
                <c:pt idx="528">
                  <c:v>-0.1365441697</c:v>
                </c:pt>
                <c:pt idx="529">
                  <c:v>-0.137525116196</c:v>
                </c:pt>
                <c:pt idx="530">
                  <c:v>-0.13808560030799999</c:v>
                </c:pt>
                <c:pt idx="531">
                  <c:v>-0.138264301171</c:v>
                </c:pt>
                <c:pt idx="532">
                  <c:v>-0.138097125214</c:v>
                </c:pt>
                <c:pt idx="533">
                  <c:v>-0.13761738460600001</c:v>
                </c:pt>
                <c:pt idx="534">
                  <c:v>-0.13685596490400001</c:v>
                </c:pt>
                <c:pt idx="535">
                  <c:v>-0.13584148250600001</c:v>
                </c:pt>
                <c:pt idx="536">
                  <c:v>-0.134600432529</c:v>
                </c:pt>
                <c:pt idx="537">
                  <c:v>-0.133157327651</c:v>
                </c:pt>
                <c:pt idx="538">
                  <c:v>-0.13153482846299999</c:v>
                </c:pt>
                <c:pt idx="539">
                  <c:v>-0.12975386581699999</c:v>
                </c:pt>
                <c:pt idx="540">
                  <c:v>-0.127833755647</c:v>
                </c:pt>
                <c:pt idx="541">
                  <c:v>-0.125792306706</c:v>
                </c:pt>
                <c:pt idx="542">
                  <c:v>-0.123645921632</c:v>
                </c:pt>
                <c:pt idx="543">
                  <c:v>-0.121409691743</c:v>
                </c:pt>
                <c:pt idx="544">
                  <c:v>-0.11909748593</c:v>
                </c:pt>
                <c:pt idx="545">
                  <c:v>-0.11672203400099999</c:v>
                </c:pt>
                <c:pt idx="546">
                  <c:v>-0.114295004795</c:v>
                </c:pt>
                <c:pt idx="547">
                  <c:v>-0.111827079395</c:v>
                </c:pt>
                <c:pt idx="548">
                  <c:v>-0.10932801972099999</c:v>
                </c:pt>
                <c:pt idx="549">
                  <c:v>-0.106806732775</c:v>
                </c:pt>
                <c:pt idx="550">
                  <c:v>-0.104271330817</c:v>
                </c:pt>
                <c:pt idx="551">
                  <c:v>-0.101729187698</c:v>
                </c:pt>
                <c:pt idx="552">
                  <c:v>-9.9186991585300005E-2</c:v>
                </c:pt>
                <c:pt idx="553">
                  <c:v>-9.6650794311999993E-2</c:v>
                </c:pt>
                <c:pt idx="554">
                  <c:v>-9.4126057533099994E-2</c:v>
                </c:pt>
                <c:pt idx="555">
                  <c:v>-9.1617695899100002E-2</c:v>
                </c:pt>
                <c:pt idx="556">
                  <c:v>-8.9130117420100005E-2</c:v>
                </c:pt>
                <c:pt idx="557">
                  <c:v>-8.6667261194800005E-2</c:v>
                </c:pt>
                <c:pt idx="558">
                  <c:v>-8.4232632663099993E-2</c:v>
                </c:pt>
                <c:pt idx="559">
                  <c:v>-8.1829336536799996E-2</c:v>
                </c:pt>
                <c:pt idx="560">
                  <c:v>-7.9460107549100004E-2</c:v>
                </c:pt>
                <c:pt idx="561">
                  <c:v>-7.7127339157799998E-2</c:v>
                </c:pt>
                <c:pt idx="562">
                  <c:v>-7.4833110329199995E-2</c:v>
                </c:pt>
                <c:pt idx="563">
                  <c:v>-7.2579210520499995E-2</c:v>
                </c:pt>
                <c:pt idx="564">
                  <c:v>-7.0367162974400002E-2</c:v>
                </c:pt>
                <c:pt idx="565">
                  <c:v>-6.8198246429300002E-2</c:v>
                </c:pt>
                <c:pt idx="566">
                  <c:v>-6.6073515345600006E-2</c:v>
                </c:pt>
                <c:pt idx="567">
                  <c:v>-6.3993818740100003E-2</c:v>
                </c:pt>
                <c:pt idx="568">
                  <c:v>-6.1959817717699997E-2</c:v>
                </c:pt>
                <c:pt idx="569">
                  <c:v>-5.9972001780500002E-2</c:v>
                </c:pt>
                <c:pt idx="570">
                  <c:v>-5.80307039939E-2</c:v>
                </c:pt>
                <c:pt idx="571">
                  <c:v>-5.6136115081500002E-2</c:v>
                </c:pt>
                <c:pt idx="572">
                  <c:v>-5.4288296516799998E-2</c:v>
                </c:pt>
                <c:pt idx="573">
                  <c:v>-5.24871926766E-2</c:v>
                </c:pt>
                <c:pt idx="574">
                  <c:v>-5.0732642117000001E-2</c:v>
                </c:pt>
                <c:pt idx="575">
                  <c:v>-4.9024388027299998E-2</c:v>
                </c:pt>
                <c:pt idx="576">
                  <c:v>-4.7362087916099999E-2</c:v>
                </c:pt>
                <c:pt idx="577">
                  <c:v>-4.5745322579799998E-2</c:v>
                </c:pt>
                <c:pt idx="578">
                  <c:v>-4.4173604399500001E-2</c:v>
                </c:pt>
                <c:pt idx="579">
                  <c:v>-4.26463850118E-2</c:v>
                </c:pt>
                <c:pt idx="580">
                  <c:v>-4.1163062393499997E-2</c:v>
                </c:pt>
                <c:pt idx="581">
                  <c:v>-3.97229873998E-2</c:v>
                </c:pt>
                <c:pt idx="582">
                  <c:v>-3.8325469793E-2</c:v>
                </c:pt>
                <c:pt idx="583">
                  <c:v>-3.6969783794199997E-2</c:v>
                </c:pt>
                <c:pt idx="584">
                  <c:v>-3.56551731925E-2</c:v>
                </c:pt>
                <c:pt idx="585">
                  <c:v>-3.4380856039100002E-2</c:v>
                </c:pt>
                <c:pt idx="586">
                  <c:v>-3.3146028956699998E-2</c:v>
                </c:pt>
                <c:pt idx="587">
                  <c:v>-3.1949871089599999E-2</c:v>
                </c:pt>
                <c:pt idx="588">
                  <c:v>-3.07915477196E-2</c:v>
                </c:pt>
                <c:pt idx="589">
                  <c:v>-2.9670213570199999E-2</c:v>
                </c:pt>
                <c:pt idx="590">
                  <c:v>-2.85850158225E-2</c:v>
                </c:pt>
                <c:pt idx="591">
                  <c:v>-2.7535096860999999E-2</c:v>
                </c:pt>
                <c:pt idx="592">
                  <c:v>-2.6519596769900001E-2</c:v>
                </c:pt>
                <c:pt idx="593">
                  <c:v>-2.55376555978E-2</c:v>
                </c:pt>
                <c:pt idx="594">
                  <c:v>-2.45884154061E-2</c:v>
                </c:pt>
                <c:pt idx="595">
                  <c:v>-2.3671022118500001E-2</c:v>
                </c:pt>
                <c:pt idx="596">
                  <c:v>-2.27846271846E-2</c:v>
                </c:pt>
                <c:pt idx="597">
                  <c:v>-2.1928389072599998E-2</c:v>
                </c:pt>
                <c:pt idx="598">
                  <c:v>-2.1101474602799999E-2</c:v>
                </c:pt>
                <c:pt idx="599">
                  <c:v>-2.0303060134999999E-2</c:v>
                </c:pt>
                <c:pt idx="600">
                  <c:v>-1.95323326193E-2</c:v>
                </c:pt>
                <c:pt idx="601">
                  <c:v>-1.87884905224E-2</c:v>
                </c:pt>
                <c:pt idx="602">
                  <c:v>-1.8070744638299999E-2</c:v>
                </c:pt>
                <c:pt idx="603">
                  <c:v>-1.7378318792000001E-2</c:v>
                </c:pt>
                <c:pt idx="604">
                  <c:v>-1.6710450446199999E-2</c:v>
                </c:pt>
                <c:pt idx="605">
                  <c:v>-1.6066391216600001E-2</c:v>
                </c:pt>
                <c:pt idx="606">
                  <c:v>-1.54454073055E-2</c:v>
                </c:pt>
                <c:pt idx="607">
                  <c:v>-1.48467798593E-2</c:v>
                </c:pt>
                <c:pt idx="608">
                  <c:v>-1.4269805255599999E-2</c:v>
                </c:pt>
                <c:pt idx="609">
                  <c:v>-1.3713795328099999E-2</c:v>
                </c:pt>
                <c:pt idx="610">
                  <c:v>-1.31780775319E-2</c:v>
                </c:pt>
                <c:pt idx="611">
                  <c:v>0</c:v>
                </c:pt>
                <c:pt idx="612">
                  <c:v>-1.78755669538E-2</c:v>
                </c:pt>
                <c:pt idx="613">
                  <c:v>-3.4007530532299997E-2</c:v>
                </c:pt>
                <c:pt idx="614">
                  <c:v>-4.8523445545299998E-2</c:v>
                </c:pt>
                <c:pt idx="615">
                  <c:v>-6.1542572241200001E-2</c:v>
                </c:pt>
                <c:pt idx="616">
                  <c:v>-7.3176381969099993E-2</c:v>
                </c:pt>
                <c:pt idx="617">
                  <c:v>-8.3529033249000004E-2</c:v>
                </c:pt>
                <c:pt idx="618">
                  <c:v>-9.2697819931E-2</c:v>
                </c:pt>
                <c:pt idx="619">
                  <c:v>-0.100773593035</c:v>
                </c:pt>
                <c:pt idx="620">
                  <c:v>-0.10784115777100001</c:v>
                </c:pt>
                <c:pt idx="621">
                  <c:v>-0.11397964716</c:v>
                </c:pt>
                <c:pt idx="622">
                  <c:v>-0.11926287359</c:v>
                </c:pt>
                <c:pt idx="623">
                  <c:v>-0.12375965957399999</c:v>
                </c:pt>
                <c:pt idx="624">
                  <c:v>-0.127534148899</c:v>
                </c:pt>
                <c:pt idx="625">
                  <c:v>-0.13064609929599999</c:v>
                </c:pt>
                <c:pt idx="626">
                  <c:v>-0.13315115769300001</c:v>
                </c:pt>
                <c:pt idx="627">
                  <c:v>-0.13510111904399999</c:v>
                </c:pt>
                <c:pt idx="628">
                  <c:v>-0.1365441697</c:v>
                </c:pt>
                <c:pt idx="629">
                  <c:v>-0.137525116196</c:v>
                </c:pt>
                <c:pt idx="630">
                  <c:v>-0.13808560030799999</c:v>
                </c:pt>
                <c:pt idx="631">
                  <c:v>-0.138264301171</c:v>
                </c:pt>
                <c:pt idx="632">
                  <c:v>-0.138097125214</c:v>
                </c:pt>
                <c:pt idx="633">
                  <c:v>-0.13761738460600001</c:v>
                </c:pt>
                <c:pt idx="634">
                  <c:v>-0.13685596490400001</c:v>
                </c:pt>
                <c:pt idx="635">
                  <c:v>-0.13584148250600001</c:v>
                </c:pt>
                <c:pt idx="636">
                  <c:v>-0.134600432529</c:v>
                </c:pt>
                <c:pt idx="637">
                  <c:v>-0.133157327651</c:v>
                </c:pt>
                <c:pt idx="638">
                  <c:v>-0.13153482846299999</c:v>
                </c:pt>
                <c:pt idx="639">
                  <c:v>-0.12975386581699999</c:v>
                </c:pt>
                <c:pt idx="640">
                  <c:v>-0.127833755647</c:v>
                </c:pt>
                <c:pt idx="641">
                  <c:v>-0.125792306706</c:v>
                </c:pt>
                <c:pt idx="642">
                  <c:v>-0.123645921632</c:v>
                </c:pt>
                <c:pt idx="643">
                  <c:v>-0.121409691743</c:v>
                </c:pt>
                <c:pt idx="644">
                  <c:v>-0.11909748593</c:v>
                </c:pt>
                <c:pt idx="645">
                  <c:v>-0.11672203400099999</c:v>
                </c:pt>
                <c:pt idx="646">
                  <c:v>-0.114295004795</c:v>
                </c:pt>
                <c:pt idx="647">
                  <c:v>-0.111827079395</c:v>
                </c:pt>
                <c:pt idx="648">
                  <c:v>-0.10932801972099999</c:v>
                </c:pt>
                <c:pt idx="649">
                  <c:v>-0.106806732775</c:v>
                </c:pt>
                <c:pt idx="650">
                  <c:v>-0.104271330817</c:v>
                </c:pt>
                <c:pt idx="651">
                  <c:v>-0.101729187698</c:v>
                </c:pt>
                <c:pt idx="652">
                  <c:v>-9.9186991585300005E-2</c:v>
                </c:pt>
                <c:pt idx="653">
                  <c:v>-9.6650794311999993E-2</c:v>
                </c:pt>
                <c:pt idx="654">
                  <c:v>-9.4126057533099994E-2</c:v>
                </c:pt>
                <c:pt idx="655">
                  <c:v>-9.1617695899100002E-2</c:v>
                </c:pt>
                <c:pt idx="656">
                  <c:v>-8.9130117420100005E-2</c:v>
                </c:pt>
                <c:pt idx="657">
                  <c:v>-8.6667261194800005E-2</c:v>
                </c:pt>
                <c:pt idx="658">
                  <c:v>-8.4232632663099993E-2</c:v>
                </c:pt>
                <c:pt idx="659">
                  <c:v>-8.1829336536799996E-2</c:v>
                </c:pt>
                <c:pt idx="660">
                  <c:v>-7.9460107549100004E-2</c:v>
                </c:pt>
                <c:pt idx="661">
                  <c:v>-7.7127339157799998E-2</c:v>
                </c:pt>
                <c:pt idx="662">
                  <c:v>-7.4833110329199995E-2</c:v>
                </c:pt>
                <c:pt idx="663">
                  <c:v>-7.2579210520499995E-2</c:v>
                </c:pt>
                <c:pt idx="664">
                  <c:v>-7.0367162974400002E-2</c:v>
                </c:pt>
                <c:pt idx="665">
                  <c:v>-6.8198246429300002E-2</c:v>
                </c:pt>
                <c:pt idx="666">
                  <c:v>-6.6073515345600006E-2</c:v>
                </c:pt>
                <c:pt idx="667">
                  <c:v>-6.3993818740100003E-2</c:v>
                </c:pt>
                <c:pt idx="668">
                  <c:v>-6.1959817717699997E-2</c:v>
                </c:pt>
                <c:pt idx="669">
                  <c:v>-5.9972001780500002E-2</c:v>
                </c:pt>
                <c:pt idx="670">
                  <c:v>-5.80307039939E-2</c:v>
                </c:pt>
                <c:pt idx="671">
                  <c:v>-5.6136115081500002E-2</c:v>
                </c:pt>
                <c:pt idx="672">
                  <c:v>-5.4288296516799998E-2</c:v>
                </c:pt>
                <c:pt idx="673">
                  <c:v>-5.24871926766E-2</c:v>
                </c:pt>
                <c:pt idx="674">
                  <c:v>-5.0732642117000001E-2</c:v>
                </c:pt>
                <c:pt idx="675">
                  <c:v>-4.9024388027299998E-2</c:v>
                </c:pt>
                <c:pt idx="676">
                  <c:v>-4.7362087916099999E-2</c:v>
                </c:pt>
                <c:pt idx="677">
                  <c:v>-4.5745322579799998E-2</c:v>
                </c:pt>
                <c:pt idx="678">
                  <c:v>-4.4173604399500001E-2</c:v>
                </c:pt>
                <c:pt idx="679">
                  <c:v>-4.26463850118E-2</c:v>
                </c:pt>
                <c:pt idx="680">
                  <c:v>-4.1163062393499997E-2</c:v>
                </c:pt>
                <c:pt idx="681">
                  <c:v>-3.97229873998E-2</c:v>
                </c:pt>
                <c:pt idx="682">
                  <c:v>-3.8325469793E-2</c:v>
                </c:pt>
                <c:pt idx="683">
                  <c:v>-3.6969783794199997E-2</c:v>
                </c:pt>
                <c:pt idx="684">
                  <c:v>-3.56551731925E-2</c:v>
                </c:pt>
                <c:pt idx="685">
                  <c:v>-3.4380856039100002E-2</c:v>
                </c:pt>
                <c:pt idx="686">
                  <c:v>-3.3146028956699998E-2</c:v>
                </c:pt>
                <c:pt idx="687">
                  <c:v>-3.1949871089599999E-2</c:v>
                </c:pt>
                <c:pt idx="688">
                  <c:v>-3.07915477196E-2</c:v>
                </c:pt>
                <c:pt idx="689">
                  <c:v>-2.9670213570199999E-2</c:v>
                </c:pt>
                <c:pt idx="690">
                  <c:v>-2.85850158225E-2</c:v>
                </c:pt>
                <c:pt idx="691">
                  <c:v>-2.7535096860999999E-2</c:v>
                </c:pt>
                <c:pt idx="692">
                  <c:v>-2.6519596769900001E-2</c:v>
                </c:pt>
                <c:pt idx="693">
                  <c:v>-2.55376555978E-2</c:v>
                </c:pt>
                <c:pt idx="694">
                  <c:v>-2.45884154061E-2</c:v>
                </c:pt>
                <c:pt idx="695">
                  <c:v>-2.3671022118500001E-2</c:v>
                </c:pt>
                <c:pt idx="696">
                  <c:v>-2.27846271846E-2</c:v>
                </c:pt>
                <c:pt idx="697">
                  <c:v>-2.1928389072599998E-2</c:v>
                </c:pt>
                <c:pt idx="698">
                  <c:v>-2.1101474602799999E-2</c:v>
                </c:pt>
                <c:pt idx="699">
                  <c:v>-2.0303060134999999E-2</c:v>
                </c:pt>
                <c:pt idx="700">
                  <c:v>-1.95323326193E-2</c:v>
                </c:pt>
                <c:pt idx="701">
                  <c:v>-1.87884905224E-2</c:v>
                </c:pt>
                <c:pt idx="702">
                  <c:v>-1.8070744638299999E-2</c:v>
                </c:pt>
                <c:pt idx="703">
                  <c:v>-1.7378318792000001E-2</c:v>
                </c:pt>
                <c:pt idx="704">
                  <c:v>-1.6710450446199999E-2</c:v>
                </c:pt>
                <c:pt idx="705">
                  <c:v>-1.6066391216600001E-2</c:v>
                </c:pt>
                <c:pt idx="706">
                  <c:v>-1.54454073055E-2</c:v>
                </c:pt>
                <c:pt idx="707">
                  <c:v>-1.48467798593E-2</c:v>
                </c:pt>
                <c:pt idx="708">
                  <c:v>-1.4269805255599999E-2</c:v>
                </c:pt>
                <c:pt idx="709">
                  <c:v>-1.3713795328099999E-2</c:v>
                </c:pt>
                <c:pt idx="710">
                  <c:v>-1.31780775319E-2</c:v>
                </c:pt>
                <c:pt idx="711">
                  <c:v>0</c:v>
                </c:pt>
                <c:pt idx="712">
                  <c:v>-1.78755669538E-2</c:v>
                </c:pt>
                <c:pt idx="713">
                  <c:v>-3.4007530532299997E-2</c:v>
                </c:pt>
                <c:pt idx="714">
                  <c:v>-4.8523445545299998E-2</c:v>
                </c:pt>
                <c:pt idx="715">
                  <c:v>-6.1542572241200001E-2</c:v>
                </c:pt>
                <c:pt idx="716">
                  <c:v>-7.3176381969099993E-2</c:v>
                </c:pt>
                <c:pt idx="717">
                  <c:v>-8.3529033249000004E-2</c:v>
                </c:pt>
                <c:pt idx="718">
                  <c:v>-9.2697819931E-2</c:v>
                </c:pt>
                <c:pt idx="719">
                  <c:v>-0.100773593035</c:v>
                </c:pt>
                <c:pt idx="720">
                  <c:v>-0.10784115777100001</c:v>
                </c:pt>
                <c:pt idx="721">
                  <c:v>-0.11397964716</c:v>
                </c:pt>
                <c:pt idx="722">
                  <c:v>-0.11926287359</c:v>
                </c:pt>
                <c:pt idx="723">
                  <c:v>-0.12375965957399999</c:v>
                </c:pt>
                <c:pt idx="724">
                  <c:v>-0.127534148899</c:v>
                </c:pt>
                <c:pt idx="725">
                  <c:v>-0.13064609929599999</c:v>
                </c:pt>
                <c:pt idx="726">
                  <c:v>-0.13315115769300001</c:v>
                </c:pt>
                <c:pt idx="727">
                  <c:v>-0.13510111904399999</c:v>
                </c:pt>
                <c:pt idx="728">
                  <c:v>-0.1365441697</c:v>
                </c:pt>
                <c:pt idx="729">
                  <c:v>-0.137525116196</c:v>
                </c:pt>
                <c:pt idx="730">
                  <c:v>-0.13808560030799999</c:v>
                </c:pt>
                <c:pt idx="731">
                  <c:v>-0.138264301171</c:v>
                </c:pt>
                <c:pt idx="732">
                  <c:v>-0.138097125214</c:v>
                </c:pt>
                <c:pt idx="733">
                  <c:v>-0.13761738460600001</c:v>
                </c:pt>
                <c:pt idx="734">
                  <c:v>-0.13685596490400001</c:v>
                </c:pt>
                <c:pt idx="735">
                  <c:v>-0.13584148250600001</c:v>
                </c:pt>
                <c:pt idx="736">
                  <c:v>-0.134600432529</c:v>
                </c:pt>
                <c:pt idx="737">
                  <c:v>-0.133157327651</c:v>
                </c:pt>
                <c:pt idx="738">
                  <c:v>-0.13153482846299999</c:v>
                </c:pt>
                <c:pt idx="739">
                  <c:v>-0.12975386581699999</c:v>
                </c:pt>
                <c:pt idx="740">
                  <c:v>-0.127833755647</c:v>
                </c:pt>
                <c:pt idx="741">
                  <c:v>-0.125792306706</c:v>
                </c:pt>
                <c:pt idx="742">
                  <c:v>-0.123645921632</c:v>
                </c:pt>
                <c:pt idx="743">
                  <c:v>-0.121409691743</c:v>
                </c:pt>
                <c:pt idx="744">
                  <c:v>-0.11909748593</c:v>
                </c:pt>
                <c:pt idx="745">
                  <c:v>-0.11672203400099999</c:v>
                </c:pt>
                <c:pt idx="746">
                  <c:v>-0.114295004795</c:v>
                </c:pt>
                <c:pt idx="747">
                  <c:v>-0.111827079395</c:v>
                </c:pt>
                <c:pt idx="748">
                  <c:v>-0.10932801972099999</c:v>
                </c:pt>
                <c:pt idx="749">
                  <c:v>-0.106806732775</c:v>
                </c:pt>
                <c:pt idx="750">
                  <c:v>-0.104271330817</c:v>
                </c:pt>
                <c:pt idx="751">
                  <c:v>-0.101729187698</c:v>
                </c:pt>
                <c:pt idx="752">
                  <c:v>-9.9186991585300005E-2</c:v>
                </c:pt>
                <c:pt idx="753">
                  <c:v>-9.6650794311999993E-2</c:v>
                </c:pt>
                <c:pt idx="754">
                  <c:v>-9.4126057533099994E-2</c:v>
                </c:pt>
                <c:pt idx="755">
                  <c:v>-9.1617695899100002E-2</c:v>
                </c:pt>
                <c:pt idx="756">
                  <c:v>-8.9130117420100005E-2</c:v>
                </c:pt>
                <c:pt idx="757">
                  <c:v>-8.6667261194800005E-2</c:v>
                </c:pt>
                <c:pt idx="758">
                  <c:v>-8.4232632663099993E-2</c:v>
                </c:pt>
                <c:pt idx="759">
                  <c:v>-8.1829336536799996E-2</c:v>
                </c:pt>
                <c:pt idx="760">
                  <c:v>-7.9460107549100004E-2</c:v>
                </c:pt>
                <c:pt idx="761">
                  <c:v>-7.7127339157799998E-2</c:v>
                </c:pt>
                <c:pt idx="762">
                  <c:v>-7.4833110329199995E-2</c:v>
                </c:pt>
                <c:pt idx="763">
                  <c:v>-7.2579210520499995E-2</c:v>
                </c:pt>
                <c:pt idx="764">
                  <c:v>-7.0367162974400002E-2</c:v>
                </c:pt>
                <c:pt idx="765">
                  <c:v>-6.8198246429300002E-2</c:v>
                </c:pt>
                <c:pt idx="766">
                  <c:v>-6.6073515345600006E-2</c:v>
                </c:pt>
                <c:pt idx="767">
                  <c:v>-6.3993818740100003E-2</c:v>
                </c:pt>
                <c:pt idx="768">
                  <c:v>-6.1959817717699997E-2</c:v>
                </c:pt>
                <c:pt idx="769">
                  <c:v>-5.9972001780500002E-2</c:v>
                </c:pt>
                <c:pt idx="770">
                  <c:v>-5.80307039939E-2</c:v>
                </c:pt>
                <c:pt idx="771">
                  <c:v>-5.6136115081500002E-2</c:v>
                </c:pt>
                <c:pt idx="772">
                  <c:v>-5.4288296516799998E-2</c:v>
                </c:pt>
                <c:pt idx="773">
                  <c:v>-5.24871926766E-2</c:v>
                </c:pt>
                <c:pt idx="774">
                  <c:v>-5.0732642117000001E-2</c:v>
                </c:pt>
                <c:pt idx="775">
                  <c:v>-4.9024388027299998E-2</c:v>
                </c:pt>
                <c:pt idx="776">
                  <c:v>-4.7362087916099999E-2</c:v>
                </c:pt>
                <c:pt idx="777">
                  <c:v>-4.5745322579799998E-2</c:v>
                </c:pt>
                <c:pt idx="778">
                  <c:v>-4.4173604399500001E-2</c:v>
                </c:pt>
                <c:pt idx="779">
                  <c:v>-4.26463850118E-2</c:v>
                </c:pt>
                <c:pt idx="780">
                  <c:v>-4.1163062393499997E-2</c:v>
                </c:pt>
                <c:pt idx="781">
                  <c:v>-3.97229873998E-2</c:v>
                </c:pt>
                <c:pt idx="782">
                  <c:v>-3.8325469793E-2</c:v>
                </c:pt>
                <c:pt idx="783">
                  <c:v>-3.6969783794199997E-2</c:v>
                </c:pt>
                <c:pt idx="784">
                  <c:v>-3.56551731925E-2</c:v>
                </c:pt>
                <c:pt idx="785">
                  <c:v>-3.4380856039100002E-2</c:v>
                </c:pt>
                <c:pt idx="786">
                  <c:v>-3.3146028956699998E-2</c:v>
                </c:pt>
                <c:pt idx="787">
                  <c:v>-3.1949871089599999E-2</c:v>
                </c:pt>
                <c:pt idx="788">
                  <c:v>-3.07915477196E-2</c:v>
                </c:pt>
                <c:pt idx="789">
                  <c:v>-2.9670213570199999E-2</c:v>
                </c:pt>
                <c:pt idx="790">
                  <c:v>-2.85850158225E-2</c:v>
                </c:pt>
                <c:pt idx="791">
                  <c:v>-2.7535096860999999E-2</c:v>
                </c:pt>
                <c:pt idx="792">
                  <c:v>-2.6519596769900001E-2</c:v>
                </c:pt>
                <c:pt idx="793">
                  <c:v>-2.55376555978E-2</c:v>
                </c:pt>
                <c:pt idx="794">
                  <c:v>-2.45884154061E-2</c:v>
                </c:pt>
                <c:pt idx="795">
                  <c:v>-2.3671022118500001E-2</c:v>
                </c:pt>
                <c:pt idx="796">
                  <c:v>-2.27846271846E-2</c:v>
                </c:pt>
                <c:pt idx="797">
                  <c:v>-2.1928389072599998E-2</c:v>
                </c:pt>
                <c:pt idx="798">
                  <c:v>-2.1101474602799999E-2</c:v>
                </c:pt>
                <c:pt idx="799">
                  <c:v>-2.0303060134999999E-2</c:v>
                </c:pt>
                <c:pt idx="800">
                  <c:v>-1.95323326193E-2</c:v>
                </c:pt>
              </c:numCache>
            </c:numRef>
          </c:yVal>
          <c:smooth val="1"/>
          <c:extLst>
            <c:ext xmlns:c16="http://schemas.microsoft.com/office/drawing/2014/chart" uri="{C3380CC4-5D6E-409C-BE32-E72D297353CC}">
              <c16:uniqueId val="{00000001-F76E-4AB1-A1C4-467BB8F8A848}"/>
            </c:ext>
          </c:extLst>
        </c:ser>
        <c:ser>
          <c:idx val="2"/>
          <c:order val="2"/>
          <c:tx>
            <c:v>Neuron 12</c:v>
          </c:tx>
          <c:spPr>
            <a:ln w="20955">
              <a:solidFill>
                <a:srgbClr val="8064A2"/>
              </a:solidFill>
            </a:ln>
          </c:spPr>
          <c:marker>
            <c:symbol val="none"/>
          </c:marker>
          <c:xVal>
            <c:numRef>
              <c:f>'Chart Data'!$E$2:$E$802</c:f>
              <c:numCache>
                <c:formatCode>General</c:formatCode>
                <c:ptCount val="801"/>
                <c:pt idx="0">
                  <c:v>0.4</c:v>
                </c:pt>
                <c:pt idx="1">
                  <c:v>0.40100000000000002</c:v>
                </c:pt>
                <c:pt idx="2">
                  <c:v>0.40200000000000002</c:v>
                </c:pt>
                <c:pt idx="3">
                  <c:v>0.40300000000000002</c:v>
                </c:pt>
                <c:pt idx="4">
                  <c:v>0.40400000000000003</c:v>
                </c:pt>
                <c:pt idx="5">
                  <c:v>0.40500000000000003</c:v>
                </c:pt>
                <c:pt idx="6">
                  <c:v>0.40600000000000003</c:v>
                </c:pt>
                <c:pt idx="7">
                  <c:v>0.40699999999999997</c:v>
                </c:pt>
                <c:pt idx="8">
                  <c:v>0.40799999999999997</c:v>
                </c:pt>
                <c:pt idx="9">
                  <c:v>0.40899999999999997</c:v>
                </c:pt>
                <c:pt idx="10">
                  <c:v>0.41</c:v>
                </c:pt>
                <c:pt idx="11">
                  <c:v>0.41099999999999998</c:v>
                </c:pt>
                <c:pt idx="12">
                  <c:v>0.41199999999999998</c:v>
                </c:pt>
                <c:pt idx="13">
                  <c:v>0.41299999999999998</c:v>
                </c:pt>
                <c:pt idx="14">
                  <c:v>0.41399999999999998</c:v>
                </c:pt>
                <c:pt idx="15">
                  <c:v>0.41499999999999998</c:v>
                </c:pt>
                <c:pt idx="16">
                  <c:v>0.41599999999999998</c:v>
                </c:pt>
                <c:pt idx="17">
                  <c:v>0.41699999999999998</c:v>
                </c:pt>
                <c:pt idx="18">
                  <c:v>0.41799999999999998</c:v>
                </c:pt>
                <c:pt idx="19">
                  <c:v>0.41899999999999998</c:v>
                </c:pt>
                <c:pt idx="20">
                  <c:v>0.42</c:v>
                </c:pt>
                <c:pt idx="21">
                  <c:v>0.42099999999999999</c:v>
                </c:pt>
                <c:pt idx="22">
                  <c:v>0.42199999999999999</c:v>
                </c:pt>
                <c:pt idx="23">
                  <c:v>0.42299999999999999</c:v>
                </c:pt>
                <c:pt idx="24">
                  <c:v>0.42399999999999999</c:v>
                </c:pt>
                <c:pt idx="25">
                  <c:v>0.42499999999999999</c:v>
                </c:pt>
                <c:pt idx="26">
                  <c:v>0.42599999999999999</c:v>
                </c:pt>
                <c:pt idx="27">
                  <c:v>0.42699999999999999</c:v>
                </c:pt>
                <c:pt idx="28">
                  <c:v>0.42799999999999999</c:v>
                </c:pt>
                <c:pt idx="29">
                  <c:v>0.42899999999999999</c:v>
                </c:pt>
                <c:pt idx="30">
                  <c:v>0.43</c:v>
                </c:pt>
                <c:pt idx="31">
                  <c:v>0.43099999999999999</c:v>
                </c:pt>
                <c:pt idx="32">
                  <c:v>0.432</c:v>
                </c:pt>
                <c:pt idx="33">
                  <c:v>0.433</c:v>
                </c:pt>
                <c:pt idx="34">
                  <c:v>0.434</c:v>
                </c:pt>
                <c:pt idx="35">
                  <c:v>0.435</c:v>
                </c:pt>
                <c:pt idx="36">
                  <c:v>0.436</c:v>
                </c:pt>
                <c:pt idx="37">
                  <c:v>0.437</c:v>
                </c:pt>
                <c:pt idx="38">
                  <c:v>0.438</c:v>
                </c:pt>
                <c:pt idx="39">
                  <c:v>0.439</c:v>
                </c:pt>
                <c:pt idx="40">
                  <c:v>0.44</c:v>
                </c:pt>
                <c:pt idx="41">
                  <c:v>0.441</c:v>
                </c:pt>
                <c:pt idx="42">
                  <c:v>0.442</c:v>
                </c:pt>
                <c:pt idx="43">
                  <c:v>0.443</c:v>
                </c:pt>
                <c:pt idx="44">
                  <c:v>0.44400000000000001</c:v>
                </c:pt>
                <c:pt idx="45">
                  <c:v>0.44500000000000001</c:v>
                </c:pt>
                <c:pt idx="46">
                  <c:v>0.44600000000000001</c:v>
                </c:pt>
                <c:pt idx="47">
                  <c:v>0.44700000000000001</c:v>
                </c:pt>
                <c:pt idx="48">
                  <c:v>0.44800000000000001</c:v>
                </c:pt>
                <c:pt idx="49">
                  <c:v>0.44900000000000001</c:v>
                </c:pt>
                <c:pt idx="50">
                  <c:v>0.45</c:v>
                </c:pt>
                <c:pt idx="51">
                  <c:v>0.45100000000000001</c:v>
                </c:pt>
                <c:pt idx="52">
                  <c:v>0.45200000000000001</c:v>
                </c:pt>
                <c:pt idx="53">
                  <c:v>0.45300000000000001</c:v>
                </c:pt>
                <c:pt idx="54">
                  <c:v>0.45400000000000001</c:v>
                </c:pt>
                <c:pt idx="55">
                  <c:v>0.45500000000000002</c:v>
                </c:pt>
                <c:pt idx="56">
                  <c:v>0.45600000000000002</c:v>
                </c:pt>
                <c:pt idx="57">
                  <c:v>0.45700000000000002</c:v>
                </c:pt>
                <c:pt idx="58">
                  <c:v>0.45800000000000002</c:v>
                </c:pt>
                <c:pt idx="59">
                  <c:v>0.45900000000000002</c:v>
                </c:pt>
                <c:pt idx="60">
                  <c:v>0.46</c:v>
                </c:pt>
                <c:pt idx="61">
                  <c:v>0.46100000000000002</c:v>
                </c:pt>
                <c:pt idx="62">
                  <c:v>0.46200000000000002</c:v>
                </c:pt>
                <c:pt idx="63">
                  <c:v>0.46300000000000002</c:v>
                </c:pt>
                <c:pt idx="64">
                  <c:v>0.46400000000000002</c:v>
                </c:pt>
                <c:pt idx="65">
                  <c:v>0.46500000000000002</c:v>
                </c:pt>
                <c:pt idx="66">
                  <c:v>0.46600000000000003</c:v>
                </c:pt>
                <c:pt idx="67">
                  <c:v>0.46700000000000003</c:v>
                </c:pt>
                <c:pt idx="68">
                  <c:v>0.46800000000000003</c:v>
                </c:pt>
                <c:pt idx="69">
                  <c:v>0.46899999999999997</c:v>
                </c:pt>
                <c:pt idx="70">
                  <c:v>0.47</c:v>
                </c:pt>
                <c:pt idx="71">
                  <c:v>0.47099999999999997</c:v>
                </c:pt>
                <c:pt idx="72">
                  <c:v>0.47199999999999998</c:v>
                </c:pt>
                <c:pt idx="73">
                  <c:v>0.47299999999999998</c:v>
                </c:pt>
                <c:pt idx="74">
                  <c:v>0.47399999999999998</c:v>
                </c:pt>
                <c:pt idx="75">
                  <c:v>0.47499999999999998</c:v>
                </c:pt>
                <c:pt idx="76">
                  <c:v>0.47599999999999998</c:v>
                </c:pt>
                <c:pt idx="77">
                  <c:v>0.47699999999999998</c:v>
                </c:pt>
                <c:pt idx="78">
                  <c:v>0.47799999999999998</c:v>
                </c:pt>
                <c:pt idx="79">
                  <c:v>0.47899999999999998</c:v>
                </c:pt>
                <c:pt idx="80">
                  <c:v>0.48</c:v>
                </c:pt>
                <c:pt idx="81">
                  <c:v>0.48099999999999998</c:v>
                </c:pt>
                <c:pt idx="82">
                  <c:v>0.48199999999999998</c:v>
                </c:pt>
                <c:pt idx="83">
                  <c:v>0.48299999999999998</c:v>
                </c:pt>
                <c:pt idx="84">
                  <c:v>0.48399999999999999</c:v>
                </c:pt>
                <c:pt idx="85">
                  <c:v>0.48499999999999999</c:v>
                </c:pt>
                <c:pt idx="86">
                  <c:v>0.48599999999999999</c:v>
                </c:pt>
                <c:pt idx="87">
                  <c:v>0.48699999999999999</c:v>
                </c:pt>
                <c:pt idx="88">
                  <c:v>0.48799999999999999</c:v>
                </c:pt>
                <c:pt idx="89">
                  <c:v>0.48899999999999999</c:v>
                </c:pt>
                <c:pt idx="90">
                  <c:v>0.49</c:v>
                </c:pt>
                <c:pt idx="91">
                  <c:v>0.49099999999999999</c:v>
                </c:pt>
                <c:pt idx="92">
                  <c:v>0.49199999999999999</c:v>
                </c:pt>
                <c:pt idx="93">
                  <c:v>0.49299999999999999</c:v>
                </c:pt>
                <c:pt idx="94">
                  <c:v>0.49399999999999999</c:v>
                </c:pt>
                <c:pt idx="95">
                  <c:v>0.495</c:v>
                </c:pt>
                <c:pt idx="96">
                  <c:v>0.496</c:v>
                </c:pt>
                <c:pt idx="97">
                  <c:v>0.497</c:v>
                </c:pt>
                <c:pt idx="98">
                  <c:v>0.498</c:v>
                </c:pt>
                <c:pt idx="99">
                  <c:v>0.499</c:v>
                </c:pt>
                <c:pt idx="100">
                  <c:v>0.5</c:v>
                </c:pt>
                <c:pt idx="101">
                  <c:v>0.501</c:v>
                </c:pt>
                <c:pt idx="102">
                  <c:v>0.502</c:v>
                </c:pt>
                <c:pt idx="103">
                  <c:v>0.503</c:v>
                </c:pt>
                <c:pt idx="104">
                  <c:v>0.504</c:v>
                </c:pt>
                <c:pt idx="105">
                  <c:v>0.505</c:v>
                </c:pt>
                <c:pt idx="106">
                  <c:v>0.50600000000000001</c:v>
                </c:pt>
                <c:pt idx="107">
                  <c:v>0.50700000000000001</c:v>
                </c:pt>
                <c:pt idx="108">
                  <c:v>0.50800000000000001</c:v>
                </c:pt>
                <c:pt idx="109">
                  <c:v>0.50900000000000001</c:v>
                </c:pt>
                <c:pt idx="110">
                  <c:v>0.51</c:v>
                </c:pt>
                <c:pt idx="111">
                  <c:v>0.51100000000000001</c:v>
                </c:pt>
                <c:pt idx="112">
                  <c:v>0.51200000000000001</c:v>
                </c:pt>
                <c:pt idx="113">
                  <c:v>0.51300000000000001</c:v>
                </c:pt>
                <c:pt idx="114">
                  <c:v>0.51400000000000001</c:v>
                </c:pt>
                <c:pt idx="115">
                  <c:v>0.51500000000000001</c:v>
                </c:pt>
                <c:pt idx="116">
                  <c:v>0.51600000000000001</c:v>
                </c:pt>
                <c:pt idx="117">
                  <c:v>0.51700000000000002</c:v>
                </c:pt>
                <c:pt idx="118">
                  <c:v>0.51800000000000002</c:v>
                </c:pt>
                <c:pt idx="119">
                  <c:v>0.51900000000000002</c:v>
                </c:pt>
                <c:pt idx="120">
                  <c:v>0.52</c:v>
                </c:pt>
                <c:pt idx="121">
                  <c:v>0.52100000000000002</c:v>
                </c:pt>
                <c:pt idx="122">
                  <c:v>0.52200000000000002</c:v>
                </c:pt>
                <c:pt idx="123">
                  <c:v>0.52300000000000002</c:v>
                </c:pt>
                <c:pt idx="124">
                  <c:v>0.52400000000000002</c:v>
                </c:pt>
                <c:pt idx="125">
                  <c:v>0.52500000000000002</c:v>
                </c:pt>
                <c:pt idx="126">
                  <c:v>0.52600000000000002</c:v>
                </c:pt>
                <c:pt idx="127">
                  <c:v>0.52700000000000002</c:v>
                </c:pt>
                <c:pt idx="128">
                  <c:v>0.52800000000000002</c:v>
                </c:pt>
                <c:pt idx="129">
                  <c:v>0.52900000000000003</c:v>
                </c:pt>
                <c:pt idx="130">
                  <c:v>0.53</c:v>
                </c:pt>
                <c:pt idx="131">
                  <c:v>0.53100000000000003</c:v>
                </c:pt>
                <c:pt idx="132">
                  <c:v>0.53200000000000003</c:v>
                </c:pt>
                <c:pt idx="133">
                  <c:v>0.53300000000000003</c:v>
                </c:pt>
                <c:pt idx="134">
                  <c:v>0.53400000000000003</c:v>
                </c:pt>
                <c:pt idx="135">
                  <c:v>0.53500000000000003</c:v>
                </c:pt>
                <c:pt idx="136">
                  <c:v>0.53600000000000003</c:v>
                </c:pt>
                <c:pt idx="137">
                  <c:v>0.53700000000000003</c:v>
                </c:pt>
                <c:pt idx="138">
                  <c:v>0.53800000000000003</c:v>
                </c:pt>
                <c:pt idx="139">
                  <c:v>0.53900000000000003</c:v>
                </c:pt>
                <c:pt idx="140">
                  <c:v>0.54</c:v>
                </c:pt>
                <c:pt idx="141">
                  <c:v>0.54100000000000004</c:v>
                </c:pt>
                <c:pt idx="142">
                  <c:v>0.54200000000000004</c:v>
                </c:pt>
                <c:pt idx="143">
                  <c:v>0.54300000000000004</c:v>
                </c:pt>
                <c:pt idx="144">
                  <c:v>0.54400000000000004</c:v>
                </c:pt>
                <c:pt idx="145">
                  <c:v>0.54500000000000004</c:v>
                </c:pt>
                <c:pt idx="146">
                  <c:v>0.54600000000000004</c:v>
                </c:pt>
                <c:pt idx="147">
                  <c:v>0.54700000000000004</c:v>
                </c:pt>
                <c:pt idx="148">
                  <c:v>0.54800000000000004</c:v>
                </c:pt>
                <c:pt idx="149">
                  <c:v>0.54900000000000004</c:v>
                </c:pt>
                <c:pt idx="150">
                  <c:v>0.55000000000000004</c:v>
                </c:pt>
                <c:pt idx="151">
                  <c:v>0.55100000000000005</c:v>
                </c:pt>
                <c:pt idx="152">
                  <c:v>0.55200000000000005</c:v>
                </c:pt>
                <c:pt idx="153">
                  <c:v>0.55300000000000005</c:v>
                </c:pt>
                <c:pt idx="154">
                  <c:v>0.55400000000000005</c:v>
                </c:pt>
                <c:pt idx="155">
                  <c:v>0.55500000000000005</c:v>
                </c:pt>
                <c:pt idx="156">
                  <c:v>0.55600000000000005</c:v>
                </c:pt>
                <c:pt idx="157">
                  <c:v>0.55700000000000005</c:v>
                </c:pt>
                <c:pt idx="158">
                  <c:v>0.55800000000000005</c:v>
                </c:pt>
                <c:pt idx="159">
                  <c:v>0.55900000000000005</c:v>
                </c:pt>
                <c:pt idx="160">
                  <c:v>0.56000000000000005</c:v>
                </c:pt>
                <c:pt idx="161">
                  <c:v>0.56100000000000005</c:v>
                </c:pt>
                <c:pt idx="162">
                  <c:v>0.56200000000000006</c:v>
                </c:pt>
                <c:pt idx="163">
                  <c:v>0.56299999999999994</c:v>
                </c:pt>
                <c:pt idx="164">
                  <c:v>0.56399999999999995</c:v>
                </c:pt>
                <c:pt idx="165">
                  <c:v>0.56499999999999995</c:v>
                </c:pt>
                <c:pt idx="166">
                  <c:v>0.56599999999999995</c:v>
                </c:pt>
                <c:pt idx="167">
                  <c:v>0.56699999999999995</c:v>
                </c:pt>
                <c:pt idx="168">
                  <c:v>0.56799999999999995</c:v>
                </c:pt>
                <c:pt idx="169">
                  <c:v>0.56899999999999995</c:v>
                </c:pt>
                <c:pt idx="170">
                  <c:v>0.56999999999999995</c:v>
                </c:pt>
                <c:pt idx="171">
                  <c:v>0.57099999999999995</c:v>
                </c:pt>
                <c:pt idx="172">
                  <c:v>0.57199999999999995</c:v>
                </c:pt>
                <c:pt idx="173">
                  <c:v>0.57299999999999995</c:v>
                </c:pt>
                <c:pt idx="174">
                  <c:v>0.57399999999999995</c:v>
                </c:pt>
                <c:pt idx="175">
                  <c:v>0.57499999999999996</c:v>
                </c:pt>
                <c:pt idx="176">
                  <c:v>0.57599999999999996</c:v>
                </c:pt>
                <c:pt idx="177">
                  <c:v>0.57699999999999996</c:v>
                </c:pt>
                <c:pt idx="178">
                  <c:v>0.57799999999999996</c:v>
                </c:pt>
                <c:pt idx="179">
                  <c:v>0.57899999999999996</c:v>
                </c:pt>
                <c:pt idx="180">
                  <c:v>0.57999999999999996</c:v>
                </c:pt>
                <c:pt idx="181">
                  <c:v>0.58099999999999996</c:v>
                </c:pt>
                <c:pt idx="182">
                  <c:v>0.58199999999999996</c:v>
                </c:pt>
                <c:pt idx="183">
                  <c:v>0.58299999999999996</c:v>
                </c:pt>
                <c:pt idx="184">
                  <c:v>0.58399999999999996</c:v>
                </c:pt>
                <c:pt idx="185">
                  <c:v>0.58499999999999996</c:v>
                </c:pt>
                <c:pt idx="186">
                  <c:v>0.58599999999999997</c:v>
                </c:pt>
                <c:pt idx="187">
                  <c:v>0.58699999999999997</c:v>
                </c:pt>
                <c:pt idx="188">
                  <c:v>0.58799999999999997</c:v>
                </c:pt>
                <c:pt idx="189">
                  <c:v>0.58899999999999997</c:v>
                </c:pt>
                <c:pt idx="190">
                  <c:v>0.59</c:v>
                </c:pt>
                <c:pt idx="191">
                  <c:v>0.59099999999999997</c:v>
                </c:pt>
                <c:pt idx="192">
                  <c:v>0.59199999999999997</c:v>
                </c:pt>
                <c:pt idx="193">
                  <c:v>0.59299999999999997</c:v>
                </c:pt>
                <c:pt idx="194">
                  <c:v>0.59399999999999997</c:v>
                </c:pt>
                <c:pt idx="195">
                  <c:v>0.59499999999999997</c:v>
                </c:pt>
                <c:pt idx="196">
                  <c:v>0.59599999999999997</c:v>
                </c:pt>
                <c:pt idx="197">
                  <c:v>0.59699999999999998</c:v>
                </c:pt>
                <c:pt idx="198">
                  <c:v>0.59799999999999998</c:v>
                </c:pt>
                <c:pt idx="199">
                  <c:v>0.59899999999999998</c:v>
                </c:pt>
                <c:pt idx="200">
                  <c:v>0.6</c:v>
                </c:pt>
                <c:pt idx="201">
                  <c:v>0.60099999999999998</c:v>
                </c:pt>
                <c:pt idx="202">
                  <c:v>0.60199999999999998</c:v>
                </c:pt>
                <c:pt idx="203">
                  <c:v>0.60299999999999998</c:v>
                </c:pt>
                <c:pt idx="204">
                  <c:v>0.60399999999999998</c:v>
                </c:pt>
                <c:pt idx="205">
                  <c:v>0.60499999999999998</c:v>
                </c:pt>
                <c:pt idx="206">
                  <c:v>0.60599999999999998</c:v>
                </c:pt>
                <c:pt idx="207">
                  <c:v>0.60699999999999998</c:v>
                </c:pt>
                <c:pt idx="208">
                  <c:v>0.60799999999999998</c:v>
                </c:pt>
                <c:pt idx="209">
                  <c:v>0.60899999999999999</c:v>
                </c:pt>
                <c:pt idx="210">
                  <c:v>0.61</c:v>
                </c:pt>
                <c:pt idx="211">
                  <c:v>0.61099999999999999</c:v>
                </c:pt>
                <c:pt idx="212">
                  <c:v>0.61199999999999999</c:v>
                </c:pt>
                <c:pt idx="213">
                  <c:v>0.61299999999999999</c:v>
                </c:pt>
                <c:pt idx="214">
                  <c:v>0.61399999999999999</c:v>
                </c:pt>
                <c:pt idx="215">
                  <c:v>0.61499999999999999</c:v>
                </c:pt>
                <c:pt idx="216">
                  <c:v>0.61599999999999999</c:v>
                </c:pt>
                <c:pt idx="217">
                  <c:v>0.61699999999999999</c:v>
                </c:pt>
                <c:pt idx="218">
                  <c:v>0.61799999999999999</c:v>
                </c:pt>
                <c:pt idx="219">
                  <c:v>0.61899999999999999</c:v>
                </c:pt>
                <c:pt idx="220">
                  <c:v>0.62</c:v>
                </c:pt>
                <c:pt idx="221">
                  <c:v>0.621</c:v>
                </c:pt>
                <c:pt idx="222">
                  <c:v>0.622</c:v>
                </c:pt>
                <c:pt idx="223">
                  <c:v>0.623</c:v>
                </c:pt>
                <c:pt idx="224">
                  <c:v>0.624</c:v>
                </c:pt>
                <c:pt idx="225">
                  <c:v>0.625</c:v>
                </c:pt>
                <c:pt idx="226">
                  <c:v>0.626</c:v>
                </c:pt>
                <c:pt idx="227">
                  <c:v>0.627</c:v>
                </c:pt>
                <c:pt idx="228">
                  <c:v>0.628</c:v>
                </c:pt>
                <c:pt idx="229">
                  <c:v>0.629</c:v>
                </c:pt>
                <c:pt idx="230">
                  <c:v>0.63</c:v>
                </c:pt>
                <c:pt idx="231">
                  <c:v>0.63100000000000001</c:v>
                </c:pt>
                <c:pt idx="232">
                  <c:v>0.63200000000000001</c:v>
                </c:pt>
                <c:pt idx="233">
                  <c:v>0.63300000000000001</c:v>
                </c:pt>
                <c:pt idx="234">
                  <c:v>0.63400000000000001</c:v>
                </c:pt>
                <c:pt idx="235">
                  <c:v>0.63500000000000001</c:v>
                </c:pt>
                <c:pt idx="236">
                  <c:v>0.63600000000000001</c:v>
                </c:pt>
                <c:pt idx="237">
                  <c:v>0.63700000000000001</c:v>
                </c:pt>
                <c:pt idx="238">
                  <c:v>0.63800000000000001</c:v>
                </c:pt>
                <c:pt idx="239">
                  <c:v>0.63900000000000001</c:v>
                </c:pt>
                <c:pt idx="240">
                  <c:v>0.64</c:v>
                </c:pt>
                <c:pt idx="241">
                  <c:v>0.64100000000000001</c:v>
                </c:pt>
                <c:pt idx="242">
                  <c:v>0.64200000000000002</c:v>
                </c:pt>
                <c:pt idx="243">
                  <c:v>0.64300000000000002</c:v>
                </c:pt>
                <c:pt idx="244">
                  <c:v>0.64400000000000002</c:v>
                </c:pt>
                <c:pt idx="245">
                  <c:v>0.64500000000000002</c:v>
                </c:pt>
                <c:pt idx="246">
                  <c:v>0.64600000000000002</c:v>
                </c:pt>
                <c:pt idx="247">
                  <c:v>0.64700000000000002</c:v>
                </c:pt>
                <c:pt idx="248">
                  <c:v>0.64800000000000002</c:v>
                </c:pt>
                <c:pt idx="249">
                  <c:v>0.64900000000000002</c:v>
                </c:pt>
                <c:pt idx="250">
                  <c:v>0.65</c:v>
                </c:pt>
                <c:pt idx="251">
                  <c:v>0.65100000000000002</c:v>
                </c:pt>
                <c:pt idx="252">
                  <c:v>0.65200000000000002</c:v>
                </c:pt>
                <c:pt idx="253">
                  <c:v>0.65300000000000002</c:v>
                </c:pt>
                <c:pt idx="254">
                  <c:v>0.65400000000000003</c:v>
                </c:pt>
                <c:pt idx="255">
                  <c:v>0.65500000000000003</c:v>
                </c:pt>
                <c:pt idx="256">
                  <c:v>0.65600000000000003</c:v>
                </c:pt>
                <c:pt idx="257">
                  <c:v>0.65700000000000003</c:v>
                </c:pt>
                <c:pt idx="258">
                  <c:v>0.65800000000000003</c:v>
                </c:pt>
                <c:pt idx="259">
                  <c:v>0.65900000000000003</c:v>
                </c:pt>
                <c:pt idx="260">
                  <c:v>0.66</c:v>
                </c:pt>
                <c:pt idx="261">
                  <c:v>0.66100000000000003</c:v>
                </c:pt>
                <c:pt idx="262">
                  <c:v>0.66200000000000003</c:v>
                </c:pt>
                <c:pt idx="263">
                  <c:v>0.66300000000000003</c:v>
                </c:pt>
                <c:pt idx="264">
                  <c:v>0.66400000000000003</c:v>
                </c:pt>
                <c:pt idx="265">
                  <c:v>0.66500000000000004</c:v>
                </c:pt>
                <c:pt idx="266">
                  <c:v>0.66600000000000004</c:v>
                </c:pt>
                <c:pt idx="267">
                  <c:v>0.66700000000000004</c:v>
                </c:pt>
                <c:pt idx="268">
                  <c:v>0.66800000000000004</c:v>
                </c:pt>
                <c:pt idx="269">
                  <c:v>0.66900000000000004</c:v>
                </c:pt>
                <c:pt idx="270">
                  <c:v>0.67</c:v>
                </c:pt>
                <c:pt idx="271">
                  <c:v>0.67100000000000004</c:v>
                </c:pt>
                <c:pt idx="272">
                  <c:v>0.67200000000000004</c:v>
                </c:pt>
                <c:pt idx="273">
                  <c:v>0.67300000000000004</c:v>
                </c:pt>
                <c:pt idx="274">
                  <c:v>0.67400000000000004</c:v>
                </c:pt>
                <c:pt idx="275">
                  <c:v>0.67500000000000004</c:v>
                </c:pt>
                <c:pt idx="276">
                  <c:v>0.67600000000000005</c:v>
                </c:pt>
                <c:pt idx="277">
                  <c:v>0.67700000000000005</c:v>
                </c:pt>
                <c:pt idx="278">
                  <c:v>0.67800000000000005</c:v>
                </c:pt>
                <c:pt idx="279">
                  <c:v>0.67900000000000005</c:v>
                </c:pt>
                <c:pt idx="280">
                  <c:v>0.68</c:v>
                </c:pt>
                <c:pt idx="281">
                  <c:v>0.68100000000000005</c:v>
                </c:pt>
                <c:pt idx="282">
                  <c:v>0.68200000000000005</c:v>
                </c:pt>
                <c:pt idx="283">
                  <c:v>0.68300000000000005</c:v>
                </c:pt>
                <c:pt idx="284">
                  <c:v>0.68400000000000005</c:v>
                </c:pt>
                <c:pt idx="285">
                  <c:v>0.68500000000000005</c:v>
                </c:pt>
                <c:pt idx="286">
                  <c:v>0.68600000000000005</c:v>
                </c:pt>
                <c:pt idx="287">
                  <c:v>0.68700000000000006</c:v>
                </c:pt>
                <c:pt idx="288">
                  <c:v>0.68799999999999994</c:v>
                </c:pt>
                <c:pt idx="289">
                  <c:v>0.68899999999999995</c:v>
                </c:pt>
                <c:pt idx="290">
                  <c:v>0.69</c:v>
                </c:pt>
                <c:pt idx="291">
                  <c:v>0.69099999999999995</c:v>
                </c:pt>
                <c:pt idx="292">
                  <c:v>0.69199999999999995</c:v>
                </c:pt>
                <c:pt idx="293">
                  <c:v>0.69299999999999995</c:v>
                </c:pt>
                <c:pt idx="294">
                  <c:v>0.69399999999999995</c:v>
                </c:pt>
                <c:pt idx="295">
                  <c:v>0.69499999999999995</c:v>
                </c:pt>
                <c:pt idx="296">
                  <c:v>0.69599999999999995</c:v>
                </c:pt>
                <c:pt idx="297">
                  <c:v>0.69699999999999995</c:v>
                </c:pt>
                <c:pt idx="298">
                  <c:v>0.69799999999999995</c:v>
                </c:pt>
                <c:pt idx="299">
                  <c:v>0.69899999999999995</c:v>
                </c:pt>
                <c:pt idx="300">
                  <c:v>0.7</c:v>
                </c:pt>
                <c:pt idx="301">
                  <c:v>0.70099999999999996</c:v>
                </c:pt>
                <c:pt idx="302">
                  <c:v>0.70199999999999996</c:v>
                </c:pt>
                <c:pt idx="303">
                  <c:v>0.70299999999999996</c:v>
                </c:pt>
                <c:pt idx="304">
                  <c:v>0.70399999999999996</c:v>
                </c:pt>
                <c:pt idx="305">
                  <c:v>0.70499999999999996</c:v>
                </c:pt>
                <c:pt idx="306">
                  <c:v>0.70599999999999996</c:v>
                </c:pt>
                <c:pt idx="307">
                  <c:v>0.70699999999999996</c:v>
                </c:pt>
                <c:pt idx="308">
                  <c:v>0.70799999999999996</c:v>
                </c:pt>
                <c:pt idx="309">
                  <c:v>0.70899999999999996</c:v>
                </c:pt>
                <c:pt idx="310">
                  <c:v>0.71</c:v>
                </c:pt>
                <c:pt idx="311">
                  <c:v>0.71099999999999997</c:v>
                </c:pt>
                <c:pt idx="312">
                  <c:v>0.71199999999999997</c:v>
                </c:pt>
                <c:pt idx="313">
                  <c:v>0.71299999999999997</c:v>
                </c:pt>
                <c:pt idx="314">
                  <c:v>0.71399999999999997</c:v>
                </c:pt>
                <c:pt idx="315">
                  <c:v>0.71499999999999997</c:v>
                </c:pt>
                <c:pt idx="316">
                  <c:v>0.71599999999999997</c:v>
                </c:pt>
                <c:pt idx="317">
                  <c:v>0.71699999999999997</c:v>
                </c:pt>
                <c:pt idx="318">
                  <c:v>0.71799999999999997</c:v>
                </c:pt>
                <c:pt idx="319">
                  <c:v>0.71899999999999997</c:v>
                </c:pt>
                <c:pt idx="320">
                  <c:v>0.72</c:v>
                </c:pt>
                <c:pt idx="321">
                  <c:v>0.72099999999999997</c:v>
                </c:pt>
                <c:pt idx="322">
                  <c:v>0.72199999999999998</c:v>
                </c:pt>
                <c:pt idx="323">
                  <c:v>0.72299999999999998</c:v>
                </c:pt>
                <c:pt idx="324">
                  <c:v>0.72399999999999998</c:v>
                </c:pt>
                <c:pt idx="325">
                  <c:v>0.72499999999999998</c:v>
                </c:pt>
                <c:pt idx="326">
                  <c:v>0.72599999999999998</c:v>
                </c:pt>
                <c:pt idx="327">
                  <c:v>0.72699999999999998</c:v>
                </c:pt>
                <c:pt idx="328">
                  <c:v>0.72799999999999998</c:v>
                </c:pt>
                <c:pt idx="329">
                  <c:v>0.72899999999999998</c:v>
                </c:pt>
                <c:pt idx="330">
                  <c:v>0.73</c:v>
                </c:pt>
                <c:pt idx="331">
                  <c:v>0.73099999999999998</c:v>
                </c:pt>
                <c:pt idx="332">
                  <c:v>0.73199999999999998</c:v>
                </c:pt>
                <c:pt idx="333">
                  <c:v>0.73299999999999998</c:v>
                </c:pt>
                <c:pt idx="334">
                  <c:v>0.73399999999999999</c:v>
                </c:pt>
                <c:pt idx="335">
                  <c:v>0.73499999999999999</c:v>
                </c:pt>
                <c:pt idx="336">
                  <c:v>0.73599999999999999</c:v>
                </c:pt>
                <c:pt idx="337">
                  <c:v>0.73699999999999999</c:v>
                </c:pt>
                <c:pt idx="338">
                  <c:v>0.73799999999999999</c:v>
                </c:pt>
                <c:pt idx="339">
                  <c:v>0.73899999999999999</c:v>
                </c:pt>
                <c:pt idx="340">
                  <c:v>0.74</c:v>
                </c:pt>
                <c:pt idx="341">
                  <c:v>0.74099999999999999</c:v>
                </c:pt>
                <c:pt idx="342">
                  <c:v>0.74199999999999999</c:v>
                </c:pt>
                <c:pt idx="343">
                  <c:v>0.74299999999999999</c:v>
                </c:pt>
                <c:pt idx="344">
                  <c:v>0.74399999999999999</c:v>
                </c:pt>
                <c:pt idx="345">
                  <c:v>0.745</c:v>
                </c:pt>
                <c:pt idx="346">
                  <c:v>0.746</c:v>
                </c:pt>
                <c:pt idx="347">
                  <c:v>0.747</c:v>
                </c:pt>
                <c:pt idx="348">
                  <c:v>0.748</c:v>
                </c:pt>
                <c:pt idx="349">
                  <c:v>0.749</c:v>
                </c:pt>
                <c:pt idx="350">
                  <c:v>0.75</c:v>
                </c:pt>
                <c:pt idx="351">
                  <c:v>0.751</c:v>
                </c:pt>
                <c:pt idx="352">
                  <c:v>0.752</c:v>
                </c:pt>
                <c:pt idx="353">
                  <c:v>0.753</c:v>
                </c:pt>
                <c:pt idx="354">
                  <c:v>0.754</c:v>
                </c:pt>
                <c:pt idx="355">
                  <c:v>0.755</c:v>
                </c:pt>
                <c:pt idx="356">
                  <c:v>0.75600000000000001</c:v>
                </c:pt>
                <c:pt idx="357">
                  <c:v>0.75700000000000001</c:v>
                </c:pt>
                <c:pt idx="358">
                  <c:v>0.75800000000000001</c:v>
                </c:pt>
                <c:pt idx="359">
                  <c:v>0.75900000000000001</c:v>
                </c:pt>
                <c:pt idx="360">
                  <c:v>0.76</c:v>
                </c:pt>
                <c:pt idx="361">
                  <c:v>0.76100000000000001</c:v>
                </c:pt>
                <c:pt idx="362">
                  <c:v>0.76200000000000001</c:v>
                </c:pt>
                <c:pt idx="363">
                  <c:v>0.76300000000000001</c:v>
                </c:pt>
                <c:pt idx="364">
                  <c:v>0.76400000000000001</c:v>
                </c:pt>
                <c:pt idx="365">
                  <c:v>0.76500000000000001</c:v>
                </c:pt>
                <c:pt idx="366">
                  <c:v>0.76600000000000001</c:v>
                </c:pt>
                <c:pt idx="367">
                  <c:v>0.76700000000000002</c:v>
                </c:pt>
                <c:pt idx="368">
                  <c:v>0.76800000000000002</c:v>
                </c:pt>
                <c:pt idx="369">
                  <c:v>0.76900000000000002</c:v>
                </c:pt>
                <c:pt idx="370">
                  <c:v>0.77</c:v>
                </c:pt>
                <c:pt idx="371">
                  <c:v>0.77100000000000002</c:v>
                </c:pt>
                <c:pt idx="372">
                  <c:v>0.77200000000000002</c:v>
                </c:pt>
                <c:pt idx="373">
                  <c:v>0.77300000000000002</c:v>
                </c:pt>
                <c:pt idx="374">
                  <c:v>0.77400000000000002</c:v>
                </c:pt>
                <c:pt idx="375">
                  <c:v>0.77500000000000002</c:v>
                </c:pt>
                <c:pt idx="376">
                  <c:v>0.77600000000000002</c:v>
                </c:pt>
                <c:pt idx="377">
                  <c:v>0.77700000000000002</c:v>
                </c:pt>
                <c:pt idx="378">
                  <c:v>0.77800000000000002</c:v>
                </c:pt>
                <c:pt idx="379">
                  <c:v>0.77900000000000003</c:v>
                </c:pt>
                <c:pt idx="380">
                  <c:v>0.78</c:v>
                </c:pt>
                <c:pt idx="381">
                  <c:v>0.78100000000000003</c:v>
                </c:pt>
                <c:pt idx="382">
                  <c:v>0.78200000000000003</c:v>
                </c:pt>
                <c:pt idx="383">
                  <c:v>0.78300000000000003</c:v>
                </c:pt>
                <c:pt idx="384">
                  <c:v>0.78400000000000003</c:v>
                </c:pt>
                <c:pt idx="385">
                  <c:v>0.78500000000000003</c:v>
                </c:pt>
                <c:pt idx="386">
                  <c:v>0.78600000000000003</c:v>
                </c:pt>
                <c:pt idx="387">
                  <c:v>0.78700000000000003</c:v>
                </c:pt>
                <c:pt idx="388">
                  <c:v>0.78800000000000003</c:v>
                </c:pt>
                <c:pt idx="389">
                  <c:v>0.78900000000000003</c:v>
                </c:pt>
                <c:pt idx="390">
                  <c:v>0.79</c:v>
                </c:pt>
                <c:pt idx="391">
                  <c:v>0.79100000000000004</c:v>
                </c:pt>
                <c:pt idx="392">
                  <c:v>0.79200000000000004</c:v>
                </c:pt>
                <c:pt idx="393">
                  <c:v>0.79300000000000004</c:v>
                </c:pt>
                <c:pt idx="394">
                  <c:v>0.79400000000000004</c:v>
                </c:pt>
                <c:pt idx="395">
                  <c:v>0.79500000000000004</c:v>
                </c:pt>
                <c:pt idx="396">
                  <c:v>0.79600000000000004</c:v>
                </c:pt>
                <c:pt idx="397">
                  <c:v>0.79700000000000004</c:v>
                </c:pt>
                <c:pt idx="398">
                  <c:v>0.79800000000000004</c:v>
                </c:pt>
                <c:pt idx="399">
                  <c:v>0.79900000000000004</c:v>
                </c:pt>
                <c:pt idx="400">
                  <c:v>0.8</c:v>
                </c:pt>
                <c:pt idx="401">
                  <c:v>0.80100000000000005</c:v>
                </c:pt>
                <c:pt idx="402">
                  <c:v>0.80200000000000005</c:v>
                </c:pt>
                <c:pt idx="403">
                  <c:v>0.80300000000000005</c:v>
                </c:pt>
                <c:pt idx="404">
                  <c:v>0.80400000000000005</c:v>
                </c:pt>
                <c:pt idx="405">
                  <c:v>0.80500000000000005</c:v>
                </c:pt>
                <c:pt idx="406">
                  <c:v>0.80600000000000005</c:v>
                </c:pt>
                <c:pt idx="407">
                  <c:v>0.80700000000000005</c:v>
                </c:pt>
                <c:pt idx="408">
                  <c:v>0.80800000000000005</c:v>
                </c:pt>
                <c:pt idx="409">
                  <c:v>0.80900000000000005</c:v>
                </c:pt>
                <c:pt idx="410">
                  <c:v>0.81</c:v>
                </c:pt>
                <c:pt idx="411">
                  <c:v>0.81100000000000005</c:v>
                </c:pt>
                <c:pt idx="412">
                  <c:v>0.81200000000000006</c:v>
                </c:pt>
                <c:pt idx="413">
                  <c:v>0.81299999999999994</c:v>
                </c:pt>
                <c:pt idx="414">
                  <c:v>0.81399999999999995</c:v>
                </c:pt>
                <c:pt idx="415">
                  <c:v>0.81499999999999995</c:v>
                </c:pt>
                <c:pt idx="416">
                  <c:v>0.81599999999999995</c:v>
                </c:pt>
                <c:pt idx="417">
                  <c:v>0.81699999999999995</c:v>
                </c:pt>
                <c:pt idx="418">
                  <c:v>0.81799999999999995</c:v>
                </c:pt>
                <c:pt idx="419">
                  <c:v>0.81899999999999995</c:v>
                </c:pt>
                <c:pt idx="420">
                  <c:v>0.82</c:v>
                </c:pt>
                <c:pt idx="421">
                  <c:v>0.82099999999999995</c:v>
                </c:pt>
                <c:pt idx="422">
                  <c:v>0.82199999999999995</c:v>
                </c:pt>
                <c:pt idx="423">
                  <c:v>0.82299999999999995</c:v>
                </c:pt>
                <c:pt idx="424">
                  <c:v>0.82399999999999995</c:v>
                </c:pt>
                <c:pt idx="425">
                  <c:v>0.82499999999999996</c:v>
                </c:pt>
                <c:pt idx="426">
                  <c:v>0.82599999999999996</c:v>
                </c:pt>
                <c:pt idx="427">
                  <c:v>0.82699999999999996</c:v>
                </c:pt>
                <c:pt idx="428">
                  <c:v>0.82799999999999996</c:v>
                </c:pt>
                <c:pt idx="429">
                  <c:v>0.82899999999999996</c:v>
                </c:pt>
                <c:pt idx="430">
                  <c:v>0.83</c:v>
                </c:pt>
                <c:pt idx="431">
                  <c:v>0.83099999999999996</c:v>
                </c:pt>
                <c:pt idx="432">
                  <c:v>0.83199999999999996</c:v>
                </c:pt>
                <c:pt idx="433">
                  <c:v>0.83299999999999996</c:v>
                </c:pt>
                <c:pt idx="434">
                  <c:v>0.83399999999999996</c:v>
                </c:pt>
                <c:pt idx="435">
                  <c:v>0.83499999999999996</c:v>
                </c:pt>
                <c:pt idx="436">
                  <c:v>0.83599999999999997</c:v>
                </c:pt>
                <c:pt idx="437">
                  <c:v>0.83699999999999997</c:v>
                </c:pt>
                <c:pt idx="438">
                  <c:v>0.83799999999999997</c:v>
                </c:pt>
                <c:pt idx="439">
                  <c:v>0.83899999999999997</c:v>
                </c:pt>
                <c:pt idx="440">
                  <c:v>0.84</c:v>
                </c:pt>
                <c:pt idx="441">
                  <c:v>0.84099999999999997</c:v>
                </c:pt>
                <c:pt idx="442">
                  <c:v>0.84199999999999997</c:v>
                </c:pt>
                <c:pt idx="443">
                  <c:v>0.84299999999999997</c:v>
                </c:pt>
                <c:pt idx="444">
                  <c:v>0.84399999999999997</c:v>
                </c:pt>
                <c:pt idx="445">
                  <c:v>0.84499999999999997</c:v>
                </c:pt>
                <c:pt idx="446">
                  <c:v>0.84599999999999997</c:v>
                </c:pt>
                <c:pt idx="447">
                  <c:v>0.84699999999999998</c:v>
                </c:pt>
                <c:pt idx="448">
                  <c:v>0.84799999999999998</c:v>
                </c:pt>
                <c:pt idx="449">
                  <c:v>0.84899999999999998</c:v>
                </c:pt>
                <c:pt idx="450">
                  <c:v>0.85</c:v>
                </c:pt>
                <c:pt idx="451">
                  <c:v>0.85099999999999998</c:v>
                </c:pt>
                <c:pt idx="452">
                  <c:v>0.85199999999999998</c:v>
                </c:pt>
                <c:pt idx="453">
                  <c:v>0.85299999999999998</c:v>
                </c:pt>
                <c:pt idx="454">
                  <c:v>0.85399999999999998</c:v>
                </c:pt>
                <c:pt idx="455">
                  <c:v>0.85499999999999998</c:v>
                </c:pt>
                <c:pt idx="456">
                  <c:v>0.85599999999999998</c:v>
                </c:pt>
                <c:pt idx="457">
                  <c:v>0.85699999999999998</c:v>
                </c:pt>
                <c:pt idx="458">
                  <c:v>0.85799999999999998</c:v>
                </c:pt>
                <c:pt idx="459">
                  <c:v>0.85899999999999999</c:v>
                </c:pt>
                <c:pt idx="460">
                  <c:v>0.86</c:v>
                </c:pt>
                <c:pt idx="461">
                  <c:v>0.86099999999999999</c:v>
                </c:pt>
                <c:pt idx="462">
                  <c:v>0.86199999999999999</c:v>
                </c:pt>
                <c:pt idx="463">
                  <c:v>0.86299999999999999</c:v>
                </c:pt>
                <c:pt idx="464">
                  <c:v>0.86399999999999999</c:v>
                </c:pt>
                <c:pt idx="465">
                  <c:v>0.86499999999999999</c:v>
                </c:pt>
                <c:pt idx="466">
                  <c:v>0.86599999999999999</c:v>
                </c:pt>
                <c:pt idx="467">
                  <c:v>0.86699999999999999</c:v>
                </c:pt>
                <c:pt idx="468">
                  <c:v>0.86799999999999999</c:v>
                </c:pt>
                <c:pt idx="469">
                  <c:v>0.86899999999999999</c:v>
                </c:pt>
                <c:pt idx="470">
                  <c:v>0.87</c:v>
                </c:pt>
                <c:pt idx="471">
                  <c:v>0.871</c:v>
                </c:pt>
                <c:pt idx="472">
                  <c:v>0.872</c:v>
                </c:pt>
                <c:pt idx="473">
                  <c:v>0.873</c:v>
                </c:pt>
                <c:pt idx="474">
                  <c:v>0.874</c:v>
                </c:pt>
                <c:pt idx="475">
                  <c:v>0.875</c:v>
                </c:pt>
                <c:pt idx="476">
                  <c:v>0.876</c:v>
                </c:pt>
                <c:pt idx="477">
                  <c:v>0.877</c:v>
                </c:pt>
                <c:pt idx="478">
                  <c:v>0.878</c:v>
                </c:pt>
                <c:pt idx="479">
                  <c:v>0.879</c:v>
                </c:pt>
                <c:pt idx="480">
                  <c:v>0.88</c:v>
                </c:pt>
                <c:pt idx="481">
                  <c:v>0.88100000000000001</c:v>
                </c:pt>
                <c:pt idx="482">
                  <c:v>0.88200000000000001</c:v>
                </c:pt>
                <c:pt idx="483">
                  <c:v>0.88300000000000001</c:v>
                </c:pt>
                <c:pt idx="484">
                  <c:v>0.88400000000000001</c:v>
                </c:pt>
                <c:pt idx="485">
                  <c:v>0.88500000000000001</c:v>
                </c:pt>
                <c:pt idx="486">
                  <c:v>0.88600000000000001</c:v>
                </c:pt>
                <c:pt idx="487">
                  <c:v>0.88700000000000001</c:v>
                </c:pt>
                <c:pt idx="488">
                  <c:v>0.88800000000000001</c:v>
                </c:pt>
                <c:pt idx="489">
                  <c:v>0.88900000000000001</c:v>
                </c:pt>
                <c:pt idx="490">
                  <c:v>0.89</c:v>
                </c:pt>
                <c:pt idx="491">
                  <c:v>0.89100000000000001</c:v>
                </c:pt>
                <c:pt idx="492">
                  <c:v>0.89200000000000002</c:v>
                </c:pt>
                <c:pt idx="493">
                  <c:v>0.89300000000000002</c:v>
                </c:pt>
                <c:pt idx="494">
                  <c:v>0.89400000000000002</c:v>
                </c:pt>
                <c:pt idx="495">
                  <c:v>0.89500000000000002</c:v>
                </c:pt>
                <c:pt idx="496">
                  <c:v>0.89600000000000002</c:v>
                </c:pt>
                <c:pt idx="497">
                  <c:v>0.89700000000000002</c:v>
                </c:pt>
                <c:pt idx="498">
                  <c:v>0.89800000000000002</c:v>
                </c:pt>
                <c:pt idx="499">
                  <c:v>0.89900000000000002</c:v>
                </c:pt>
                <c:pt idx="500">
                  <c:v>0.9</c:v>
                </c:pt>
                <c:pt idx="501">
                  <c:v>0.90100000000000002</c:v>
                </c:pt>
                <c:pt idx="502">
                  <c:v>0.90200000000000002</c:v>
                </c:pt>
                <c:pt idx="503">
                  <c:v>0.90300000000000002</c:v>
                </c:pt>
                <c:pt idx="504">
                  <c:v>0.90400000000000003</c:v>
                </c:pt>
                <c:pt idx="505">
                  <c:v>0.90500000000000003</c:v>
                </c:pt>
                <c:pt idx="506">
                  <c:v>0.90600000000000003</c:v>
                </c:pt>
                <c:pt idx="507">
                  <c:v>0.90700000000000003</c:v>
                </c:pt>
                <c:pt idx="508">
                  <c:v>0.90800000000000003</c:v>
                </c:pt>
                <c:pt idx="509">
                  <c:v>0.90900000000000003</c:v>
                </c:pt>
                <c:pt idx="510">
                  <c:v>0.91</c:v>
                </c:pt>
                <c:pt idx="511">
                  <c:v>0.91100000000000003</c:v>
                </c:pt>
                <c:pt idx="512">
                  <c:v>0.91200000000000003</c:v>
                </c:pt>
                <c:pt idx="513">
                  <c:v>0.91300000000000003</c:v>
                </c:pt>
                <c:pt idx="514">
                  <c:v>0.91400000000000003</c:v>
                </c:pt>
                <c:pt idx="515">
                  <c:v>0.91500000000000004</c:v>
                </c:pt>
                <c:pt idx="516">
                  <c:v>0.91600000000000004</c:v>
                </c:pt>
                <c:pt idx="517">
                  <c:v>0.91700000000000004</c:v>
                </c:pt>
                <c:pt idx="518">
                  <c:v>0.91800000000000004</c:v>
                </c:pt>
                <c:pt idx="519">
                  <c:v>0.91900000000000004</c:v>
                </c:pt>
                <c:pt idx="520">
                  <c:v>0.92</c:v>
                </c:pt>
                <c:pt idx="521">
                  <c:v>0.92100000000000004</c:v>
                </c:pt>
                <c:pt idx="522">
                  <c:v>0.92200000000000004</c:v>
                </c:pt>
                <c:pt idx="523">
                  <c:v>0.92300000000000004</c:v>
                </c:pt>
                <c:pt idx="524">
                  <c:v>0.92400000000000004</c:v>
                </c:pt>
                <c:pt idx="525">
                  <c:v>0.92500000000000004</c:v>
                </c:pt>
                <c:pt idx="526">
                  <c:v>0.92600000000000005</c:v>
                </c:pt>
                <c:pt idx="527">
                  <c:v>0.92700000000000005</c:v>
                </c:pt>
                <c:pt idx="528">
                  <c:v>0.92800000000000005</c:v>
                </c:pt>
                <c:pt idx="529">
                  <c:v>0.92900000000000005</c:v>
                </c:pt>
                <c:pt idx="530">
                  <c:v>0.93</c:v>
                </c:pt>
                <c:pt idx="531">
                  <c:v>0.93100000000000005</c:v>
                </c:pt>
                <c:pt idx="532">
                  <c:v>0.93200000000000005</c:v>
                </c:pt>
                <c:pt idx="533">
                  <c:v>0.93300000000000005</c:v>
                </c:pt>
                <c:pt idx="534">
                  <c:v>0.93400000000000005</c:v>
                </c:pt>
                <c:pt idx="535">
                  <c:v>0.93500000000000005</c:v>
                </c:pt>
                <c:pt idx="536">
                  <c:v>0.93600000000000005</c:v>
                </c:pt>
                <c:pt idx="537">
                  <c:v>0.93700000000000006</c:v>
                </c:pt>
                <c:pt idx="538">
                  <c:v>0.93799999999999994</c:v>
                </c:pt>
                <c:pt idx="539">
                  <c:v>0.93899999999999995</c:v>
                </c:pt>
                <c:pt idx="540">
                  <c:v>0.94</c:v>
                </c:pt>
                <c:pt idx="541">
                  <c:v>0.94099999999999995</c:v>
                </c:pt>
                <c:pt idx="542">
                  <c:v>0.94199999999999995</c:v>
                </c:pt>
                <c:pt idx="543">
                  <c:v>0.94299999999999995</c:v>
                </c:pt>
                <c:pt idx="544">
                  <c:v>0.94399999999999995</c:v>
                </c:pt>
                <c:pt idx="545">
                  <c:v>0.94499999999999995</c:v>
                </c:pt>
                <c:pt idx="546">
                  <c:v>0.94599999999999995</c:v>
                </c:pt>
                <c:pt idx="547">
                  <c:v>0.94699999999999995</c:v>
                </c:pt>
                <c:pt idx="548">
                  <c:v>0.94799999999999995</c:v>
                </c:pt>
                <c:pt idx="549">
                  <c:v>0.94899999999999995</c:v>
                </c:pt>
                <c:pt idx="550">
                  <c:v>0.95</c:v>
                </c:pt>
                <c:pt idx="551">
                  <c:v>0.95099999999999996</c:v>
                </c:pt>
                <c:pt idx="552">
                  <c:v>0.95199999999999996</c:v>
                </c:pt>
                <c:pt idx="553">
                  <c:v>0.95299999999999996</c:v>
                </c:pt>
                <c:pt idx="554">
                  <c:v>0.95399999999999996</c:v>
                </c:pt>
                <c:pt idx="555">
                  <c:v>0.95499999999999996</c:v>
                </c:pt>
                <c:pt idx="556">
                  <c:v>0.95599999999999996</c:v>
                </c:pt>
                <c:pt idx="557">
                  <c:v>0.95699999999999996</c:v>
                </c:pt>
                <c:pt idx="558">
                  <c:v>0.95799999999999996</c:v>
                </c:pt>
                <c:pt idx="559">
                  <c:v>0.95899999999999996</c:v>
                </c:pt>
                <c:pt idx="560">
                  <c:v>0.96</c:v>
                </c:pt>
                <c:pt idx="561">
                  <c:v>0.96099999999999997</c:v>
                </c:pt>
                <c:pt idx="562">
                  <c:v>0.96199999999999997</c:v>
                </c:pt>
                <c:pt idx="563">
                  <c:v>0.96299999999999997</c:v>
                </c:pt>
                <c:pt idx="564">
                  <c:v>0.96399999999999997</c:v>
                </c:pt>
                <c:pt idx="565">
                  <c:v>0.96499999999999997</c:v>
                </c:pt>
                <c:pt idx="566">
                  <c:v>0.96599999999999997</c:v>
                </c:pt>
                <c:pt idx="567">
                  <c:v>0.96699999999999997</c:v>
                </c:pt>
                <c:pt idx="568">
                  <c:v>0.96799999999999997</c:v>
                </c:pt>
                <c:pt idx="569">
                  <c:v>0.96899999999999997</c:v>
                </c:pt>
                <c:pt idx="570">
                  <c:v>0.97</c:v>
                </c:pt>
                <c:pt idx="571">
                  <c:v>0.97099999999999997</c:v>
                </c:pt>
                <c:pt idx="572">
                  <c:v>0.97199999999999998</c:v>
                </c:pt>
                <c:pt idx="573">
                  <c:v>0.97299999999999998</c:v>
                </c:pt>
                <c:pt idx="574">
                  <c:v>0.97399999999999998</c:v>
                </c:pt>
                <c:pt idx="575">
                  <c:v>0.97499999999999998</c:v>
                </c:pt>
                <c:pt idx="576">
                  <c:v>0.97599999999999998</c:v>
                </c:pt>
                <c:pt idx="577">
                  <c:v>0.97699999999999998</c:v>
                </c:pt>
                <c:pt idx="578">
                  <c:v>0.97799999999999998</c:v>
                </c:pt>
                <c:pt idx="579">
                  <c:v>0.97899999999999998</c:v>
                </c:pt>
                <c:pt idx="580">
                  <c:v>0.98</c:v>
                </c:pt>
                <c:pt idx="581">
                  <c:v>0.98099999999999998</c:v>
                </c:pt>
                <c:pt idx="582">
                  <c:v>0.98199999999999998</c:v>
                </c:pt>
                <c:pt idx="583">
                  <c:v>0.98299999999999998</c:v>
                </c:pt>
                <c:pt idx="584">
                  <c:v>0.98399999999999999</c:v>
                </c:pt>
                <c:pt idx="585">
                  <c:v>0.98499999999999999</c:v>
                </c:pt>
                <c:pt idx="586">
                  <c:v>0.98599999999999999</c:v>
                </c:pt>
                <c:pt idx="587">
                  <c:v>0.98699999999999999</c:v>
                </c:pt>
                <c:pt idx="588">
                  <c:v>0.98799999999999999</c:v>
                </c:pt>
                <c:pt idx="589">
                  <c:v>0.98899999999999999</c:v>
                </c:pt>
                <c:pt idx="590">
                  <c:v>0.99</c:v>
                </c:pt>
                <c:pt idx="591">
                  <c:v>0.99099999999999999</c:v>
                </c:pt>
                <c:pt idx="592">
                  <c:v>0.99199999999999999</c:v>
                </c:pt>
                <c:pt idx="593">
                  <c:v>0.99299999999999999</c:v>
                </c:pt>
                <c:pt idx="594">
                  <c:v>0.99399999999999999</c:v>
                </c:pt>
                <c:pt idx="595">
                  <c:v>0.995</c:v>
                </c:pt>
                <c:pt idx="596">
                  <c:v>0.996</c:v>
                </c:pt>
                <c:pt idx="597">
                  <c:v>0.997</c:v>
                </c:pt>
                <c:pt idx="598">
                  <c:v>0.998</c:v>
                </c:pt>
                <c:pt idx="599">
                  <c:v>0.999</c:v>
                </c:pt>
                <c:pt idx="600">
                  <c:v>1</c:v>
                </c:pt>
                <c:pt idx="601">
                  <c:v>1.0009999999999999</c:v>
                </c:pt>
                <c:pt idx="602">
                  <c:v>1.002</c:v>
                </c:pt>
                <c:pt idx="603">
                  <c:v>1.0029999999999999</c:v>
                </c:pt>
                <c:pt idx="604">
                  <c:v>1.004</c:v>
                </c:pt>
                <c:pt idx="605">
                  <c:v>1.0049999999999999</c:v>
                </c:pt>
                <c:pt idx="606">
                  <c:v>1.006</c:v>
                </c:pt>
                <c:pt idx="607">
                  <c:v>1.0069999999999999</c:v>
                </c:pt>
                <c:pt idx="608">
                  <c:v>1.008</c:v>
                </c:pt>
                <c:pt idx="609">
                  <c:v>1.0089999999999999</c:v>
                </c:pt>
                <c:pt idx="610">
                  <c:v>1.01</c:v>
                </c:pt>
                <c:pt idx="611">
                  <c:v>1.0109999999999999</c:v>
                </c:pt>
                <c:pt idx="612">
                  <c:v>1.012</c:v>
                </c:pt>
                <c:pt idx="613">
                  <c:v>1.0129999999999999</c:v>
                </c:pt>
                <c:pt idx="614">
                  <c:v>1.014</c:v>
                </c:pt>
                <c:pt idx="615">
                  <c:v>1.0149999999999999</c:v>
                </c:pt>
                <c:pt idx="616">
                  <c:v>1.016</c:v>
                </c:pt>
                <c:pt idx="617">
                  <c:v>1.0169999999999999</c:v>
                </c:pt>
                <c:pt idx="618">
                  <c:v>1.018</c:v>
                </c:pt>
                <c:pt idx="619">
                  <c:v>1.0189999999999999</c:v>
                </c:pt>
                <c:pt idx="620">
                  <c:v>1.02</c:v>
                </c:pt>
                <c:pt idx="621">
                  <c:v>1.0209999999999999</c:v>
                </c:pt>
                <c:pt idx="622">
                  <c:v>1.022</c:v>
                </c:pt>
                <c:pt idx="623">
                  <c:v>1.0229999999999999</c:v>
                </c:pt>
                <c:pt idx="624">
                  <c:v>1.024</c:v>
                </c:pt>
                <c:pt idx="625">
                  <c:v>1.0249999999999999</c:v>
                </c:pt>
                <c:pt idx="626">
                  <c:v>1.026</c:v>
                </c:pt>
                <c:pt idx="627">
                  <c:v>1.0269999999999999</c:v>
                </c:pt>
                <c:pt idx="628">
                  <c:v>1.028</c:v>
                </c:pt>
                <c:pt idx="629">
                  <c:v>1.0289999999999999</c:v>
                </c:pt>
                <c:pt idx="630">
                  <c:v>1.03</c:v>
                </c:pt>
                <c:pt idx="631">
                  <c:v>1.0309999999999999</c:v>
                </c:pt>
                <c:pt idx="632">
                  <c:v>1.032</c:v>
                </c:pt>
                <c:pt idx="633">
                  <c:v>1.0329999999999999</c:v>
                </c:pt>
                <c:pt idx="634">
                  <c:v>1.034</c:v>
                </c:pt>
                <c:pt idx="635">
                  <c:v>1.0349999999999999</c:v>
                </c:pt>
                <c:pt idx="636">
                  <c:v>1.036</c:v>
                </c:pt>
                <c:pt idx="637">
                  <c:v>1.0369999999999999</c:v>
                </c:pt>
                <c:pt idx="638">
                  <c:v>1.038</c:v>
                </c:pt>
                <c:pt idx="639">
                  <c:v>1.0389999999999999</c:v>
                </c:pt>
                <c:pt idx="640">
                  <c:v>1.04</c:v>
                </c:pt>
                <c:pt idx="641">
                  <c:v>1.0409999999999999</c:v>
                </c:pt>
                <c:pt idx="642">
                  <c:v>1.042</c:v>
                </c:pt>
                <c:pt idx="643">
                  <c:v>1.0429999999999999</c:v>
                </c:pt>
                <c:pt idx="644">
                  <c:v>1.044</c:v>
                </c:pt>
                <c:pt idx="645">
                  <c:v>1.0449999999999999</c:v>
                </c:pt>
                <c:pt idx="646">
                  <c:v>1.046</c:v>
                </c:pt>
                <c:pt idx="647">
                  <c:v>1.0469999999999999</c:v>
                </c:pt>
                <c:pt idx="648">
                  <c:v>1.048</c:v>
                </c:pt>
                <c:pt idx="649">
                  <c:v>1.0489999999999999</c:v>
                </c:pt>
                <c:pt idx="650">
                  <c:v>1.05</c:v>
                </c:pt>
                <c:pt idx="651">
                  <c:v>1.0509999999999999</c:v>
                </c:pt>
                <c:pt idx="652">
                  <c:v>1.052</c:v>
                </c:pt>
                <c:pt idx="653">
                  <c:v>1.0529999999999999</c:v>
                </c:pt>
                <c:pt idx="654">
                  <c:v>1.054</c:v>
                </c:pt>
                <c:pt idx="655">
                  <c:v>1.0549999999999999</c:v>
                </c:pt>
                <c:pt idx="656">
                  <c:v>1.056</c:v>
                </c:pt>
                <c:pt idx="657">
                  <c:v>1.0569999999999999</c:v>
                </c:pt>
                <c:pt idx="658">
                  <c:v>1.0580000000000001</c:v>
                </c:pt>
                <c:pt idx="659">
                  <c:v>1.0589999999999999</c:v>
                </c:pt>
                <c:pt idx="660">
                  <c:v>1.06</c:v>
                </c:pt>
                <c:pt idx="661">
                  <c:v>1.0609999999999999</c:v>
                </c:pt>
                <c:pt idx="662">
                  <c:v>1.0620000000000001</c:v>
                </c:pt>
                <c:pt idx="663">
                  <c:v>1.0629999999999999</c:v>
                </c:pt>
                <c:pt idx="664">
                  <c:v>1.0640000000000001</c:v>
                </c:pt>
                <c:pt idx="665">
                  <c:v>1.0649999999999999</c:v>
                </c:pt>
                <c:pt idx="666">
                  <c:v>1.0660000000000001</c:v>
                </c:pt>
                <c:pt idx="667">
                  <c:v>1.0669999999999999</c:v>
                </c:pt>
                <c:pt idx="668">
                  <c:v>1.0680000000000001</c:v>
                </c:pt>
                <c:pt idx="669">
                  <c:v>1.069</c:v>
                </c:pt>
                <c:pt idx="670">
                  <c:v>1.07</c:v>
                </c:pt>
                <c:pt idx="671">
                  <c:v>1.071</c:v>
                </c:pt>
                <c:pt idx="672">
                  <c:v>1.0720000000000001</c:v>
                </c:pt>
                <c:pt idx="673">
                  <c:v>1.073</c:v>
                </c:pt>
                <c:pt idx="674">
                  <c:v>1.0740000000000001</c:v>
                </c:pt>
                <c:pt idx="675">
                  <c:v>1.075</c:v>
                </c:pt>
                <c:pt idx="676">
                  <c:v>1.0760000000000001</c:v>
                </c:pt>
                <c:pt idx="677">
                  <c:v>1.077</c:v>
                </c:pt>
                <c:pt idx="678">
                  <c:v>1.0780000000000001</c:v>
                </c:pt>
                <c:pt idx="679">
                  <c:v>1.079</c:v>
                </c:pt>
                <c:pt idx="680">
                  <c:v>1.08</c:v>
                </c:pt>
                <c:pt idx="681">
                  <c:v>1.081</c:v>
                </c:pt>
                <c:pt idx="682">
                  <c:v>1.0820000000000001</c:v>
                </c:pt>
                <c:pt idx="683">
                  <c:v>1.083</c:v>
                </c:pt>
                <c:pt idx="684">
                  <c:v>1.0840000000000001</c:v>
                </c:pt>
                <c:pt idx="685">
                  <c:v>1.085</c:v>
                </c:pt>
                <c:pt idx="686">
                  <c:v>1.0860000000000001</c:v>
                </c:pt>
                <c:pt idx="687">
                  <c:v>1.087</c:v>
                </c:pt>
                <c:pt idx="688">
                  <c:v>1.0880000000000001</c:v>
                </c:pt>
                <c:pt idx="689">
                  <c:v>1.089</c:v>
                </c:pt>
                <c:pt idx="690">
                  <c:v>1.0900000000000001</c:v>
                </c:pt>
                <c:pt idx="691">
                  <c:v>1.091</c:v>
                </c:pt>
                <c:pt idx="692">
                  <c:v>1.0920000000000001</c:v>
                </c:pt>
                <c:pt idx="693">
                  <c:v>1.093</c:v>
                </c:pt>
                <c:pt idx="694">
                  <c:v>1.0940000000000001</c:v>
                </c:pt>
                <c:pt idx="695">
                  <c:v>1.095</c:v>
                </c:pt>
                <c:pt idx="696">
                  <c:v>1.0960000000000001</c:v>
                </c:pt>
                <c:pt idx="697">
                  <c:v>1.097</c:v>
                </c:pt>
                <c:pt idx="698">
                  <c:v>1.0980000000000001</c:v>
                </c:pt>
                <c:pt idx="699">
                  <c:v>1.099</c:v>
                </c:pt>
                <c:pt idx="700">
                  <c:v>1.1000000000000001</c:v>
                </c:pt>
                <c:pt idx="701">
                  <c:v>1.101</c:v>
                </c:pt>
                <c:pt idx="702">
                  <c:v>1.1020000000000001</c:v>
                </c:pt>
                <c:pt idx="703">
                  <c:v>1.103</c:v>
                </c:pt>
                <c:pt idx="704">
                  <c:v>1.1040000000000001</c:v>
                </c:pt>
                <c:pt idx="705">
                  <c:v>1.105</c:v>
                </c:pt>
                <c:pt idx="706">
                  <c:v>1.1060000000000001</c:v>
                </c:pt>
                <c:pt idx="707">
                  <c:v>1.107</c:v>
                </c:pt>
                <c:pt idx="708">
                  <c:v>1.1080000000000001</c:v>
                </c:pt>
                <c:pt idx="709">
                  <c:v>1.109</c:v>
                </c:pt>
                <c:pt idx="710">
                  <c:v>1.1100000000000001</c:v>
                </c:pt>
                <c:pt idx="711">
                  <c:v>1.111</c:v>
                </c:pt>
                <c:pt idx="712">
                  <c:v>1.1120000000000001</c:v>
                </c:pt>
                <c:pt idx="713">
                  <c:v>1.113</c:v>
                </c:pt>
                <c:pt idx="714">
                  <c:v>1.1140000000000001</c:v>
                </c:pt>
                <c:pt idx="715">
                  <c:v>1.115</c:v>
                </c:pt>
                <c:pt idx="716">
                  <c:v>1.1160000000000001</c:v>
                </c:pt>
                <c:pt idx="717">
                  <c:v>1.117</c:v>
                </c:pt>
                <c:pt idx="718">
                  <c:v>1.1180000000000001</c:v>
                </c:pt>
                <c:pt idx="719">
                  <c:v>1.119</c:v>
                </c:pt>
                <c:pt idx="720">
                  <c:v>1.1200000000000001</c:v>
                </c:pt>
                <c:pt idx="721">
                  <c:v>1.121</c:v>
                </c:pt>
                <c:pt idx="722">
                  <c:v>1.1220000000000001</c:v>
                </c:pt>
                <c:pt idx="723">
                  <c:v>1.123</c:v>
                </c:pt>
                <c:pt idx="724">
                  <c:v>1.1240000000000001</c:v>
                </c:pt>
                <c:pt idx="725">
                  <c:v>1.125</c:v>
                </c:pt>
                <c:pt idx="726">
                  <c:v>1.1259999999999999</c:v>
                </c:pt>
                <c:pt idx="727">
                  <c:v>1.127</c:v>
                </c:pt>
                <c:pt idx="728">
                  <c:v>1.1279999999999999</c:v>
                </c:pt>
                <c:pt idx="729">
                  <c:v>1.129</c:v>
                </c:pt>
                <c:pt idx="730">
                  <c:v>1.1299999999999999</c:v>
                </c:pt>
                <c:pt idx="731">
                  <c:v>1.131</c:v>
                </c:pt>
                <c:pt idx="732">
                  <c:v>1.1319999999999999</c:v>
                </c:pt>
                <c:pt idx="733">
                  <c:v>1.133</c:v>
                </c:pt>
                <c:pt idx="734">
                  <c:v>1.1339999999999999</c:v>
                </c:pt>
                <c:pt idx="735">
                  <c:v>1.135</c:v>
                </c:pt>
                <c:pt idx="736">
                  <c:v>1.1359999999999999</c:v>
                </c:pt>
                <c:pt idx="737">
                  <c:v>1.137</c:v>
                </c:pt>
                <c:pt idx="738">
                  <c:v>1.1379999999999999</c:v>
                </c:pt>
                <c:pt idx="739">
                  <c:v>1.139</c:v>
                </c:pt>
                <c:pt idx="740">
                  <c:v>1.1399999999999999</c:v>
                </c:pt>
                <c:pt idx="741">
                  <c:v>1.141</c:v>
                </c:pt>
                <c:pt idx="742">
                  <c:v>1.1419999999999999</c:v>
                </c:pt>
                <c:pt idx="743">
                  <c:v>1.143</c:v>
                </c:pt>
                <c:pt idx="744">
                  <c:v>1.1439999999999999</c:v>
                </c:pt>
                <c:pt idx="745">
                  <c:v>1.145</c:v>
                </c:pt>
                <c:pt idx="746">
                  <c:v>1.1459999999999999</c:v>
                </c:pt>
                <c:pt idx="747">
                  <c:v>1.147</c:v>
                </c:pt>
                <c:pt idx="748">
                  <c:v>1.1479999999999999</c:v>
                </c:pt>
                <c:pt idx="749">
                  <c:v>1.149</c:v>
                </c:pt>
                <c:pt idx="750">
                  <c:v>1.1499999999999999</c:v>
                </c:pt>
                <c:pt idx="751">
                  <c:v>1.151</c:v>
                </c:pt>
                <c:pt idx="752">
                  <c:v>1.1519999999999999</c:v>
                </c:pt>
                <c:pt idx="753">
                  <c:v>1.153</c:v>
                </c:pt>
                <c:pt idx="754">
                  <c:v>1.1539999999999999</c:v>
                </c:pt>
                <c:pt idx="755">
                  <c:v>1.155</c:v>
                </c:pt>
                <c:pt idx="756">
                  <c:v>1.1559999999999999</c:v>
                </c:pt>
                <c:pt idx="757">
                  <c:v>1.157</c:v>
                </c:pt>
                <c:pt idx="758">
                  <c:v>1.1579999999999999</c:v>
                </c:pt>
                <c:pt idx="759">
                  <c:v>1.159</c:v>
                </c:pt>
                <c:pt idx="760">
                  <c:v>1.1599999999999999</c:v>
                </c:pt>
                <c:pt idx="761">
                  <c:v>1.161</c:v>
                </c:pt>
                <c:pt idx="762">
                  <c:v>1.1619999999999999</c:v>
                </c:pt>
                <c:pt idx="763">
                  <c:v>1.163</c:v>
                </c:pt>
                <c:pt idx="764">
                  <c:v>1.1639999999999999</c:v>
                </c:pt>
                <c:pt idx="765">
                  <c:v>1.165</c:v>
                </c:pt>
                <c:pt idx="766">
                  <c:v>1.1659999999999999</c:v>
                </c:pt>
                <c:pt idx="767">
                  <c:v>1.167</c:v>
                </c:pt>
                <c:pt idx="768">
                  <c:v>1.1679999999999999</c:v>
                </c:pt>
                <c:pt idx="769">
                  <c:v>1.169</c:v>
                </c:pt>
                <c:pt idx="770">
                  <c:v>1.17</c:v>
                </c:pt>
                <c:pt idx="771">
                  <c:v>1.171</c:v>
                </c:pt>
                <c:pt idx="772">
                  <c:v>1.1719999999999999</c:v>
                </c:pt>
                <c:pt idx="773">
                  <c:v>1.173</c:v>
                </c:pt>
                <c:pt idx="774">
                  <c:v>1.1739999999999999</c:v>
                </c:pt>
                <c:pt idx="775">
                  <c:v>1.175</c:v>
                </c:pt>
                <c:pt idx="776">
                  <c:v>1.1759999999999999</c:v>
                </c:pt>
                <c:pt idx="777">
                  <c:v>1.177</c:v>
                </c:pt>
                <c:pt idx="778">
                  <c:v>1.1779999999999999</c:v>
                </c:pt>
                <c:pt idx="779">
                  <c:v>1.179</c:v>
                </c:pt>
                <c:pt idx="780">
                  <c:v>1.18</c:v>
                </c:pt>
                <c:pt idx="781">
                  <c:v>1.181</c:v>
                </c:pt>
                <c:pt idx="782">
                  <c:v>1.1819999999999999</c:v>
                </c:pt>
                <c:pt idx="783">
                  <c:v>1.1830000000000001</c:v>
                </c:pt>
                <c:pt idx="784">
                  <c:v>1.1839999999999999</c:v>
                </c:pt>
                <c:pt idx="785">
                  <c:v>1.1850000000000001</c:v>
                </c:pt>
                <c:pt idx="786">
                  <c:v>1.1859999999999999</c:v>
                </c:pt>
                <c:pt idx="787">
                  <c:v>1.1870000000000001</c:v>
                </c:pt>
                <c:pt idx="788">
                  <c:v>1.1879999999999999</c:v>
                </c:pt>
                <c:pt idx="789">
                  <c:v>1.1890000000000001</c:v>
                </c:pt>
                <c:pt idx="790">
                  <c:v>1.19</c:v>
                </c:pt>
                <c:pt idx="791">
                  <c:v>1.1910000000000001</c:v>
                </c:pt>
                <c:pt idx="792">
                  <c:v>1.1919999999999999</c:v>
                </c:pt>
                <c:pt idx="793">
                  <c:v>1.1930000000000001</c:v>
                </c:pt>
                <c:pt idx="794">
                  <c:v>1.194</c:v>
                </c:pt>
                <c:pt idx="795">
                  <c:v>1.1950000000000001</c:v>
                </c:pt>
                <c:pt idx="796">
                  <c:v>1.196</c:v>
                </c:pt>
                <c:pt idx="797">
                  <c:v>1.1970000000000001</c:v>
                </c:pt>
                <c:pt idx="798">
                  <c:v>1.198</c:v>
                </c:pt>
                <c:pt idx="799">
                  <c:v>1.1990000000000001</c:v>
                </c:pt>
                <c:pt idx="800">
                  <c:v>1.2</c:v>
                </c:pt>
              </c:numCache>
            </c:numRef>
          </c:xVal>
          <c:yVal>
            <c:numRef>
              <c:f>'Chart Data'!$F$2:$F$802</c:f>
              <c:numCache>
                <c:formatCode>0</c:formatCode>
                <c:ptCount val="801"/>
                <c:pt idx="0">
                  <c:v>0.164720426758</c:v>
                </c:pt>
                <c:pt idx="1">
                  <c:v>0.160330798533</c:v>
                </c:pt>
                <c:pt idx="2">
                  <c:v>0.15597754079100001</c:v>
                </c:pt>
                <c:pt idx="3">
                  <c:v>0.151667546948</c:v>
                </c:pt>
                <c:pt idx="4">
                  <c:v>0.147406951516</c:v>
                </c:pt>
                <c:pt idx="5">
                  <c:v>0.14320118773599999</c:v>
                </c:pt>
                <c:pt idx="6">
                  <c:v>0.17033725052400001</c:v>
                </c:pt>
                <c:pt idx="7">
                  <c:v>0.19448581660399999</c:v>
                </c:pt>
                <c:pt idx="8">
                  <c:v>0.21587374484300001</c:v>
                </c:pt>
                <c:pt idx="9">
                  <c:v>0.23471287200400001</c:v>
                </c:pt>
                <c:pt idx="10">
                  <c:v>0.25120093841300001</c:v>
                </c:pt>
                <c:pt idx="11">
                  <c:v>0.26552245907700001</c:v>
                </c:pt>
                <c:pt idx="12">
                  <c:v>0.277849543358</c:v>
                </c:pt>
                <c:pt idx="13">
                  <c:v>0.28834266614999998</c:v>
                </c:pt>
                <c:pt idx="14">
                  <c:v>0.297151393348</c:v>
                </c:pt>
                <c:pt idx="15">
                  <c:v>0.304415064219</c:v>
                </c:pt>
                <c:pt idx="16">
                  <c:v>0.31026343316999999</c:v>
                </c:pt>
                <c:pt idx="17">
                  <c:v>0.31481727323699998</c:v>
                </c:pt>
                <c:pt idx="18">
                  <c:v>0.318188943507</c:v>
                </c:pt>
                <c:pt idx="19">
                  <c:v>0.32048292256100003</c:v>
                </c:pt>
                <c:pt idx="20">
                  <c:v>0.32179630988899999</c:v>
                </c:pt>
                <c:pt idx="21">
                  <c:v>0.32221929714999997</c:v>
                </c:pt>
                <c:pt idx="22">
                  <c:v>0.32183561100899999</c:v>
                </c:pt>
                <c:pt idx="23">
                  <c:v>0.32072292921200002</c:v>
                </c:pt>
                <c:pt idx="24">
                  <c:v>0.318953271461</c:v>
                </c:pt>
                <c:pt idx="25">
                  <c:v>0.31659336653499998</c:v>
                </c:pt>
                <c:pt idx="26">
                  <c:v>0.313704997077</c:v>
                </c:pt>
                <c:pt idx="27">
                  <c:v>0.31034532332199999</c:v>
                </c:pt>
                <c:pt idx="28">
                  <c:v>0.306567187021</c:v>
                </c:pt>
                <c:pt idx="29">
                  <c:v>0.30241939670599999</c:v>
                </c:pt>
                <c:pt idx="30">
                  <c:v>0.29794699541500003</c:v>
                </c:pt>
                <c:pt idx="31">
                  <c:v>0.29319151188199999</c:v>
                </c:pt>
                <c:pt idx="32">
                  <c:v>0.28819119618799999</c:v>
                </c:pt>
                <c:pt idx="33">
                  <c:v>0.28298124079100001</c:v>
                </c:pt>
                <c:pt idx="34">
                  <c:v>0.277593987785</c:v>
                </c:pt>
                <c:pt idx="35">
                  <c:v>0.27205912322100001</c:v>
                </c:pt>
                <c:pt idx="36">
                  <c:v>0.26640385925400001</c:v>
                </c:pt>
                <c:pt idx="37">
                  <c:v>0.26065310483699999</c:v>
                </c:pt>
                <c:pt idx="38">
                  <c:v>0.254829625655</c:v>
                </c:pt>
                <c:pt idx="39">
                  <c:v>0.248954193932</c:v>
                </c:pt>
                <c:pt idx="40">
                  <c:v>0.24304572872399999</c:v>
                </c:pt>
                <c:pt idx="41">
                  <c:v>0.237121427277</c:v>
                </c:pt>
                <c:pt idx="42">
                  <c:v>0.231196887968</c:v>
                </c:pt>
                <c:pt idx="43">
                  <c:v>0.22528622535699999</c:v>
                </c:pt>
                <c:pt idx="44">
                  <c:v>0.219402177822</c:v>
                </c:pt>
                <c:pt idx="45">
                  <c:v>0.213556208217</c:v>
                </c:pt>
                <c:pt idx="46">
                  <c:v>0.23904080712799999</c:v>
                </c:pt>
                <c:pt idx="47">
                  <c:v>0.26153165074500001</c:v>
                </c:pt>
                <c:pt idx="48">
                  <c:v>0.28126013652699999</c:v>
                </c:pt>
                <c:pt idx="49">
                  <c:v>0.298442212012</c:v>
                </c:pt>
                <c:pt idx="50">
                  <c:v>0.31327933142600001</c:v>
                </c:pt>
                <c:pt idx="51">
                  <c:v>0.32595935573099999</c:v>
                </c:pt>
                <c:pt idx="52">
                  <c:v>0.33665739935400002</c:v>
                </c:pt>
                <c:pt idx="53">
                  <c:v>0.345536626658</c:v>
                </c:pt>
                <c:pt idx="54">
                  <c:v>0.35274900104599999</c:v>
                </c:pt>
                <c:pt idx="55">
                  <c:v>0.35843598941400001</c:v>
                </c:pt>
                <c:pt idx="56">
                  <c:v>0.36272922454000001</c:v>
                </c:pt>
                <c:pt idx="57">
                  <c:v>0.34359265987100002</c:v>
                </c:pt>
                <c:pt idx="58">
                  <c:v>0.34632693009799997</c:v>
                </c:pt>
                <c:pt idx="59">
                  <c:v>0.347977237597</c:v>
                </c:pt>
                <c:pt idx="60">
                  <c:v>0.34864280969200001</c:v>
                </c:pt>
                <c:pt idx="61">
                  <c:v>0.34841577323700001</c:v>
                </c:pt>
                <c:pt idx="62">
                  <c:v>0.34738161118799998</c:v>
                </c:pt>
                <c:pt idx="63">
                  <c:v>0.34561959152600003</c:v>
                </c:pt>
                <c:pt idx="64">
                  <c:v>0.34320317014599999</c:v>
                </c:pt>
                <c:pt idx="65">
                  <c:v>0.340200369231</c:v>
                </c:pt>
                <c:pt idx="66">
                  <c:v>0.33667413254</c:v>
                </c:pt>
                <c:pt idx="67">
                  <c:v>0.33268265897100002</c:v>
                </c:pt>
                <c:pt idx="68">
                  <c:v>0.32827971566199998</c:v>
                </c:pt>
                <c:pt idx="69">
                  <c:v>0.32351493184000002</c:v>
                </c:pt>
                <c:pt idx="70">
                  <c:v>0.31843407455</c:v>
                </c:pt>
                <c:pt idx="71">
                  <c:v>0.31307930732900002</c:v>
                </c:pt>
                <c:pt idx="72">
                  <c:v>0.307489432836</c:v>
                </c:pt>
                <c:pt idx="73">
                  <c:v>0.30170012038999999</c:v>
                </c:pt>
                <c:pt idx="74">
                  <c:v>0.2957441193</c:v>
                </c:pt>
                <c:pt idx="75">
                  <c:v>0.28965145884799998</c:v>
                </c:pt>
                <c:pt idx="76">
                  <c:v>0.283449635704</c:v>
                </c:pt>
                <c:pt idx="77">
                  <c:v>0.27716378953699999</c:v>
                </c:pt>
                <c:pt idx="78">
                  <c:v>0.27081686751400003</c:v>
                </c:pt>
                <c:pt idx="79">
                  <c:v>0.264429778364</c:v>
                </c:pt>
                <c:pt idx="80">
                  <c:v>0.25802153662499999</c:v>
                </c:pt>
                <c:pt idx="81">
                  <c:v>0.25160939767899998</c:v>
                </c:pt>
                <c:pt idx="82">
                  <c:v>0.24520898410899999</c:v>
                </c:pt>
                <c:pt idx="83">
                  <c:v>0.23883440392300001</c:v>
                </c:pt>
                <c:pt idx="84">
                  <c:v>0.23249836112899999</c:v>
                </c:pt>
                <c:pt idx="85">
                  <c:v>0.226212259124</c:v>
                </c:pt>
                <c:pt idx="86">
                  <c:v>0.21998629734200001</c:v>
                </c:pt>
                <c:pt idx="87">
                  <c:v>0.24511177070199999</c:v>
                </c:pt>
                <c:pt idx="88">
                  <c:v>0.26726322387700002</c:v>
                </c:pt>
                <c:pt idx="89">
                  <c:v>0.286670983544</c:v>
                </c:pt>
                <c:pt idx="90">
                  <c:v>0.30354998396799998</c:v>
                </c:pt>
                <c:pt idx="91">
                  <c:v>0.318100720537</c:v>
                </c:pt>
                <c:pt idx="92">
                  <c:v>0.330510146921</c:v>
                </c:pt>
                <c:pt idx="93">
                  <c:v>0.34095251904899998</c:v>
                </c:pt>
                <c:pt idx="94">
                  <c:v>0.34959018897999999</c:v>
                </c:pt>
                <c:pt idx="95">
                  <c:v>0.35657435153900002</c:v>
                </c:pt>
                <c:pt idx="96">
                  <c:v>0.36204574644499998</c:v>
                </c:pt>
                <c:pt idx="97">
                  <c:v>0.36613531848300002</c:v>
                </c:pt>
                <c:pt idx="98">
                  <c:v>0.36896483815699999</c:v>
                </c:pt>
                <c:pt idx="99">
                  <c:v>0.370647485093</c:v>
                </c:pt>
                <c:pt idx="100">
                  <c:v>0.37128839637200001</c:v>
                </c:pt>
                <c:pt idx="101">
                  <c:v>0.37098518179599999</c:v>
                </c:pt>
                <c:pt idx="102">
                  <c:v>0.36982840803599998</c:v>
                </c:pt>
                <c:pt idx="103">
                  <c:v>0.36790205345499999</c:v>
                </c:pt>
                <c:pt idx="104">
                  <c:v>0.36528393531699999</c:v>
                </c:pt>
                <c:pt idx="105">
                  <c:v>0.33988764305000002</c:v>
                </c:pt>
                <c:pt idx="106">
                  <c:v>0.33696669015699998</c:v>
                </c:pt>
                <c:pt idx="107">
                  <c:v>0.33352220414799999</c:v>
                </c:pt>
                <c:pt idx="108">
                  <c:v>0.32961219873399999</c:v>
                </c:pt>
                <c:pt idx="109">
                  <c:v>0.32529027416099998</c:v>
                </c:pt>
                <c:pt idx="110">
                  <c:v>0.32060590971699998</c:v>
                </c:pt>
                <c:pt idx="111">
                  <c:v>0.315604738198</c:v>
                </c:pt>
                <c:pt idx="112">
                  <c:v>0.31032880341699998</c:v>
                </c:pt>
                <c:pt idx="113">
                  <c:v>0.30481680172999998</c:v>
                </c:pt>
                <c:pt idx="114">
                  <c:v>0.299104308549</c:v>
                </c:pt>
                <c:pt idx="115">
                  <c:v>0.29322399072200001</c:v>
                </c:pt>
                <c:pt idx="116">
                  <c:v>0.28720580561800002</c:v>
                </c:pt>
                <c:pt idx="117">
                  <c:v>0.28107718771099999</c:v>
                </c:pt>
                <c:pt idx="118">
                  <c:v>0.27486322341399999</c:v>
                </c:pt>
                <c:pt idx="119">
                  <c:v>0.268586814851</c:v>
                </c:pt>
                <c:pt idx="120">
                  <c:v>0.26226883325099998</c:v>
                </c:pt>
                <c:pt idx="121">
                  <c:v>0.255928262568</c:v>
                </c:pt>
                <c:pt idx="122">
                  <c:v>0.24958233392199999</c:v>
                </c:pt>
                <c:pt idx="123">
                  <c:v>0.24324665141900001</c:v>
                </c:pt>
                <c:pt idx="124">
                  <c:v>0.23693530987</c:v>
                </c:pt>
                <c:pt idx="125">
                  <c:v>0.230661004886</c:v>
                </c:pt>
                <c:pt idx="126">
                  <c:v>0.224435135841</c:v>
                </c:pt>
                <c:pt idx="127">
                  <c:v>0.21826790210499999</c:v>
                </c:pt>
                <c:pt idx="128">
                  <c:v>0.21216839298199999</c:v>
                </c:pt>
                <c:pt idx="129">
                  <c:v>0.20614467172600001</c:v>
                </c:pt>
                <c:pt idx="130">
                  <c:v>0.20020385400499999</c:v>
                </c:pt>
                <c:pt idx="131">
                  <c:v>0.19435218114899999</c:v>
                </c:pt>
                <c:pt idx="132">
                  <c:v>0.18859508851199999</c:v>
                </c:pt>
                <c:pt idx="133">
                  <c:v>0.18293726923600001</c:v>
                </c:pt>
                <c:pt idx="134">
                  <c:v>0.17738273372800001</c:v>
                </c:pt>
                <c:pt idx="135">
                  <c:v>0.17193486508200001</c:v>
                </c:pt>
                <c:pt idx="136">
                  <c:v>0.16659647073700001</c:v>
                </c:pt>
                <c:pt idx="137">
                  <c:v>0.16136983057500001</c:v>
                </c:pt>
                <c:pt idx="138">
                  <c:v>0.156256741703</c:v>
                </c:pt>
                <c:pt idx="139">
                  <c:v>0.15125856012300001</c:v>
                </c:pt>
                <c:pt idx="140">
                  <c:v>0.14637623948</c:v>
                </c:pt>
                <c:pt idx="141">
                  <c:v>0.14161036708499999</c:v>
                </c:pt>
                <c:pt idx="142">
                  <c:v>0.136961197378</c:v>
                </c:pt>
                <c:pt idx="143">
                  <c:v>0.132428683001</c:v>
                </c:pt>
                <c:pt idx="144">
                  <c:v>0.128012503631</c:v>
                </c:pt>
                <c:pt idx="145">
                  <c:v>0.10155362476099999</c:v>
                </c:pt>
                <c:pt idx="146">
                  <c:v>9.8238097664900007E-2</c:v>
                </c:pt>
                <c:pt idx="147">
                  <c:v>9.5004418590900003E-2</c:v>
                </c:pt>
                <c:pt idx="148">
                  <c:v>9.1852490198699996E-2</c:v>
                </c:pt>
                <c:pt idx="149">
                  <c:v>8.87820299614E-2</c:v>
                </c:pt>
                <c:pt idx="150">
                  <c:v>8.5792588460900002E-2</c:v>
                </c:pt>
                <c:pt idx="151">
                  <c:v>8.2883566337900005E-2</c:v>
                </c:pt>
                <c:pt idx="152">
                  <c:v>8.0054229986799993E-2</c:v>
                </c:pt>
                <c:pt idx="153">
                  <c:v>7.7303726075499998E-2</c:v>
                </c:pt>
                <c:pt idx="154">
                  <c:v>7.4631094969100004E-2</c:v>
                </c:pt>
                <c:pt idx="155">
                  <c:v>7.2035283127799998E-2</c:v>
                </c:pt>
                <c:pt idx="156">
                  <c:v>6.9515154549899996E-2</c:v>
                </c:pt>
                <c:pt idx="157">
                  <c:v>6.7069501320199995E-2</c:v>
                </c:pt>
                <c:pt idx="158">
                  <c:v>6.4697053327500004E-2</c:v>
                </c:pt>
                <c:pt idx="159">
                  <c:v>9.3678696342599996E-2</c:v>
                </c:pt>
                <c:pt idx="160">
                  <c:v>0.119679550132</c:v>
                </c:pt>
                <c:pt idx="161">
                  <c:v>0.14292142947</c:v>
                </c:pt>
                <c:pt idx="162">
                  <c:v>0.16361160307399999</c:v>
                </c:pt>
                <c:pt idx="163">
                  <c:v>0.181943684844</c:v>
                </c:pt>
                <c:pt idx="164">
                  <c:v>0.19809847276500001</c:v>
                </c:pt>
                <c:pt idx="165">
                  <c:v>0.21224473846299999</c:v>
                </c:pt>
                <c:pt idx="166">
                  <c:v>0.22453997023</c:v>
                </c:pt>
                <c:pt idx="167">
                  <c:v>0.23513107217500001</c:v>
                </c:pt>
                <c:pt idx="168">
                  <c:v>0.24415502202700001</c:v>
                </c:pt>
                <c:pt idx="169">
                  <c:v>0.25173948993599998</c:v>
                </c:pt>
                <c:pt idx="170">
                  <c:v>0.25800342053999997</c:v>
                </c:pt>
                <c:pt idx="171">
                  <c:v>0.26305758038799998</c:v>
                </c:pt>
                <c:pt idx="172">
                  <c:v>0.26700507272000001</c:v>
                </c:pt>
                <c:pt idx="173">
                  <c:v>0.26994182149200002</c:v>
                </c:pt>
                <c:pt idx="174">
                  <c:v>0.27195702641000002</c:v>
                </c:pt>
                <c:pt idx="175">
                  <c:v>0.27313359066300003</c:v>
                </c:pt>
                <c:pt idx="176">
                  <c:v>0.27354852292300003</c:v>
                </c:pt>
                <c:pt idx="177">
                  <c:v>0.273273315111</c:v>
                </c:pt>
                <c:pt idx="178">
                  <c:v>0.27237429734099999</c:v>
                </c:pt>
                <c:pt idx="179">
                  <c:v>0.27091297135300002</c:v>
                </c:pt>
                <c:pt idx="180">
                  <c:v>0.26894632371400001</c:v>
                </c:pt>
                <c:pt idx="181">
                  <c:v>0.266527119945</c:v>
                </c:pt>
                <c:pt idx="182">
                  <c:v>0.26370418069899998</c:v>
                </c:pt>
                <c:pt idx="183">
                  <c:v>0.26052264104099998</c:v>
                </c:pt>
                <c:pt idx="184">
                  <c:v>0.257024193826</c:v>
                </c:pt>
                <c:pt idx="185">
                  <c:v>0.25324731809099998</c:v>
                </c:pt>
                <c:pt idx="186">
                  <c:v>0.22706902542099999</c:v>
                </c:pt>
                <c:pt idx="187">
                  <c:v>0.22370883617199999</c:v>
                </c:pt>
                <c:pt idx="188">
                  <c:v>0.22013630429799999</c:v>
                </c:pt>
                <c:pt idx="189">
                  <c:v>0.216380134384</c:v>
                </c:pt>
                <c:pt idx="190">
                  <c:v>0.21246673621000001</c:v>
                </c:pt>
                <c:pt idx="191">
                  <c:v>0.20842038031099999</c:v>
                </c:pt>
                <c:pt idx="192">
                  <c:v>0.20426334382399999</c:v>
                </c:pt>
                <c:pt idx="193">
                  <c:v>0.20001604719800001</c:v>
                </c:pt>
                <c:pt idx="194">
                  <c:v>0.19569718230899999</c:v>
                </c:pt>
                <c:pt idx="195">
                  <c:v>0.19132383249599999</c:v>
                </c:pt>
                <c:pt idx="196">
                  <c:v>0.18691158499900001</c:v>
                </c:pt>
                <c:pt idx="197">
                  <c:v>0.18247463625900001</c:v>
                </c:pt>
                <c:pt idx="198">
                  <c:v>0.17802589049699999</c:v>
                </c:pt>
                <c:pt idx="199">
                  <c:v>0.17357705199699999</c:v>
                </c:pt>
                <c:pt idx="200">
                  <c:v>0.16913871145500001</c:v>
                </c:pt>
                <c:pt idx="201">
                  <c:v>0.164720426758</c:v>
                </c:pt>
                <c:pt idx="202">
                  <c:v>0.160330798533</c:v>
                </c:pt>
                <c:pt idx="203">
                  <c:v>0.15597754079100001</c:v>
                </c:pt>
                <c:pt idx="204">
                  <c:v>0.151667546948</c:v>
                </c:pt>
                <c:pt idx="205">
                  <c:v>0.147406951516</c:v>
                </c:pt>
                <c:pt idx="206">
                  <c:v>0.14320118773599999</c:v>
                </c:pt>
                <c:pt idx="207">
                  <c:v>0.13905504138499999</c:v>
                </c:pt>
                <c:pt idx="208">
                  <c:v>0.13497270101100001</c:v>
                </c:pt>
                <c:pt idx="209">
                  <c:v>0.13095780479999999</c:v>
                </c:pt>
                <c:pt idx="210">
                  <c:v>0.12701348430000001</c:v>
                </c:pt>
                <c:pt idx="211">
                  <c:v>0.123142405181</c:v>
                </c:pt>
                <c:pt idx="212">
                  <c:v>0.11934680523500001</c:v>
                </c:pt>
                <c:pt idx="213">
                  <c:v>0.115628529765</c:v>
                </c:pt>
                <c:pt idx="214">
                  <c:v>0.11198906454800001</c:v>
                </c:pt>
                <c:pt idx="215">
                  <c:v>0.108429566517</c:v>
                </c:pt>
                <c:pt idx="216">
                  <c:v>0.1049508923</c:v>
                </c:pt>
                <c:pt idx="217">
                  <c:v>0.10155362476099999</c:v>
                </c:pt>
                <c:pt idx="218">
                  <c:v>9.8238097664900007E-2</c:v>
                </c:pt>
                <c:pt idx="219">
                  <c:v>9.5004418590900003E-2</c:v>
                </c:pt>
                <c:pt idx="220">
                  <c:v>9.1852490198699996E-2</c:v>
                </c:pt>
                <c:pt idx="221">
                  <c:v>8.87820299614E-2</c:v>
                </c:pt>
                <c:pt idx="222">
                  <c:v>8.5792588460900002E-2</c:v>
                </c:pt>
                <c:pt idx="223">
                  <c:v>8.2883566337900005E-2</c:v>
                </c:pt>
                <c:pt idx="224">
                  <c:v>8.0054229986799993E-2</c:v>
                </c:pt>
                <c:pt idx="225">
                  <c:v>7.7303726075499998E-2</c:v>
                </c:pt>
                <c:pt idx="226">
                  <c:v>7.4631094969100004E-2</c:v>
                </c:pt>
                <c:pt idx="227">
                  <c:v>7.2035283127799998E-2</c:v>
                </c:pt>
                <c:pt idx="228">
                  <c:v>6.9515154549899996E-2</c:v>
                </c:pt>
                <c:pt idx="229">
                  <c:v>6.7069501320199995E-2</c:v>
                </c:pt>
                <c:pt idx="230">
                  <c:v>6.4697053327500004E-2</c:v>
                </c:pt>
                <c:pt idx="231">
                  <c:v>6.2396487203599998E-2</c:v>
                </c:pt>
                <c:pt idx="232">
                  <c:v>6.0166434539800001E-2</c:v>
                </c:pt>
                <c:pt idx="233">
                  <c:v>5.8005489427199998E-2</c:v>
                </c:pt>
                <c:pt idx="234">
                  <c:v>5.59122153701E-2</c:v>
                </c:pt>
                <c:pt idx="235">
                  <c:v>5.3885151612900001E-2</c:v>
                </c:pt>
                <c:pt idx="236">
                  <c:v>5.1922818923500001E-2</c:v>
                </c:pt>
                <c:pt idx="237">
                  <c:v>5.0023724870299997E-2</c:v>
                </c:pt>
                <c:pt idx="238">
                  <c:v>4.81863686276E-2</c:v>
                </c:pt>
                <c:pt idx="239">
                  <c:v>4.6409245344600003E-2</c:v>
                </c:pt>
                <c:pt idx="240">
                  <c:v>4.4690850107899999E-2</c:v>
                </c:pt>
                <c:pt idx="241">
                  <c:v>4.3029681526499997E-2</c:v>
                </c:pt>
                <c:pt idx="242">
                  <c:v>4.1424244968300002E-2</c:v>
                </c:pt>
                <c:pt idx="243">
                  <c:v>3.9873055471799999E-2</c:v>
                </c:pt>
                <c:pt idx="244">
                  <c:v>3.8374640357900003E-2</c:v>
                </c:pt>
                <c:pt idx="245">
                  <c:v>3.6927541563800001E-2</c:v>
                </c:pt>
                <c:pt idx="246">
                  <c:v>3.5530317720400002E-2</c:v>
                </c:pt>
                <c:pt idx="247">
                  <c:v>3.4181545991999997E-2</c:v>
                </c:pt>
                <c:pt idx="248">
                  <c:v>3.2879823697000002E-2</c:v>
                </c:pt>
                <c:pt idx="249">
                  <c:v>3.1623769725999999E-2</c:v>
                </c:pt>
                <c:pt idx="250">
                  <c:v>3.0412025774500001E-2</c:v>
                </c:pt>
                <c:pt idx="251">
                  <c:v>2.9243257403399999E-2</c:v>
                </c:pt>
                <c:pt idx="252">
                  <c:v>2.81161549417E-2</c:v>
                </c:pt>
                <c:pt idx="253">
                  <c:v>2.7029434244800001E-2</c:v>
                </c:pt>
                <c:pt idx="254">
                  <c:v>2.5981837319999999E-2</c:v>
                </c:pt>
                <c:pt idx="255">
                  <c:v>2.4972132829700001E-2</c:v>
                </c:pt>
                <c:pt idx="256">
                  <c:v>2.3999116483900001E-2</c:v>
                </c:pt>
                <c:pt idx="257">
                  <c:v>2.3061611330500002E-2</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3.1282209138900001E-2</c:v>
                </c:pt>
                <c:pt idx="309">
                  <c:v>5.9513115592600002E-2</c:v>
                </c:pt>
                <c:pt idx="310">
                  <c:v>8.4915940043100005E-2</c:v>
                </c:pt>
                <c:pt idx="311">
                  <c:v>0.107699387704</c:v>
                </c:pt>
                <c:pt idx="312">
                  <c:v>0.128058533231</c:v>
                </c:pt>
                <c:pt idx="313">
                  <c:v>0.14617565384199999</c:v>
                </c:pt>
                <c:pt idx="314">
                  <c:v>0.16222101359300001</c:v>
                </c:pt>
                <c:pt idx="315">
                  <c:v>0.176353601602</c:v>
                </c:pt>
                <c:pt idx="316">
                  <c:v>0.188721826831</c:v>
                </c:pt>
                <c:pt idx="317">
                  <c:v>0.19946417191900001</c:v>
                </c:pt>
                <c:pt idx="318">
                  <c:v>0.208709808409</c:v>
                </c:pt>
                <c:pt idx="319">
                  <c:v>0.21657917557199999</c:v>
                </c:pt>
                <c:pt idx="320">
                  <c:v>0.22318452491599999</c:v>
                </c:pt>
                <c:pt idx="321">
                  <c:v>0.22863043236200001</c:v>
                </c:pt>
                <c:pt idx="322">
                  <c:v>0.233014279928</c:v>
                </c:pt>
                <c:pt idx="323">
                  <c:v>0.23642670868900001</c:v>
                </c:pt>
                <c:pt idx="324">
                  <c:v>0.23895204467100001</c:v>
                </c:pt>
                <c:pt idx="325">
                  <c:v>0.24066869922600001</c:v>
                </c:pt>
                <c:pt idx="326">
                  <c:v>0.241649545385</c:v>
                </c:pt>
                <c:pt idx="327">
                  <c:v>0.241962271566</c:v>
                </c:pt>
                <c:pt idx="328">
                  <c:v>0.241669713949</c:v>
                </c:pt>
                <c:pt idx="329">
                  <c:v>0.24083016877300001</c:v>
                </c:pt>
                <c:pt idx="330">
                  <c:v>0.23949768569999999</c:v>
                </c:pt>
                <c:pt idx="331">
                  <c:v>0.237722343379</c:v>
                </c:pt>
                <c:pt idx="332">
                  <c:v>0.23555050821199999</c:v>
                </c:pt>
                <c:pt idx="333">
                  <c:v>0.23302507734200001</c:v>
                </c:pt>
                <c:pt idx="334">
                  <c:v>0.230185706761</c:v>
                </c:pt>
                <c:pt idx="335">
                  <c:v>0.22706902542099999</c:v>
                </c:pt>
                <c:pt idx="336">
                  <c:v>0.22370883617199999</c:v>
                </c:pt>
                <c:pt idx="337">
                  <c:v>0.22013630429799999</c:v>
                </c:pt>
                <c:pt idx="338">
                  <c:v>0.216380134384</c:v>
                </c:pt>
                <c:pt idx="339">
                  <c:v>0.21246673621000001</c:v>
                </c:pt>
                <c:pt idx="340">
                  <c:v>0.20842038031099999</c:v>
                </c:pt>
                <c:pt idx="341">
                  <c:v>0.20426334382399999</c:v>
                </c:pt>
                <c:pt idx="342">
                  <c:v>0.20001604719800001</c:v>
                </c:pt>
                <c:pt idx="343">
                  <c:v>0.19569718230899999</c:v>
                </c:pt>
                <c:pt idx="344">
                  <c:v>0.19132383249599999</c:v>
                </c:pt>
                <c:pt idx="345">
                  <c:v>0.18691158499900001</c:v>
                </c:pt>
                <c:pt idx="346">
                  <c:v>0.18247463625900001</c:v>
                </c:pt>
                <c:pt idx="347">
                  <c:v>0.17802589049699999</c:v>
                </c:pt>
                <c:pt idx="348">
                  <c:v>0.17357705199699999</c:v>
                </c:pt>
                <c:pt idx="349">
                  <c:v>0.16913871145500001</c:v>
                </c:pt>
                <c:pt idx="350">
                  <c:v>0.164720426758</c:v>
                </c:pt>
                <c:pt idx="351">
                  <c:v>0.160330798533</c:v>
                </c:pt>
                <c:pt idx="352">
                  <c:v>0.15597754079100001</c:v>
                </c:pt>
                <c:pt idx="353">
                  <c:v>0.151667546948</c:v>
                </c:pt>
                <c:pt idx="354">
                  <c:v>0.147406951516</c:v>
                </c:pt>
                <c:pt idx="355">
                  <c:v>0.14320118773599999</c:v>
                </c:pt>
                <c:pt idx="356">
                  <c:v>0.13905504138499999</c:v>
                </c:pt>
                <c:pt idx="357">
                  <c:v>0.13497270101100001</c:v>
                </c:pt>
                <c:pt idx="358">
                  <c:v>0.13095780479999999</c:v>
                </c:pt>
                <c:pt idx="359">
                  <c:v>0.12701348430000001</c:v>
                </c:pt>
                <c:pt idx="360">
                  <c:v>0.123142405181</c:v>
                </c:pt>
                <c:pt idx="361">
                  <c:v>0.11934680523500001</c:v>
                </c:pt>
                <c:pt idx="362">
                  <c:v>0.115628529765</c:v>
                </c:pt>
                <c:pt idx="363">
                  <c:v>0.11198906454800001</c:v>
                </c:pt>
                <c:pt idx="364">
                  <c:v>0.108429566517</c:v>
                </c:pt>
                <c:pt idx="365">
                  <c:v>0.1049508923</c:v>
                </c:pt>
                <c:pt idx="366">
                  <c:v>0.10155362476099999</c:v>
                </c:pt>
                <c:pt idx="367">
                  <c:v>9.8238097664900007E-2</c:v>
                </c:pt>
                <c:pt idx="368">
                  <c:v>9.5004418590900003E-2</c:v>
                </c:pt>
                <c:pt idx="369">
                  <c:v>9.1852490198699996E-2</c:v>
                </c:pt>
                <c:pt idx="370">
                  <c:v>8.87820299614E-2</c:v>
                </c:pt>
                <c:pt idx="371">
                  <c:v>8.5792588460900002E-2</c:v>
                </c:pt>
                <c:pt idx="372">
                  <c:v>8.2883566337900005E-2</c:v>
                </c:pt>
                <c:pt idx="373">
                  <c:v>8.0054229986799993E-2</c:v>
                </c:pt>
                <c:pt idx="374">
                  <c:v>7.7303726075499998E-2</c:v>
                </c:pt>
                <c:pt idx="375">
                  <c:v>7.4631094969100004E-2</c:v>
                </c:pt>
                <c:pt idx="376">
                  <c:v>7.2035283127799998E-2</c:v>
                </c:pt>
                <c:pt idx="377">
                  <c:v>6.9515154549899996E-2</c:v>
                </c:pt>
                <c:pt idx="378">
                  <c:v>6.7069501320199995E-2</c:v>
                </c:pt>
                <c:pt idx="379">
                  <c:v>6.4697053327500004E-2</c:v>
                </c:pt>
                <c:pt idx="380">
                  <c:v>6.2396487203599998E-2</c:v>
                </c:pt>
                <c:pt idx="381">
                  <c:v>6.0166434539800001E-2</c:v>
                </c:pt>
                <c:pt idx="382">
                  <c:v>5.8005489427199998E-2</c:v>
                </c:pt>
                <c:pt idx="383">
                  <c:v>5.59122153701E-2</c:v>
                </c:pt>
                <c:pt idx="384">
                  <c:v>5.3885151612900001E-2</c:v>
                </c:pt>
                <c:pt idx="385">
                  <c:v>5.1922818923500001E-2</c:v>
                </c:pt>
                <c:pt idx="386">
                  <c:v>5.0023724870299997E-2</c:v>
                </c:pt>
                <c:pt idx="387">
                  <c:v>4.81863686276E-2</c:v>
                </c:pt>
                <c:pt idx="388">
                  <c:v>4.6409245344600003E-2</c:v>
                </c:pt>
                <c:pt idx="389">
                  <c:v>4.4690850107899999E-2</c:v>
                </c:pt>
                <c:pt idx="390">
                  <c:v>4.3029681526499997E-2</c:v>
                </c:pt>
                <c:pt idx="391">
                  <c:v>4.1424244968300002E-2</c:v>
                </c:pt>
                <c:pt idx="392">
                  <c:v>3.9873055471799999E-2</c:v>
                </c:pt>
                <c:pt idx="393">
                  <c:v>3.8374640357900003E-2</c:v>
                </c:pt>
                <c:pt idx="394">
                  <c:v>3.6927541563800001E-2</c:v>
                </c:pt>
                <c:pt idx="395">
                  <c:v>3.5530317720400002E-2</c:v>
                </c:pt>
                <c:pt idx="396">
                  <c:v>3.4181545991999997E-2</c:v>
                </c:pt>
                <c:pt idx="397">
                  <c:v>3.2879823697000002E-2</c:v>
                </c:pt>
                <c:pt idx="398">
                  <c:v>3.1623769725999999E-2</c:v>
                </c:pt>
                <c:pt idx="399">
                  <c:v>3.0412025774500001E-2</c:v>
                </c:pt>
                <c:pt idx="400">
                  <c:v>2.9243257403399999E-2</c:v>
                </c:pt>
                <c:pt idx="401">
                  <c:v>2.81161549417E-2</c:v>
                </c:pt>
                <c:pt idx="402">
                  <c:v>2.7029434244800001E-2</c:v>
                </c:pt>
                <c:pt idx="403">
                  <c:v>2.5981837319999999E-2</c:v>
                </c:pt>
                <c:pt idx="404">
                  <c:v>2.4972132829700001E-2</c:v>
                </c:pt>
                <c:pt idx="405">
                  <c:v>2.3999116483900001E-2</c:v>
                </c:pt>
                <c:pt idx="406">
                  <c:v>2.3061611330500002E-2</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3.1282209138900001E-2</c:v>
                </c:pt>
                <c:pt idx="422">
                  <c:v>5.9513115592600002E-2</c:v>
                </c:pt>
                <c:pt idx="423">
                  <c:v>8.4915940043100005E-2</c:v>
                </c:pt>
                <c:pt idx="424">
                  <c:v>0.107699387704</c:v>
                </c:pt>
                <c:pt idx="425">
                  <c:v>0.128058533231</c:v>
                </c:pt>
                <c:pt idx="426">
                  <c:v>0.14617565384199999</c:v>
                </c:pt>
                <c:pt idx="427">
                  <c:v>0.16222101359300001</c:v>
                </c:pt>
                <c:pt idx="428">
                  <c:v>0.176353601602</c:v>
                </c:pt>
                <c:pt idx="429">
                  <c:v>0.188721826831</c:v>
                </c:pt>
                <c:pt idx="430">
                  <c:v>0.19946417191900001</c:v>
                </c:pt>
                <c:pt idx="431">
                  <c:v>0.208709808409</c:v>
                </c:pt>
                <c:pt idx="432">
                  <c:v>0.21657917557199999</c:v>
                </c:pt>
                <c:pt idx="433">
                  <c:v>0.22318452491599999</c:v>
                </c:pt>
                <c:pt idx="434">
                  <c:v>0.22863043236200001</c:v>
                </c:pt>
                <c:pt idx="435">
                  <c:v>0.233014279928</c:v>
                </c:pt>
                <c:pt idx="436">
                  <c:v>0.23642670868900001</c:v>
                </c:pt>
                <c:pt idx="437">
                  <c:v>0.23895204467100001</c:v>
                </c:pt>
                <c:pt idx="438">
                  <c:v>0.24066869922600001</c:v>
                </c:pt>
                <c:pt idx="439">
                  <c:v>0.241649545385</c:v>
                </c:pt>
                <c:pt idx="440">
                  <c:v>0.241962271566</c:v>
                </c:pt>
                <c:pt idx="441">
                  <c:v>0.241669713949</c:v>
                </c:pt>
                <c:pt idx="442">
                  <c:v>0.24083016877300001</c:v>
                </c:pt>
                <c:pt idx="443">
                  <c:v>0.23949768569999999</c:v>
                </c:pt>
                <c:pt idx="444">
                  <c:v>0.237722343379</c:v>
                </c:pt>
                <c:pt idx="445">
                  <c:v>0.23555050821199999</c:v>
                </c:pt>
                <c:pt idx="446">
                  <c:v>0.23302507734200001</c:v>
                </c:pt>
                <c:pt idx="447">
                  <c:v>0.230185706761</c:v>
                </c:pt>
                <c:pt idx="448">
                  <c:v>0.22706902542099999</c:v>
                </c:pt>
                <c:pt idx="449">
                  <c:v>0.22370883617199999</c:v>
                </c:pt>
                <c:pt idx="450">
                  <c:v>0.22013630429799999</c:v>
                </c:pt>
                <c:pt idx="451">
                  <c:v>0.216380134384</c:v>
                </c:pt>
                <c:pt idx="452">
                  <c:v>0.21246673621000001</c:v>
                </c:pt>
                <c:pt idx="453">
                  <c:v>0.20842038031099999</c:v>
                </c:pt>
                <c:pt idx="454">
                  <c:v>0.20426334382399999</c:v>
                </c:pt>
                <c:pt idx="455">
                  <c:v>0.20001604719800001</c:v>
                </c:pt>
                <c:pt idx="456">
                  <c:v>0.19569718230899999</c:v>
                </c:pt>
                <c:pt idx="457">
                  <c:v>0.19132383249599999</c:v>
                </c:pt>
                <c:pt idx="458">
                  <c:v>0.18691158499900001</c:v>
                </c:pt>
                <c:pt idx="459">
                  <c:v>0.18247463625900001</c:v>
                </c:pt>
                <c:pt idx="460">
                  <c:v>0.17802589049699999</c:v>
                </c:pt>
                <c:pt idx="461">
                  <c:v>0.17357705199699999</c:v>
                </c:pt>
                <c:pt idx="462">
                  <c:v>0.16913871145500001</c:v>
                </c:pt>
                <c:pt idx="463">
                  <c:v>0.164720426758</c:v>
                </c:pt>
                <c:pt idx="464">
                  <c:v>0.160330798533</c:v>
                </c:pt>
                <c:pt idx="465">
                  <c:v>0.15597754079100001</c:v>
                </c:pt>
                <c:pt idx="466">
                  <c:v>0.151667546948</c:v>
                </c:pt>
                <c:pt idx="467">
                  <c:v>0.147406951516</c:v>
                </c:pt>
                <c:pt idx="468">
                  <c:v>0.14320118773599999</c:v>
                </c:pt>
                <c:pt idx="469">
                  <c:v>0.13905504138499999</c:v>
                </c:pt>
                <c:pt idx="470">
                  <c:v>0.13497270101100001</c:v>
                </c:pt>
                <c:pt idx="471">
                  <c:v>0.13095780479999999</c:v>
                </c:pt>
                <c:pt idx="472">
                  <c:v>0.12701348430000001</c:v>
                </c:pt>
                <c:pt idx="473">
                  <c:v>0.123142405181</c:v>
                </c:pt>
                <c:pt idx="474">
                  <c:v>0.11934680523500001</c:v>
                </c:pt>
                <c:pt idx="475">
                  <c:v>0.115628529765</c:v>
                </c:pt>
                <c:pt idx="476">
                  <c:v>0.11198906454800001</c:v>
                </c:pt>
                <c:pt idx="477">
                  <c:v>0.108429566517</c:v>
                </c:pt>
                <c:pt idx="478">
                  <c:v>0.1049508923</c:v>
                </c:pt>
                <c:pt idx="479">
                  <c:v>0.10155362476099999</c:v>
                </c:pt>
                <c:pt idx="480">
                  <c:v>9.8238097664900007E-2</c:v>
                </c:pt>
                <c:pt idx="481">
                  <c:v>9.5004418590900003E-2</c:v>
                </c:pt>
                <c:pt idx="482">
                  <c:v>9.1852490198699996E-2</c:v>
                </c:pt>
                <c:pt idx="483">
                  <c:v>8.87820299614E-2</c:v>
                </c:pt>
                <c:pt idx="484">
                  <c:v>8.5792588460900002E-2</c:v>
                </c:pt>
                <c:pt idx="485">
                  <c:v>8.2883566337900005E-2</c:v>
                </c:pt>
                <c:pt idx="486">
                  <c:v>8.0054229986799993E-2</c:v>
                </c:pt>
                <c:pt idx="487">
                  <c:v>7.7303726075499998E-2</c:v>
                </c:pt>
                <c:pt idx="488">
                  <c:v>7.4631094969100004E-2</c:v>
                </c:pt>
                <c:pt idx="489">
                  <c:v>7.2035283127799998E-2</c:v>
                </c:pt>
                <c:pt idx="490">
                  <c:v>0.100797363689</c:v>
                </c:pt>
                <c:pt idx="491">
                  <c:v>0.12658261691299999</c:v>
                </c:pt>
                <c:pt idx="492">
                  <c:v>0.14961299337100001</c:v>
                </c:pt>
                <c:pt idx="493">
                  <c:v>0.17009587490799999</c:v>
                </c:pt>
                <c:pt idx="494">
                  <c:v>0.18822496777100001</c:v>
                </c:pt>
                <c:pt idx="495">
                  <c:v>0.204181143269</c:v>
                </c:pt>
                <c:pt idx="496">
                  <c:v>0.218133228963</c:v>
                </c:pt>
                <c:pt idx="497">
                  <c:v>0.23023875321500001</c:v>
                </c:pt>
                <c:pt idx="498">
                  <c:v>0.24064464575399999</c:v>
                </c:pt>
                <c:pt idx="499">
                  <c:v>0.24948789678899999</c:v>
                </c:pt>
                <c:pt idx="500">
                  <c:v>0.25689617703700002</c:v>
                </c:pt>
                <c:pt idx="501">
                  <c:v>0.262988420916</c:v>
                </c:pt>
                <c:pt idx="502">
                  <c:v>0.267875375024</c:v>
                </c:pt>
                <c:pt idx="503">
                  <c:v>0.27166011388900002</c:v>
                </c:pt>
                <c:pt idx="504">
                  <c:v>0.27443852489600001</c:v>
                </c:pt>
                <c:pt idx="505">
                  <c:v>0.27629976416099999</c:v>
                </c:pt>
                <c:pt idx="506">
                  <c:v>0.27732668502899999</c:v>
                </c:pt>
                <c:pt idx="507">
                  <c:v>0.27759624078900003</c:v>
                </c:pt>
                <c:pt idx="508">
                  <c:v>0.27717986310600001</c:v>
                </c:pt>
                <c:pt idx="509">
                  <c:v>0.27614381755799999</c:v>
                </c:pt>
                <c:pt idx="510">
                  <c:v>0.27454953764599999</c:v>
                </c:pt>
                <c:pt idx="511">
                  <c:v>0.27245393849900001</c:v>
                </c:pt>
                <c:pt idx="512">
                  <c:v>0.26990971147499998</c:v>
                </c:pt>
                <c:pt idx="513">
                  <c:v>0.26696560078199999</c:v>
                </c:pt>
                <c:pt idx="514">
                  <c:v>0.26366666315300002</c:v>
                </c:pt>
                <c:pt idx="515">
                  <c:v>0.26005451158699999</c:v>
                </c:pt>
                <c:pt idx="516">
                  <c:v>0.25616754408100001</c:v>
                </c:pt>
                <c:pt idx="517">
                  <c:v>0.25204115825099999</c:v>
                </c:pt>
                <c:pt idx="518">
                  <c:v>0.24770795265600001</c:v>
                </c:pt>
                <c:pt idx="519">
                  <c:v>0.243197915628</c:v>
                </c:pt>
                <c:pt idx="520">
                  <c:v>0.216380134384</c:v>
                </c:pt>
                <c:pt idx="521">
                  <c:v>0.21246673621000001</c:v>
                </c:pt>
                <c:pt idx="522">
                  <c:v>0.20842038031099999</c:v>
                </c:pt>
                <c:pt idx="523">
                  <c:v>0.20426334382399999</c:v>
                </c:pt>
                <c:pt idx="524">
                  <c:v>0.20001604719800001</c:v>
                </c:pt>
                <c:pt idx="525">
                  <c:v>0.19569718230899999</c:v>
                </c:pt>
                <c:pt idx="526">
                  <c:v>0.19132383249599999</c:v>
                </c:pt>
                <c:pt idx="527">
                  <c:v>0.18691158499900001</c:v>
                </c:pt>
                <c:pt idx="528">
                  <c:v>0.18247463625900001</c:v>
                </c:pt>
                <c:pt idx="529">
                  <c:v>0.17802589049699999</c:v>
                </c:pt>
                <c:pt idx="530">
                  <c:v>0.17357705199699999</c:v>
                </c:pt>
                <c:pt idx="531">
                  <c:v>0.16913871145500001</c:v>
                </c:pt>
                <c:pt idx="532">
                  <c:v>0.164720426758</c:v>
                </c:pt>
                <c:pt idx="533">
                  <c:v>0.160330798533</c:v>
                </c:pt>
                <c:pt idx="534">
                  <c:v>0.15597754079100001</c:v>
                </c:pt>
                <c:pt idx="535">
                  <c:v>0.151667546948</c:v>
                </c:pt>
                <c:pt idx="536">
                  <c:v>0.147406951516</c:v>
                </c:pt>
                <c:pt idx="537">
                  <c:v>0.14320118773599999</c:v>
                </c:pt>
                <c:pt idx="538">
                  <c:v>0.13905504138499999</c:v>
                </c:pt>
                <c:pt idx="539">
                  <c:v>0.13497270101100001</c:v>
                </c:pt>
                <c:pt idx="540">
                  <c:v>0.13095780479999999</c:v>
                </c:pt>
                <c:pt idx="541">
                  <c:v>0.12701348430000001</c:v>
                </c:pt>
                <c:pt idx="542">
                  <c:v>0.123142405181</c:v>
                </c:pt>
                <c:pt idx="543">
                  <c:v>0.11934680523500001</c:v>
                </c:pt>
                <c:pt idx="544">
                  <c:v>0.115628529765</c:v>
                </c:pt>
                <c:pt idx="545">
                  <c:v>0.11198906454800001</c:v>
                </c:pt>
                <c:pt idx="546">
                  <c:v>0.108429566517</c:v>
                </c:pt>
                <c:pt idx="547">
                  <c:v>0.1049508923</c:v>
                </c:pt>
                <c:pt idx="548">
                  <c:v>0.10155362476099999</c:v>
                </c:pt>
                <c:pt idx="549">
                  <c:v>9.8238097664900007E-2</c:v>
                </c:pt>
                <c:pt idx="550">
                  <c:v>9.5004418590900003E-2</c:v>
                </c:pt>
                <c:pt idx="551">
                  <c:v>9.1852490198699996E-2</c:v>
                </c:pt>
                <c:pt idx="552">
                  <c:v>8.87820299614E-2</c:v>
                </c:pt>
                <c:pt idx="553">
                  <c:v>8.5792588460900002E-2</c:v>
                </c:pt>
                <c:pt idx="554">
                  <c:v>8.2883566337900005E-2</c:v>
                </c:pt>
                <c:pt idx="555">
                  <c:v>8.0054229986799993E-2</c:v>
                </c:pt>
                <c:pt idx="556">
                  <c:v>7.7303726075499998E-2</c:v>
                </c:pt>
                <c:pt idx="557">
                  <c:v>7.4631094969100004E-2</c:v>
                </c:pt>
                <c:pt idx="558">
                  <c:v>7.2035283127799998E-2</c:v>
                </c:pt>
                <c:pt idx="559">
                  <c:v>6.9515154549899996E-2</c:v>
                </c:pt>
                <c:pt idx="560">
                  <c:v>6.7069501320199995E-2</c:v>
                </c:pt>
                <c:pt idx="561">
                  <c:v>6.4697053327500004E-2</c:v>
                </c:pt>
                <c:pt idx="562">
                  <c:v>6.2396487203599998E-2</c:v>
                </c:pt>
                <c:pt idx="563">
                  <c:v>6.0166434539800001E-2</c:v>
                </c:pt>
                <c:pt idx="564">
                  <c:v>5.8005489427199998E-2</c:v>
                </c:pt>
                <c:pt idx="565">
                  <c:v>5.59122153701E-2</c:v>
                </c:pt>
                <c:pt idx="566">
                  <c:v>5.3885151612900001E-2</c:v>
                </c:pt>
                <c:pt idx="567">
                  <c:v>5.1922818923500001E-2</c:v>
                </c:pt>
                <c:pt idx="568">
                  <c:v>5.0023724870299997E-2</c:v>
                </c:pt>
                <c:pt idx="569">
                  <c:v>4.81863686276E-2</c:v>
                </c:pt>
                <c:pt idx="570">
                  <c:v>4.6409245344600003E-2</c:v>
                </c:pt>
                <c:pt idx="571">
                  <c:v>4.4690850107899999E-2</c:v>
                </c:pt>
                <c:pt idx="572">
                  <c:v>4.3029681526499997E-2</c:v>
                </c:pt>
                <c:pt idx="573">
                  <c:v>4.1424244968300002E-2</c:v>
                </c:pt>
                <c:pt idx="574">
                  <c:v>3.9873055471799999E-2</c:v>
                </c:pt>
                <c:pt idx="575">
                  <c:v>3.8374640357900003E-2</c:v>
                </c:pt>
                <c:pt idx="576">
                  <c:v>3.6927541563800001E-2</c:v>
                </c:pt>
                <c:pt idx="577">
                  <c:v>3.5530317720400002E-2</c:v>
                </c:pt>
                <c:pt idx="578">
                  <c:v>3.4181545991999997E-2</c:v>
                </c:pt>
                <c:pt idx="579">
                  <c:v>3.2879823697000002E-2</c:v>
                </c:pt>
                <c:pt idx="580">
                  <c:v>3.1623769725999999E-2</c:v>
                </c:pt>
                <c:pt idx="581">
                  <c:v>3.0412025774500001E-2</c:v>
                </c:pt>
                <c:pt idx="582">
                  <c:v>2.9243257403399999E-2</c:v>
                </c:pt>
                <c:pt idx="583">
                  <c:v>2.81161549417E-2</c:v>
                </c:pt>
                <c:pt idx="584">
                  <c:v>2.7029434244800001E-2</c:v>
                </c:pt>
                <c:pt idx="585">
                  <c:v>2.5981837319999999E-2</c:v>
                </c:pt>
                <c:pt idx="586">
                  <c:v>2.4972132829700001E-2</c:v>
                </c:pt>
                <c:pt idx="587">
                  <c:v>2.3999116483900001E-2</c:v>
                </c:pt>
                <c:pt idx="588">
                  <c:v>2.3061611330500002E-2</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3.1282209138900001E-2</c:v>
                </c:pt>
                <c:pt idx="680">
                  <c:v>5.9513115592600002E-2</c:v>
                </c:pt>
                <c:pt idx="681">
                  <c:v>8.4915940043100005E-2</c:v>
                </c:pt>
                <c:pt idx="682">
                  <c:v>0.107699387704</c:v>
                </c:pt>
                <c:pt idx="683">
                  <c:v>0.128058533231</c:v>
                </c:pt>
                <c:pt idx="684">
                  <c:v>0.14617565384199999</c:v>
                </c:pt>
                <c:pt idx="685">
                  <c:v>0.16222101359300001</c:v>
                </c:pt>
                <c:pt idx="686">
                  <c:v>0.176353601602</c:v>
                </c:pt>
                <c:pt idx="687">
                  <c:v>0.188721826831</c:v>
                </c:pt>
                <c:pt idx="688">
                  <c:v>0.19946417191900001</c:v>
                </c:pt>
                <c:pt idx="689">
                  <c:v>0.208709808409</c:v>
                </c:pt>
                <c:pt idx="690">
                  <c:v>0.21657917557199999</c:v>
                </c:pt>
                <c:pt idx="691">
                  <c:v>0.22318452491599999</c:v>
                </c:pt>
                <c:pt idx="692">
                  <c:v>0.22863043236200001</c:v>
                </c:pt>
                <c:pt idx="693">
                  <c:v>0.233014279928</c:v>
                </c:pt>
                <c:pt idx="694">
                  <c:v>0.23642670868900001</c:v>
                </c:pt>
                <c:pt idx="695">
                  <c:v>0.23895204467100001</c:v>
                </c:pt>
                <c:pt idx="696">
                  <c:v>0.24066869922600001</c:v>
                </c:pt>
                <c:pt idx="697">
                  <c:v>0.241649545385</c:v>
                </c:pt>
                <c:pt idx="698">
                  <c:v>0.241962271566</c:v>
                </c:pt>
                <c:pt idx="699">
                  <c:v>0.241669713949</c:v>
                </c:pt>
                <c:pt idx="700">
                  <c:v>0.24083016877300001</c:v>
                </c:pt>
                <c:pt idx="701">
                  <c:v>0.23949768569999999</c:v>
                </c:pt>
                <c:pt idx="702">
                  <c:v>0.237722343379</c:v>
                </c:pt>
                <c:pt idx="703">
                  <c:v>0.23555050821199999</c:v>
                </c:pt>
                <c:pt idx="704">
                  <c:v>0.23302507734200001</c:v>
                </c:pt>
                <c:pt idx="705">
                  <c:v>0.230185706761</c:v>
                </c:pt>
                <c:pt idx="706">
                  <c:v>0.22706902542099999</c:v>
                </c:pt>
                <c:pt idx="707">
                  <c:v>0.22370883617199999</c:v>
                </c:pt>
                <c:pt idx="708">
                  <c:v>0.22013630429799999</c:v>
                </c:pt>
                <c:pt idx="709">
                  <c:v>0.24766234352300001</c:v>
                </c:pt>
                <c:pt idx="710">
                  <c:v>0.27197985180299999</c:v>
                </c:pt>
                <c:pt idx="711">
                  <c:v>0.29333632035399998</c:v>
                </c:pt>
                <c:pt idx="712">
                  <c:v>0.31196273152800003</c:v>
                </c:pt>
                <c:pt idx="713">
                  <c:v>0.32807458042900001</c:v>
                </c:pt>
                <c:pt idx="714">
                  <c:v>0.34187283615000003</c:v>
                </c:pt>
                <c:pt idx="715">
                  <c:v>0.353544846089</c:v>
                </c:pt>
                <c:pt idx="716">
                  <c:v>0.36326518660200002</c:v>
                </c:pt>
                <c:pt idx="717">
                  <c:v>0.37119646308900001</c:v>
                </c:pt>
                <c:pt idx="718">
                  <c:v>0.37749006241499999</c:v>
                </c:pt>
                <c:pt idx="719">
                  <c:v>0.382286860407</c:v>
                </c:pt>
                <c:pt idx="720">
                  <c:v>0.38571788702699999</c:v>
                </c:pt>
                <c:pt idx="721">
                  <c:v>0.38790495167400002</c:v>
                </c:pt>
                <c:pt idx="722">
                  <c:v>0.38896123089500001</c:v>
                </c:pt>
                <c:pt idx="723">
                  <c:v>0.38899182071900001</c:v>
                </c:pt>
                <c:pt idx="724">
                  <c:v>0.38809425563700001</c:v>
                </c:pt>
                <c:pt idx="725">
                  <c:v>0.38635899618699998</c:v>
                </c:pt>
                <c:pt idx="726">
                  <c:v>0.38386988696199997</c:v>
                </c:pt>
                <c:pt idx="727">
                  <c:v>0.380704586771</c:v>
                </c:pt>
                <c:pt idx="728">
                  <c:v>0.37693497257699998</c:v>
                </c:pt>
                <c:pt idx="729">
                  <c:v>0.37262751874900002</c:v>
                </c:pt>
                <c:pt idx="730">
                  <c:v>0.36784365307200001</c:v>
                </c:pt>
                <c:pt idx="731">
                  <c:v>0.362640090882</c:v>
                </c:pt>
                <c:pt idx="732">
                  <c:v>0.35706914861400002</c:v>
                </c:pt>
                <c:pt idx="733">
                  <c:v>0.35117903797599997</c:v>
                </c:pt>
                <c:pt idx="734">
                  <c:v>0.34501414189000001</c:v>
                </c:pt>
                <c:pt idx="735">
                  <c:v>0.33861527327800001</c:v>
                </c:pt>
                <c:pt idx="736">
                  <c:v>0.33201991772099998</c:v>
                </c:pt>
                <c:pt idx="737">
                  <c:v>0.32526246093299999</c:v>
                </c:pt>
                <c:pt idx="738">
                  <c:v>0.31837440196299999</c:v>
                </c:pt>
                <c:pt idx="739">
                  <c:v>0.31138455297500001</c:v>
                </c:pt>
                <c:pt idx="740">
                  <c:v>0.304319226409</c:v>
                </c:pt>
                <c:pt idx="741">
                  <c:v>0.29720241027200001</c:v>
                </c:pt>
                <c:pt idx="742">
                  <c:v>0.29005593228499998</c:v>
                </c:pt>
                <c:pt idx="743">
                  <c:v>0.28289961353600002</c:v>
                </c:pt>
                <c:pt idx="744">
                  <c:v>0.27575141229599998</c:v>
                </c:pt>
                <c:pt idx="745">
                  <c:v>0.26862755857100001</c:v>
                </c:pt>
                <c:pt idx="746">
                  <c:v>0.26154267996800001</c:v>
                </c:pt>
                <c:pt idx="747">
                  <c:v>0.25450991938599998</c:v>
                </c:pt>
                <c:pt idx="748">
                  <c:v>0.247541045046</c:v>
                </c:pt>
                <c:pt idx="749">
                  <c:v>0.240646553318</c:v>
                </c:pt>
                <c:pt idx="750">
                  <c:v>0.233835764783</c:v>
                </c:pt>
                <c:pt idx="751">
                  <c:v>0.22711691396100001</c:v>
                </c:pt>
                <c:pt idx="752">
                  <c:v>0.22049723307300001</c:v>
                </c:pt>
                <c:pt idx="753">
                  <c:v>0.213983030219</c:v>
                </c:pt>
                <c:pt idx="754">
                  <c:v>0.20757976231799999</c:v>
                </c:pt>
                <c:pt idx="755">
                  <c:v>0.20129210312900001</c:v>
                </c:pt>
                <c:pt idx="756">
                  <c:v>0.19512400665900001</c:v>
                </c:pt>
                <c:pt idx="757">
                  <c:v>0.18907876625600001</c:v>
                </c:pt>
                <c:pt idx="758">
                  <c:v>0.183159069639</c:v>
                </c:pt>
                <c:pt idx="759">
                  <c:v>0.17736705014500001</c:v>
                </c:pt>
                <c:pt idx="760">
                  <c:v>0.17170433440800001</c:v>
                </c:pt>
                <c:pt idx="761">
                  <c:v>0.16617208670799999</c:v>
                </c:pt>
                <c:pt idx="762">
                  <c:v>0.16077105020400001</c:v>
                </c:pt>
                <c:pt idx="763">
                  <c:v>0.155501585237</c:v>
                </c:pt>
                <c:pt idx="764">
                  <c:v>0.15036370490600001</c:v>
                </c:pt>
                <c:pt idx="765">
                  <c:v>0.145357108081</c:v>
                </c:pt>
                <c:pt idx="766">
                  <c:v>0.140481210021</c:v>
                </c:pt>
                <c:pt idx="767">
                  <c:v>0.13573517075300001</c:v>
                </c:pt>
                <c:pt idx="768">
                  <c:v>0.13111792136200001</c:v>
                </c:pt>
                <c:pt idx="769">
                  <c:v>0.12662818831700001</c:v>
                </c:pt>
                <c:pt idx="770">
                  <c:v>0.122264515973</c:v>
                </c:pt>
                <c:pt idx="771">
                  <c:v>0.118025287365</c:v>
                </c:pt>
                <c:pt idx="772">
                  <c:v>0.113908743403</c:v>
                </c:pt>
                <c:pt idx="773">
                  <c:v>0.10991300058300001</c:v>
                </c:pt>
                <c:pt idx="774">
                  <c:v>0.10603606730700001</c:v>
                </c:pt>
                <c:pt idx="775">
                  <c:v>0.102275858905</c:v>
                </c:pt>
                <c:pt idx="776">
                  <c:v>9.8630211452999994E-2</c:v>
                </c:pt>
                <c:pt idx="777">
                  <c:v>9.5096894458299996E-2</c:v>
                </c:pt>
                <c:pt idx="778">
                  <c:v>0.100797363689</c:v>
                </c:pt>
                <c:pt idx="779">
                  <c:v>0.12658261691299999</c:v>
                </c:pt>
                <c:pt idx="780">
                  <c:v>0.14961299337100001</c:v>
                </c:pt>
                <c:pt idx="781">
                  <c:v>0.17009587490799999</c:v>
                </c:pt>
                <c:pt idx="782">
                  <c:v>0.18822496777100001</c:v>
                </c:pt>
                <c:pt idx="783">
                  <c:v>0.204181143269</c:v>
                </c:pt>
                <c:pt idx="784">
                  <c:v>0.218133228963</c:v>
                </c:pt>
                <c:pt idx="785">
                  <c:v>0.23023875321500001</c:v>
                </c:pt>
                <c:pt idx="786">
                  <c:v>0.24064464575399999</c:v>
                </c:pt>
                <c:pt idx="787">
                  <c:v>0.24948789678899999</c:v>
                </c:pt>
                <c:pt idx="788">
                  <c:v>0.25689617703700002</c:v>
                </c:pt>
                <c:pt idx="789">
                  <c:v>0.262988420916</c:v>
                </c:pt>
                <c:pt idx="790">
                  <c:v>0.267875375024</c:v>
                </c:pt>
                <c:pt idx="791">
                  <c:v>0.27166011388900002</c:v>
                </c:pt>
                <c:pt idx="792">
                  <c:v>0.27443852489600001</c:v>
                </c:pt>
                <c:pt idx="793">
                  <c:v>0.27629976416099999</c:v>
                </c:pt>
                <c:pt idx="794">
                  <c:v>0.27732668502899999</c:v>
                </c:pt>
                <c:pt idx="795">
                  <c:v>0.27759624078900003</c:v>
                </c:pt>
                <c:pt idx="796">
                  <c:v>0.27717986310600001</c:v>
                </c:pt>
                <c:pt idx="797">
                  <c:v>0.27614381755799999</c:v>
                </c:pt>
                <c:pt idx="798">
                  <c:v>0.27454953764599999</c:v>
                </c:pt>
                <c:pt idx="799">
                  <c:v>0.27245393849900001</c:v>
                </c:pt>
                <c:pt idx="800">
                  <c:v>0.26990971147499998</c:v>
                </c:pt>
              </c:numCache>
            </c:numRef>
          </c:yVal>
          <c:smooth val="1"/>
          <c:extLst>
            <c:ext xmlns:c16="http://schemas.microsoft.com/office/drawing/2014/chart" uri="{C3380CC4-5D6E-409C-BE32-E72D297353CC}">
              <c16:uniqueId val="{00000002-F76E-4AB1-A1C4-467BB8F8A848}"/>
            </c:ext>
          </c:extLst>
        </c:ser>
        <c:ser>
          <c:idx val="3"/>
          <c:order val="3"/>
          <c:tx>
            <c:v>Neuron 13</c:v>
          </c:tx>
          <c:spPr>
            <a:ln w="20955">
              <a:solidFill>
                <a:srgbClr val="159D9B"/>
              </a:solidFill>
            </a:ln>
          </c:spPr>
          <c:marker>
            <c:symbol val="none"/>
          </c:marker>
          <c:xVal>
            <c:numRef>
              <c:f>'Chart Data'!$G$2:$G$802</c:f>
              <c:numCache>
                <c:formatCode>General</c:formatCode>
                <c:ptCount val="801"/>
                <c:pt idx="0">
                  <c:v>0.4</c:v>
                </c:pt>
                <c:pt idx="1">
                  <c:v>0.40100000000000002</c:v>
                </c:pt>
                <c:pt idx="2">
                  <c:v>0.40200000000000002</c:v>
                </c:pt>
                <c:pt idx="3">
                  <c:v>0.40300000000000002</c:v>
                </c:pt>
                <c:pt idx="4">
                  <c:v>0.40400000000000003</c:v>
                </c:pt>
                <c:pt idx="5">
                  <c:v>0.40500000000000003</c:v>
                </c:pt>
                <c:pt idx="6">
                  <c:v>0.40600000000000003</c:v>
                </c:pt>
                <c:pt idx="7">
                  <c:v>0.40699999999999997</c:v>
                </c:pt>
                <c:pt idx="8">
                  <c:v>0.40799999999999997</c:v>
                </c:pt>
                <c:pt idx="9">
                  <c:v>0.40899999999999997</c:v>
                </c:pt>
                <c:pt idx="10">
                  <c:v>0.41</c:v>
                </c:pt>
                <c:pt idx="11">
                  <c:v>0.41099999999999998</c:v>
                </c:pt>
                <c:pt idx="12">
                  <c:v>0.41199999999999998</c:v>
                </c:pt>
                <c:pt idx="13">
                  <c:v>0.41299999999999998</c:v>
                </c:pt>
                <c:pt idx="14">
                  <c:v>0.41399999999999998</c:v>
                </c:pt>
                <c:pt idx="15">
                  <c:v>0.41499999999999998</c:v>
                </c:pt>
                <c:pt idx="16">
                  <c:v>0.41599999999999998</c:v>
                </c:pt>
                <c:pt idx="17">
                  <c:v>0.41699999999999998</c:v>
                </c:pt>
                <c:pt idx="18">
                  <c:v>0.41799999999999998</c:v>
                </c:pt>
                <c:pt idx="19">
                  <c:v>0.41899999999999998</c:v>
                </c:pt>
                <c:pt idx="20">
                  <c:v>0.42</c:v>
                </c:pt>
                <c:pt idx="21">
                  <c:v>0.42099999999999999</c:v>
                </c:pt>
                <c:pt idx="22">
                  <c:v>0.42199999999999999</c:v>
                </c:pt>
                <c:pt idx="23">
                  <c:v>0.42299999999999999</c:v>
                </c:pt>
                <c:pt idx="24">
                  <c:v>0.42399999999999999</c:v>
                </c:pt>
                <c:pt idx="25">
                  <c:v>0.42499999999999999</c:v>
                </c:pt>
                <c:pt idx="26">
                  <c:v>0.42599999999999999</c:v>
                </c:pt>
                <c:pt idx="27">
                  <c:v>0.42699999999999999</c:v>
                </c:pt>
                <c:pt idx="28">
                  <c:v>0.42799999999999999</c:v>
                </c:pt>
                <c:pt idx="29">
                  <c:v>0.42899999999999999</c:v>
                </c:pt>
                <c:pt idx="30">
                  <c:v>0.43</c:v>
                </c:pt>
                <c:pt idx="31">
                  <c:v>0.43099999999999999</c:v>
                </c:pt>
                <c:pt idx="32">
                  <c:v>0.432</c:v>
                </c:pt>
                <c:pt idx="33">
                  <c:v>0.433</c:v>
                </c:pt>
                <c:pt idx="34">
                  <c:v>0.434</c:v>
                </c:pt>
                <c:pt idx="35">
                  <c:v>0.435</c:v>
                </c:pt>
                <c:pt idx="36">
                  <c:v>0.436</c:v>
                </c:pt>
                <c:pt idx="37">
                  <c:v>0.437</c:v>
                </c:pt>
                <c:pt idx="38">
                  <c:v>0.438</c:v>
                </c:pt>
                <c:pt idx="39">
                  <c:v>0.439</c:v>
                </c:pt>
                <c:pt idx="40">
                  <c:v>0.44</c:v>
                </c:pt>
                <c:pt idx="41">
                  <c:v>0.441</c:v>
                </c:pt>
                <c:pt idx="42">
                  <c:v>0.442</c:v>
                </c:pt>
                <c:pt idx="43">
                  <c:v>0.443</c:v>
                </c:pt>
                <c:pt idx="44">
                  <c:v>0.44400000000000001</c:v>
                </c:pt>
                <c:pt idx="45">
                  <c:v>0.44500000000000001</c:v>
                </c:pt>
                <c:pt idx="46">
                  <c:v>0.44600000000000001</c:v>
                </c:pt>
                <c:pt idx="47">
                  <c:v>0.44700000000000001</c:v>
                </c:pt>
                <c:pt idx="48">
                  <c:v>0.44800000000000001</c:v>
                </c:pt>
                <c:pt idx="49">
                  <c:v>0.44900000000000001</c:v>
                </c:pt>
                <c:pt idx="50">
                  <c:v>0.45</c:v>
                </c:pt>
                <c:pt idx="51">
                  <c:v>0.45100000000000001</c:v>
                </c:pt>
                <c:pt idx="52">
                  <c:v>0.45200000000000001</c:v>
                </c:pt>
                <c:pt idx="53">
                  <c:v>0.45300000000000001</c:v>
                </c:pt>
                <c:pt idx="54">
                  <c:v>0.45400000000000001</c:v>
                </c:pt>
                <c:pt idx="55">
                  <c:v>0.45500000000000002</c:v>
                </c:pt>
                <c:pt idx="56">
                  <c:v>0.45600000000000002</c:v>
                </c:pt>
                <c:pt idx="57">
                  <c:v>0.45700000000000002</c:v>
                </c:pt>
                <c:pt idx="58">
                  <c:v>0.45800000000000002</c:v>
                </c:pt>
                <c:pt idx="59">
                  <c:v>0.45900000000000002</c:v>
                </c:pt>
                <c:pt idx="60">
                  <c:v>0.46</c:v>
                </c:pt>
                <c:pt idx="61">
                  <c:v>0.46100000000000002</c:v>
                </c:pt>
                <c:pt idx="62">
                  <c:v>0.46200000000000002</c:v>
                </c:pt>
                <c:pt idx="63">
                  <c:v>0.46300000000000002</c:v>
                </c:pt>
                <c:pt idx="64">
                  <c:v>0.46400000000000002</c:v>
                </c:pt>
                <c:pt idx="65">
                  <c:v>0.46500000000000002</c:v>
                </c:pt>
                <c:pt idx="66">
                  <c:v>0.46600000000000003</c:v>
                </c:pt>
                <c:pt idx="67">
                  <c:v>0.46700000000000003</c:v>
                </c:pt>
                <c:pt idx="68">
                  <c:v>0.46800000000000003</c:v>
                </c:pt>
                <c:pt idx="69">
                  <c:v>0.46899999999999997</c:v>
                </c:pt>
                <c:pt idx="70">
                  <c:v>0.47</c:v>
                </c:pt>
                <c:pt idx="71">
                  <c:v>0.47099999999999997</c:v>
                </c:pt>
                <c:pt idx="72">
                  <c:v>0.47199999999999998</c:v>
                </c:pt>
                <c:pt idx="73">
                  <c:v>0.47299999999999998</c:v>
                </c:pt>
                <c:pt idx="74">
                  <c:v>0.47399999999999998</c:v>
                </c:pt>
                <c:pt idx="75">
                  <c:v>0.47499999999999998</c:v>
                </c:pt>
                <c:pt idx="76">
                  <c:v>0.47599999999999998</c:v>
                </c:pt>
                <c:pt idx="77">
                  <c:v>0.47699999999999998</c:v>
                </c:pt>
                <c:pt idx="78">
                  <c:v>0.47799999999999998</c:v>
                </c:pt>
                <c:pt idx="79">
                  <c:v>0.47899999999999998</c:v>
                </c:pt>
                <c:pt idx="80">
                  <c:v>0.48</c:v>
                </c:pt>
                <c:pt idx="81">
                  <c:v>0.48099999999999998</c:v>
                </c:pt>
                <c:pt idx="82">
                  <c:v>0.48199999999999998</c:v>
                </c:pt>
                <c:pt idx="83">
                  <c:v>0.48299999999999998</c:v>
                </c:pt>
                <c:pt idx="84">
                  <c:v>0.48399999999999999</c:v>
                </c:pt>
                <c:pt idx="85">
                  <c:v>0.48499999999999999</c:v>
                </c:pt>
                <c:pt idx="86">
                  <c:v>0.48599999999999999</c:v>
                </c:pt>
                <c:pt idx="87">
                  <c:v>0.48699999999999999</c:v>
                </c:pt>
                <c:pt idx="88">
                  <c:v>0.48799999999999999</c:v>
                </c:pt>
                <c:pt idx="89">
                  <c:v>0.48899999999999999</c:v>
                </c:pt>
                <c:pt idx="90">
                  <c:v>0.49</c:v>
                </c:pt>
                <c:pt idx="91">
                  <c:v>0.49099999999999999</c:v>
                </c:pt>
                <c:pt idx="92">
                  <c:v>0.49199999999999999</c:v>
                </c:pt>
                <c:pt idx="93">
                  <c:v>0.49299999999999999</c:v>
                </c:pt>
                <c:pt idx="94">
                  <c:v>0.49399999999999999</c:v>
                </c:pt>
                <c:pt idx="95">
                  <c:v>0.495</c:v>
                </c:pt>
                <c:pt idx="96">
                  <c:v>0.496</c:v>
                </c:pt>
                <c:pt idx="97">
                  <c:v>0.497</c:v>
                </c:pt>
                <c:pt idx="98">
                  <c:v>0.498</c:v>
                </c:pt>
                <c:pt idx="99">
                  <c:v>0.499</c:v>
                </c:pt>
                <c:pt idx="100">
                  <c:v>0.5</c:v>
                </c:pt>
                <c:pt idx="101">
                  <c:v>0.501</c:v>
                </c:pt>
                <c:pt idx="102">
                  <c:v>0.502</c:v>
                </c:pt>
                <c:pt idx="103">
                  <c:v>0.503</c:v>
                </c:pt>
                <c:pt idx="104">
                  <c:v>0.504</c:v>
                </c:pt>
                <c:pt idx="105">
                  <c:v>0.505</c:v>
                </c:pt>
                <c:pt idx="106">
                  <c:v>0.50600000000000001</c:v>
                </c:pt>
                <c:pt idx="107">
                  <c:v>0.50700000000000001</c:v>
                </c:pt>
                <c:pt idx="108">
                  <c:v>0.50800000000000001</c:v>
                </c:pt>
                <c:pt idx="109">
                  <c:v>0.50900000000000001</c:v>
                </c:pt>
                <c:pt idx="110">
                  <c:v>0.51</c:v>
                </c:pt>
                <c:pt idx="111">
                  <c:v>0.51100000000000001</c:v>
                </c:pt>
                <c:pt idx="112">
                  <c:v>0.51200000000000001</c:v>
                </c:pt>
                <c:pt idx="113">
                  <c:v>0.51300000000000001</c:v>
                </c:pt>
                <c:pt idx="114">
                  <c:v>0.51400000000000001</c:v>
                </c:pt>
                <c:pt idx="115">
                  <c:v>0.51500000000000001</c:v>
                </c:pt>
                <c:pt idx="116">
                  <c:v>0.51600000000000001</c:v>
                </c:pt>
                <c:pt idx="117">
                  <c:v>0.51700000000000002</c:v>
                </c:pt>
                <c:pt idx="118">
                  <c:v>0.51800000000000002</c:v>
                </c:pt>
                <c:pt idx="119">
                  <c:v>0.51900000000000002</c:v>
                </c:pt>
                <c:pt idx="120">
                  <c:v>0.52</c:v>
                </c:pt>
                <c:pt idx="121">
                  <c:v>0.52100000000000002</c:v>
                </c:pt>
                <c:pt idx="122">
                  <c:v>0.52200000000000002</c:v>
                </c:pt>
                <c:pt idx="123">
                  <c:v>0.52300000000000002</c:v>
                </c:pt>
                <c:pt idx="124">
                  <c:v>0.52400000000000002</c:v>
                </c:pt>
                <c:pt idx="125">
                  <c:v>0.52500000000000002</c:v>
                </c:pt>
                <c:pt idx="126">
                  <c:v>0.52600000000000002</c:v>
                </c:pt>
                <c:pt idx="127">
                  <c:v>0.52700000000000002</c:v>
                </c:pt>
                <c:pt idx="128">
                  <c:v>0.52800000000000002</c:v>
                </c:pt>
                <c:pt idx="129">
                  <c:v>0.52900000000000003</c:v>
                </c:pt>
                <c:pt idx="130">
                  <c:v>0.53</c:v>
                </c:pt>
                <c:pt idx="131">
                  <c:v>0.53100000000000003</c:v>
                </c:pt>
                <c:pt idx="132">
                  <c:v>0.53200000000000003</c:v>
                </c:pt>
                <c:pt idx="133">
                  <c:v>0.53300000000000003</c:v>
                </c:pt>
                <c:pt idx="134">
                  <c:v>0.53400000000000003</c:v>
                </c:pt>
                <c:pt idx="135">
                  <c:v>0.53500000000000003</c:v>
                </c:pt>
                <c:pt idx="136">
                  <c:v>0.53600000000000003</c:v>
                </c:pt>
                <c:pt idx="137">
                  <c:v>0.53700000000000003</c:v>
                </c:pt>
                <c:pt idx="138">
                  <c:v>0.53800000000000003</c:v>
                </c:pt>
                <c:pt idx="139">
                  <c:v>0.53900000000000003</c:v>
                </c:pt>
                <c:pt idx="140">
                  <c:v>0.54</c:v>
                </c:pt>
                <c:pt idx="141">
                  <c:v>0.54100000000000004</c:v>
                </c:pt>
                <c:pt idx="142">
                  <c:v>0.54200000000000004</c:v>
                </c:pt>
                <c:pt idx="143">
                  <c:v>0.54300000000000004</c:v>
                </c:pt>
                <c:pt idx="144">
                  <c:v>0.54400000000000004</c:v>
                </c:pt>
                <c:pt idx="145">
                  <c:v>0.54500000000000004</c:v>
                </c:pt>
                <c:pt idx="146">
                  <c:v>0.54600000000000004</c:v>
                </c:pt>
                <c:pt idx="147">
                  <c:v>0.54700000000000004</c:v>
                </c:pt>
                <c:pt idx="148">
                  <c:v>0.54800000000000004</c:v>
                </c:pt>
                <c:pt idx="149">
                  <c:v>0.54900000000000004</c:v>
                </c:pt>
                <c:pt idx="150">
                  <c:v>0.55000000000000004</c:v>
                </c:pt>
                <c:pt idx="151">
                  <c:v>0.55100000000000005</c:v>
                </c:pt>
                <c:pt idx="152">
                  <c:v>0.55200000000000005</c:v>
                </c:pt>
                <c:pt idx="153">
                  <c:v>0.55300000000000005</c:v>
                </c:pt>
                <c:pt idx="154">
                  <c:v>0.55400000000000005</c:v>
                </c:pt>
                <c:pt idx="155">
                  <c:v>0.55500000000000005</c:v>
                </c:pt>
                <c:pt idx="156">
                  <c:v>0.55600000000000005</c:v>
                </c:pt>
                <c:pt idx="157">
                  <c:v>0.55700000000000005</c:v>
                </c:pt>
                <c:pt idx="158">
                  <c:v>0.55800000000000005</c:v>
                </c:pt>
                <c:pt idx="159">
                  <c:v>0.55900000000000005</c:v>
                </c:pt>
                <c:pt idx="160">
                  <c:v>0.56000000000000005</c:v>
                </c:pt>
                <c:pt idx="161">
                  <c:v>0.56100000000000005</c:v>
                </c:pt>
                <c:pt idx="162">
                  <c:v>0.56200000000000006</c:v>
                </c:pt>
                <c:pt idx="163">
                  <c:v>0.56299999999999994</c:v>
                </c:pt>
                <c:pt idx="164">
                  <c:v>0.56399999999999995</c:v>
                </c:pt>
                <c:pt idx="165">
                  <c:v>0.56499999999999995</c:v>
                </c:pt>
                <c:pt idx="166">
                  <c:v>0.56599999999999995</c:v>
                </c:pt>
                <c:pt idx="167">
                  <c:v>0.56699999999999995</c:v>
                </c:pt>
                <c:pt idx="168">
                  <c:v>0.56799999999999995</c:v>
                </c:pt>
                <c:pt idx="169">
                  <c:v>0.56899999999999995</c:v>
                </c:pt>
                <c:pt idx="170">
                  <c:v>0.56999999999999995</c:v>
                </c:pt>
                <c:pt idx="171">
                  <c:v>0.57099999999999995</c:v>
                </c:pt>
                <c:pt idx="172">
                  <c:v>0.57199999999999995</c:v>
                </c:pt>
                <c:pt idx="173">
                  <c:v>0.57299999999999995</c:v>
                </c:pt>
                <c:pt idx="174">
                  <c:v>0.57399999999999995</c:v>
                </c:pt>
                <c:pt idx="175">
                  <c:v>0.57499999999999996</c:v>
                </c:pt>
                <c:pt idx="176">
                  <c:v>0.57599999999999996</c:v>
                </c:pt>
                <c:pt idx="177">
                  <c:v>0.57699999999999996</c:v>
                </c:pt>
                <c:pt idx="178">
                  <c:v>0.57799999999999996</c:v>
                </c:pt>
                <c:pt idx="179">
                  <c:v>0.57899999999999996</c:v>
                </c:pt>
                <c:pt idx="180">
                  <c:v>0.57999999999999996</c:v>
                </c:pt>
                <c:pt idx="181">
                  <c:v>0.58099999999999996</c:v>
                </c:pt>
                <c:pt idx="182">
                  <c:v>0.58199999999999996</c:v>
                </c:pt>
                <c:pt idx="183">
                  <c:v>0.58299999999999996</c:v>
                </c:pt>
                <c:pt idx="184">
                  <c:v>0.58399999999999996</c:v>
                </c:pt>
                <c:pt idx="185">
                  <c:v>0.58499999999999996</c:v>
                </c:pt>
                <c:pt idx="186">
                  <c:v>0.58599999999999997</c:v>
                </c:pt>
                <c:pt idx="187">
                  <c:v>0.58699999999999997</c:v>
                </c:pt>
                <c:pt idx="188">
                  <c:v>0.58799999999999997</c:v>
                </c:pt>
                <c:pt idx="189">
                  <c:v>0.58899999999999997</c:v>
                </c:pt>
                <c:pt idx="190">
                  <c:v>0.59</c:v>
                </c:pt>
                <c:pt idx="191">
                  <c:v>0.59099999999999997</c:v>
                </c:pt>
                <c:pt idx="192">
                  <c:v>0.59199999999999997</c:v>
                </c:pt>
                <c:pt idx="193">
                  <c:v>0.59299999999999997</c:v>
                </c:pt>
                <c:pt idx="194">
                  <c:v>0.59399999999999997</c:v>
                </c:pt>
                <c:pt idx="195">
                  <c:v>0.59499999999999997</c:v>
                </c:pt>
                <c:pt idx="196">
                  <c:v>0.59599999999999997</c:v>
                </c:pt>
                <c:pt idx="197">
                  <c:v>0.59699999999999998</c:v>
                </c:pt>
                <c:pt idx="198">
                  <c:v>0.59799999999999998</c:v>
                </c:pt>
                <c:pt idx="199">
                  <c:v>0.59899999999999998</c:v>
                </c:pt>
                <c:pt idx="200">
                  <c:v>0.6</c:v>
                </c:pt>
                <c:pt idx="201">
                  <c:v>0.60099999999999998</c:v>
                </c:pt>
                <c:pt idx="202">
                  <c:v>0.60199999999999998</c:v>
                </c:pt>
                <c:pt idx="203">
                  <c:v>0.60299999999999998</c:v>
                </c:pt>
                <c:pt idx="204">
                  <c:v>0.60399999999999998</c:v>
                </c:pt>
                <c:pt idx="205">
                  <c:v>0.60499999999999998</c:v>
                </c:pt>
                <c:pt idx="206">
                  <c:v>0.60599999999999998</c:v>
                </c:pt>
                <c:pt idx="207">
                  <c:v>0.60699999999999998</c:v>
                </c:pt>
                <c:pt idx="208">
                  <c:v>0.60799999999999998</c:v>
                </c:pt>
                <c:pt idx="209">
                  <c:v>0.60899999999999999</c:v>
                </c:pt>
                <c:pt idx="210">
                  <c:v>0.61</c:v>
                </c:pt>
                <c:pt idx="211">
                  <c:v>0.61099999999999999</c:v>
                </c:pt>
                <c:pt idx="212">
                  <c:v>0.61199999999999999</c:v>
                </c:pt>
                <c:pt idx="213">
                  <c:v>0.61299999999999999</c:v>
                </c:pt>
                <c:pt idx="214">
                  <c:v>0.61399999999999999</c:v>
                </c:pt>
                <c:pt idx="215">
                  <c:v>0.61499999999999999</c:v>
                </c:pt>
                <c:pt idx="216">
                  <c:v>0.61599999999999999</c:v>
                </c:pt>
                <c:pt idx="217">
                  <c:v>0.61699999999999999</c:v>
                </c:pt>
                <c:pt idx="218">
                  <c:v>0.61799999999999999</c:v>
                </c:pt>
                <c:pt idx="219">
                  <c:v>0.61899999999999999</c:v>
                </c:pt>
                <c:pt idx="220">
                  <c:v>0.62</c:v>
                </c:pt>
                <c:pt idx="221">
                  <c:v>0.621</c:v>
                </c:pt>
                <c:pt idx="222">
                  <c:v>0.622</c:v>
                </c:pt>
                <c:pt idx="223">
                  <c:v>0.623</c:v>
                </c:pt>
                <c:pt idx="224">
                  <c:v>0.624</c:v>
                </c:pt>
                <c:pt idx="225">
                  <c:v>0.625</c:v>
                </c:pt>
                <c:pt idx="226">
                  <c:v>0.626</c:v>
                </c:pt>
                <c:pt idx="227">
                  <c:v>0.627</c:v>
                </c:pt>
                <c:pt idx="228">
                  <c:v>0.628</c:v>
                </c:pt>
                <c:pt idx="229">
                  <c:v>0.629</c:v>
                </c:pt>
                <c:pt idx="230">
                  <c:v>0.63</c:v>
                </c:pt>
                <c:pt idx="231">
                  <c:v>0.63100000000000001</c:v>
                </c:pt>
                <c:pt idx="232">
                  <c:v>0.63200000000000001</c:v>
                </c:pt>
                <c:pt idx="233">
                  <c:v>0.63300000000000001</c:v>
                </c:pt>
                <c:pt idx="234">
                  <c:v>0.63400000000000001</c:v>
                </c:pt>
                <c:pt idx="235">
                  <c:v>0.63500000000000001</c:v>
                </c:pt>
                <c:pt idx="236">
                  <c:v>0.63600000000000001</c:v>
                </c:pt>
                <c:pt idx="237">
                  <c:v>0.63700000000000001</c:v>
                </c:pt>
                <c:pt idx="238">
                  <c:v>0.63800000000000001</c:v>
                </c:pt>
                <c:pt idx="239">
                  <c:v>0.63900000000000001</c:v>
                </c:pt>
                <c:pt idx="240">
                  <c:v>0.64</c:v>
                </c:pt>
                <c:pt idx="241">
                  <c:v>0.64100000000000001</c:v>
                </c:pt>
                <c:pt idx="242">
                  <c:v>0.64200000000000002</c:v>
                </c:pt>
                <c:pt idx="243">
                  <c:v>0.64300000000000002</c:v>
                </c:pt>
                <c:pt idx="244">
                  <c:v>0.64400000000000002</c:v>
                </c:pt>
                <c:pt idx="245">
                  <c:v>0.64500000000000002</c:v>
                </c:pt>
                <c:pt idx="246">
                  <c:v>0.64600000000000002</c:v>
                </c:pt>
                <c:pt idx="247">
                  <c:v>0.64700000000000002</c:v>
                </c:pt>
                <c:pt idx="248">
                  <c:v>0.64800000000000002</c:v>
                </c:pt>
                <c:pt idx="249">
                  <c:v>0.64900000000000002</c:v>
                </c:pt>
                <c:pt idx="250">
                  <c:v>0.65</c:v>
                </c:pt>
                <c:pt idx="251">
                  <c:v>0.65100000000000002</c:v>
                </c:pt>
                <c:pt idx="252">
                  <c:v>0.65200000000000002</c:v>
                </c:pt>
                <c:pt idx="253">
                  <c:v>0.65300000000000002</c:v>
                </c:pt>
                <c:pt idx="254">
                  <c:v>0.65400000000000003</c:v>
                </c:pt>
                <c:pt idx="255">
                  <c:v>0.65500000000000003</c:v>
                </c:pt>
                <c:pt idx="256">
                  <c:v>0.65600000000000003</c:v>
                </c:pt>
                <c:pt idx="257">
                  <c:v>0.65700000000000003</c:v>
                </c:pt>
                <c:pt idx="258">
                  <c:v>0.65800000000000003</c:v>
                </c:pt>
                <c:pt idx="259">
                  <c:v>0.65900000000000003</c:v>
                </c:pt>
                <c:pt idx="260">
                  <c:v>0.66</c:v>
                </c:pt>
                <c:pt idx="261">
                  <c:v>0.66100000000000003</c:v>
                </c:pt>
                <c:pt idx="262">
                  <c:v>0.66200000000000003</c:v>
                </c:pt>
                <c:pt idx="263">
                  <c:v>0.66300000000000003</c:v>
                </c:pt>
                <c:pt idx="264">
                  <c:v>0.66400000000000003</c:v>
                </c:pt>
                <c:pt idx="265">
                  <c:v>0.66500000000000004</c:v>
                </c:pt>
                <c:pt idx="266">
                  <c:v>0.66600000000000004</c:v>
                </c:pt>
                <c:pt idx="267">
                  <c:v>0.66700000000000004</c:v>
                </c:pt>
                <c:pt idx="268">
                  <c:v>0.66800000000000004</c:v>
                </c:pt>
                <c:pt idx="269">
                  <c:v>0.66900000000000004</c:v>
                </c:pt>
                <c:pt idx="270">
                  <c:v>0.67</c:v>
                </c:pt>
                <c:pt idx="271">
                  <c:v>0.67100000000000004</c:v>
                </c:pt>
                <c:pt idx="272">
                  <c:v>0.67200000000000004</c:v>
                </c:pt>
                <c:pt idx="273">
                  <c:v>0.67300000000000004</c:v>
                </c:pt>
                <c:pt idx="274">
                  <c:v>0.67400000000000004</c:v>
                </c:pt>
                <c:pt idx="275">
                  <c:v>0.67500000000000004</c:v>
                </c:pt>
                <c:pt idx="276">
                  <c:v>0.67600000000000005</c:v>
                </c:pt>
                <c:pt idx="277">
                  <c:v>0.67700000000000005</c:v>
                </c:pt>
                <c:pt idx="278">
                  <c:v>0.67800000000000005</c:v>
                </c:pt>
                <c:pt idx="279">
                  <c:v>0.67900000000000005</c:v>
                </c:pt>
                <c:pt idx="280">
                  <c:v>0.68</c:v>
                </c:pt>
                <c:pt idx="281">
                  <c:v>0.68100000000000005</c:v>
                </c:pt>
                <c:pt idx="282">
                  <c:v>0.68200000000000005</c:v>
                </c:pt>
                <c:pt idx="283">
                  <c:v>0.68300000000000005</c:v>
                </c:pt>
                <c:pt idx="284">
                  <c:v>0.68400000000000005</c:v>
                </c:pt>
                <c:pt idx="285">
                  <c:v>0.68500000000000005</c:v>
                </c:pt>
                <c:pt idx="286">
                  <c:v>0.68600000000000005</c:v>
                </c:pt>
                <c:pt idx="287">
                  <c:v>0.68700000000000006</c:v>
                </c:pt>
                <c:pt idx="288">
                  <c:v>0.68799999999999994</c:v>
                </c:pt>
                <c:pt idx="289">
                  <c:v>0.68899999999999995</c:v>
                </c:pt>
                <c:pt idx="290">
                  <c:v>0.69</c:v>
                </c:pt>
                <c:pt idx="291">
                  <c:v>0.69099999999999995</c:v>
                </c:pt>
                <c:pt idx="292">
                  <c:v>0.69199999999999995</c:v>
                </c:pt>
                <c:pt idx="293">
                  <c:v>0.69299999999999995</c:v>
                </c:pt>
                <c:pt idx="294">
                  <c:v>0.69399999999999995</c:v>
                </c:pt>
                <c:pt idx="295">
                  <c:v>0.69499999999999995</c:v>
                </c:pt>
                <c:pt idx="296">
                  <c:v>0.69599999999999995</c:v>
                </c:pt>
                <c:pt idx="297">
                  <c:v>0.69699999999999995</c:v>
                </c:pt>
                <c:pt idx="298">
                  <c:v>0.69799999999999995</c:v>
                </c:pt>
                <c:pt idx="299">
                  <c:v>0.69899999999999995</c:v>
                </c:pt>
                <c:pt idx="300">
                  <c:v>0.7</c:v>
                </c:pt>
                <c:pt idx="301">
                  <c:v>0.70099999999999996</c:v>
                </c:pt>
                <c:pt idx="302">
                  <c:v>0.70199999999999996</c:v>
                </c:pt>
                <c:pt idx="303">
                  <c:v>0.70299999999999996</c:v>
                </c:pt>
                <c:pt idx="304">
                  <c:v>0.70399999999999996</c:v>
                </c:pt>
                <c:pt idx="305">
                  <c:v>0.70499999999999996</c:v>
                </c:pt>
                <c:pt idx="306">
                  <c:v>0.70599999999999996</c:v>
                </c:pt>
                <c:pt idx="307">
                  <c:v>0.70699999999999996</c:v>
                </c:pt>
                <c:pt idx="308">
                  <c:v>0.70799999999999996</c:v>
                </c:pt>
                <c:pt idx="309">
                  <c:v>0.70899999999999996</c:v>
                </c:pt>
                <c:pt idx="310">
                  <c:v>0.71</c:v>
                </c:pt>
                <c:pt idx="311">
                  <c:v>0.71099999999999997</c:v>
                </c:pt>
                <c:pt idx="312">
                  <c:v>0.71199999999999997</c:v>
                </c:pt>
                <c:pt idx="313">
                  <c:v>0.71299999999999997</c:v>
                </c:pt>
                <c:pt idx="314">
                  <c:v>0.71399999999999997</c:v>
                </c:pt>
                <c:pt idx="315">
                  <c:v>0.71499999999999997</c:v>
                </c:pt>
                <c:pt idx="316">
                  <c:v>0.71599999999999997</c:v>
                </c:pt>
                <c:pt idx="317">
                  <c:v>0.71699999999999997</c:v>
                </c:pt>
                <c:pt idx="318">
                  <c:v>0.71799999999999997</c:v>
                </c:pt>
                <c:pt idx="319">
                  <c:v>0.71899999999999997</c:v>
                </c:pt>
                <c:pt idx="320">
                  <c:v>0.72</c:v>
                </c:pt>
                <c:pt idx="321">
                  <c:v>0.72099999999999997</c:v>
                </c:pt>
                <c:pt idx="322">
                  <c:v>0.72199999999999998</c:v>
                </c:pt>
                <c:pt idx="323">
                  <c:v>0.72299999999999998</c:v>
                </c:pt>
                <c:pt idx="324">
                  <c:v>0.72399999999999998</c:v>
                </c:pt>
                <c:pt idx="325">
                  <c:v>0.72499999999999998</c:v>
                </c:pt>
                <c:pt idx="326">
                  <c:v>0.72599999999999998</c:v>
                </c:pt>
                <c:pt idx="327">
                  <c:v>0.72699999999999998</c:v>
                </c:pt>
                <c:pt idx="328">
                  <c:v>0.72799999999999998</c:v>
                </c:pt>
                <c:pt idx="329">
                  <c:v>0.72899999999999998</c:v>
                </c:pt>
                <c:pt idx="330">
                  <c:v>0.73</c:v>
                </c:pt>
                <c:pt idx="331">
                  <c:v>0.73099999999999998</c:v>
                </c:pt>
                <c:pt idx="332">
                  <c:v>0.73199999999999998</c:v>
                </c:pt>
                <c:pt idx="333">
                  <c:v>0.73299999999999998</c:v>
                </c:pt>
                <c:pt idx="334">
                  <c:v>0.73399999999999999</c:v>
                </c:pt>
                <c:pt idx="335">
                  <c:v>0.73499999999999999</c:v>
                </c:pt>
                <c:pt idx="336">
                  <c:v>0.73599999999999999</c:v>
                </c:pt>
                <c:pt idx="337">
                  <c:v>0.73699999999999999</c:v>
                </c:pt>
                <c:pt idx="338">
                  <c:v>0.73799999999999999</c:v>
                </c:pt>
                <c:pt idx="339">
                  <c:v>0.73899999999999999</c:v>
                </c:pt>
                <c:pt idx="340">
                  <c:v>0.74</c:v>
                </c:pt>
                <c:pt idx="341">
                  <c:v>0.74099999999999999</c:v>
                </c:pt>
                <c:pt idx="342">
                  <c:v>0.74199999999999999</c:v>
                </c:pt>
                <c:pt idx="343">
                  <c:v>0.74299999999999999</c:v>
                </c:pt>
                <c:pt idx="344">
                  <c:v>0.74399999999999999</c:v>
                </c:pt>
                <c:pt idx="345">
                  <c:v>0.745</c:v>
                </c:pt>
                <c:pt idx="346">
                  <c:v>0.746</c:v>
                </c:pt>
                <c:pt idx="347">
                  <c:v>0.747</c:v>
                </c:pt>
                <c:pt idx="348">
                  <c:v>0.748</c:v>
                </c:pt>
                <c:pt idx="349">
                  <c:v>0.749</c:v>
                </c:pt>
                <c:pt idx="350">
                  <c:v>0.75</c:v>
                </c:pt>
                <c:pt idx="351">
                  <c:v>0.751</c:v>
                </c:pt>
                <c:pt idx="352">
                  <c:v>0.752</c:v>
                </c:pt>
                <c:pt idx="353">
                  <c:v>0.753</c:v>
                </c:pt>
                <c:pt idx="354">
                  <c:v>0.754</c:v>
                </c:pt>
                <c:pt idx="355">
                  <c:v>0.755</c:v>
                </c:pt>
                <c:pt idx="356">
                  <c:v>0.75600000000000001</c:v>
                </c:pt>
                <c:pt idx="357">
                  <c:v>0.75700000000000001</c:v>
                </c:pt>
                <c:pt idx="358">
                  <c:v>0.75800000000000001</c:v>
                </c:pt>
                <c:pt idx="359">
                  <c:v>0.75900000000000001</c:v>
                </c:pt>
                <c:pt idx="360">
                  <c:v>0.76</c:v>
                </c:pt>
                <c:pt idx="361">
                  <c:v>0.76100000000000001</c:v>
                </c:pt>
                <c:pt idx="362">
                  <c:v>0.76200000000000001</c:v>
                </c:pt>
                <c:pt idx="363">
                  <c:v>0.76300000000000001</c:v>
                </c:pt>
                <c:pt idx="364">
                  <c:v>0.76400000000000001</c:v>
                </c:pt>
                <c:pt idx="365">
                  <c:v>0.76500000000000001</c:v>
                </c:pt>
                <c:pt idx="366">
                  <c:v>0.76600000000000001</c:v>
                </c:pt>
                <c:pt idx="367">
                  <c:v>0.76700000000000002</c:v>
                </c:pt>
                <c:pt idx="368">
                  <c:v>0.76800000000000002</c:v>
                </c:pt>
                <c:pt idx="369">
                  <c:v>0.76900000000000002</c:v>
                </c:pt>
                <c:pt idx="370">
                  <c:v>0.77</c:v>
                </c:pt>
                <c:pt idx="371">
                  <c:v>0.77100000000000002</c:v>
                </c:pt>
                <c:pt idx="372">
                  <c:v>0.77200000000000002</c:v>
                </c:pt>
                <c:pt idx="373">
                  <c:v>0.77300000000000002</c:v>
                </c:pt>
                <c:pt idx="374">
                  <c:v>0.77400000000000002</c:v>
                </c:pt>
                <c:pt idx="375">
                  <c:v>0.77500000000000002</c:v>
                </c:pt>
                <c:pt idx="376">
                  <c:v>0.77600000000000002</c:v>
                </c:pt>
                <c:pt idx="377">
                  <c:v>0.77700000000000002</c:v>
                </c:pt>
                <c:pt idx="378">
                  <c:v>0.77800000000000002</c:v>
                </c:pt>
                <c:pt idx="379">
                  <c:v>0.77900000000000003</c:v>
                </c:pt>
                <c:pt idx="380">
                  <c:v>0.78</c:v>
                </c:pt>
                <c:pt idx="381">
                  <c:v>0.78100000000000003</c:v>
                </c:pt>
                <c:pt idx="382">
                  <c:v>0.78200000000000003</c:v>
                </c:pt>
                <c:pt idx="383">
                  <c:v>0.78300000000000003</c:v>
                </c:pt>
                <c:pt idx="384">
                  <c:v>0.78400000000000003</c:v>
                </c:pt>
                <c:pt idx="385">
                  <c:v>0.78500000000000003</c:v>
                </c:pt>
                <c:pt idx="386">
                  <c:v>0.78600000000000003</c:v>
                </c:pt>
                <c:pt idx="387">
                  <c:v>0.78700000000000003</c:v>
                </c:pt>
                <c:pt idx="388">
                  <c:v>0.78800000000000003</c:v>
                </c:pt>
                <c:pt idx="389">
                  <c:v>0.78900000000000003</c:v>
                </c:pt>
                <c:pt idx="390">
                  <c:v>0.79</c:v>
                </c:pt>
                <c:pt idx="391">
                  <c:v>0.79100000000000004</c:v>
                </c:pt>
                <c:pt idx="392">
                  <c:v>0.79200000000000004</c:v>
                </c:pt>
                <c:pt idx="393">
                  <c:v>0.79300000000000004</c:v>
                </c:pt>
                <c:pt idx="394">
                  <c:v>0.79400000000000004</c:v>
                </c:pt>
                <c:pt idx="395">
                  <c:v>0.79500000000000004</c:v>
                </c:pt>
                <c:pt idx="396">
                  <c:v>0.79600000000000004</c:v>
                </c:pt>
                <c:pt idx="397">
                  <c:v>0.79700000000000004</c:v>
                </c:pt>
                <c:pt idx="398">
                  <c:v>0.79800000000000004</c:v>
                </c:pt>
                <c:pt idx="399">
                  <c:v>0.79900000000000004</c:v>
                </c:pt>
                <c:pt idx="400">
                  <c:v>0.8</c:v>
                </c:pt>
                <c:pt idx="401">
                  <c:v>0.80100000000000005</c:v>
                </c:pt>
                <c:pt idx="402">
                  <c:v>0.80200000000000005</c:v>
                </c:pt>
                <c:pt idx="403">
                  <c:v>0.80300000000000005</c:v>
                </c:pt>
                <c:pt idx="404">
                  <c:v>0.80400000000000005</c:v>
                </c:pt>
                <c:pt idx="405">
                  <c:v>0.80500000000000005</c:v>
                </c:pt>
                <c:pt idx="406">
                  <c:v>0.80600000000000005</c:v>
                </c:pt>
                <c:pt idx="407">
                  <c:v>0.80700000000000005</c:v>
                </c:pt>
                <c:pt idx="408">
                  <c:v>0.80800000000000005</c:v>
                </c:pt>
                <c:pt idx="409">
                  <c:v>0.80900000000000005</c:v>
                </c:pt>
                <c:pt idx="410">
                  <c:v>0.81</c:v>
                </c:pt>
                <c:pt idx="411">
                  <c:v>0.81100000000000005</c:v>
                </c:pt>
                <c:pt idx="412">
                  <c:v>0.81200000000000006</c:v>
                </c:pt>
                <c:pt idx="413">
                  <c:v>0.81299999999999994</c:v>
                </c:pt>
                <c:pt idx="414">
                  <c:v>0.81399999999999995</c:v>
                </c:pt>
                <c:pt idx="415">
                  <c:v>0.81499999999999995</c:v>
                </c:pt>
                <c:pt idx="416">
                  <c:v>0.81599999999999995</c:v>
                </c:pt>
                <c:pt idx="417">
                  <c:v>0.81699999999999995</c:v>
                </c:pt>
                <c:pt idx="418">
                  <c:v>0.81799999999999995</c:v>
                </c:pt>
                <c:pt idx="419">
                  <c:v>0.81899999999999995</c:v>
                </c:pt>
                <c:pt idx="420">
                  <c:v>0.82</c:v>
                </c:pt>
                <c:pt idx="421">
                  <c:v>0.82099999999999995</c:v>
                </c:pt>
                <c:pt idx="422">
                  <c:v>0.82199999999999995</c:v>
                </c:pt>
                <c:pt idx="423">
                  <c:v>0.82299999999999995</c:v>
                </c:pt>
                <c:pt idx="424">
                  <c:v>0.82399999999999995</c:v>
                </c:pt>
                <c:pt idx="425">
                  <c:v>0.82499999999999996</c:v>
                </c:pt>
                <c:pt idx="426">
                  <c:v>0.82599999999999996</c:v>
                </c:pt>
                <c:pt idx="427">
                  <c:v>0.82699999999999996</c:v>
                </c:pt>
                <c:pt idx="428">
                  <c:v>0.82799999999999996</c:v>
                </c:pt>
                <c:pt idx="429">
                  <c:v>0.82899999999999996</c:v>
                </c:pt>
                <c:pt idx="430">
                  <c:v>0.83</c:v>
                </c:pt>
                <c:pt idx="431">
                  <c:v>0.83099999999999996</c:v>
                </c:pt>
                <c:pt idx="432">
                  <c:v>0.83199999999999996</c:v>
                </c:pt>
                <c:pt idx="433">
                  <c:v>0.83299999999999996</c:v>
                </c:pt>
                <c:pt idx="434">
                  <c:v>0.83399999999999996</c:v>
                </c:pt>
                <c:pt idx="435">
                  <c:v>0.83499999999999996</c:v>
                </c:pt>
                <c:pt idx="436">
                  <c:v>0.83599999999999997</c:v>
                </c:pt>
                <c:pt idx="437">
                  <c:v>0.83699999999999997</c:v>
                </c:pt>
                <c:pt idx="438">
                  <c:v>0.83799999999999997</c:v>
                </c:pt>
                <c:pt idx="439">
                  <c:v>0.83899999999999997</c:v>
                </c:pt>
                <c:pt idx="440">
                  <c:v>0.84</c:v>
                </c:pt>
                <c:pt idx="441">
                  <c:v>0.84099999999999997</c:v>
                </c:pt>
                <c:pt idx="442">
                  <c:v>0.84199999999999997</c:v>
                </c:pt>
                <c:pt idx="443">
                  <c:v>0.84299999999999997</c:v>
                </c:pt>
                <c:pt idx="444">
                  <c:v>0.84399999999999997</c:v>
                </c:pt>
                <c:pt idx="445">
                  <c:v>0.84499999999999997</c:v>
                </c:pt>
                <c:pt idx="446">
                  <c:v>0.84599999999999997</c:v>
                </c:pt>
                <c:pt idx="447">
                  <c:v>0.84699999999999998</c:v>
                </c:pt>
                <c:pt idx="448">
                  <c:v>0.84799999999999998</c:v>
                </c:pt>
                <c:pt idx="449">
                  <c:v>0.84899999999999998</c:v>
                </c:pt>
                <c:pt idx="450">
                  <c:v>0.85</c:v>
                </c:pt>
                <c:pt idx="451">
                  <c:v>0.85099999999999998</c:v>
                </c:pt>
                <c:pt idx="452">
                  <c:v>0.85199999999999998</c:v>
                </c:pt>
                <c:pt idx="453">
                  <c:v>0.85299999999999998</c:v>
                </c:pt>
                <c:pt idx="454">
                  <c:v>0.85399999999999998</c:v>
                </c:pt>
                <c:pt idx="455">
                  <c:v>0.85499999999999998</c:v>
                </c:pt>
                <c:pt idx="456">
                  <c:v>0.85599999999999998</c:v>
                </c:pt>
                <c:pt idx="457">
                  <c:v>0.85699999999999998</c:v>
                </c:pt>
                <c:pt idx="458">
                  <c:v>0.85799999999999998</c:v>
                </c:pt>
                <c:pt idx="459">
                  <c:v>0.85899999999999999</c:v>
                </c:pt>
                <c:pt idx="460">
                  <c:v>0.86</c:v>
                </c:pt>
                <c:pt idx="461">
                  <c:v>0.86099999999999999</c:v>
                </c:pt>
                <c:pt idx="462">
                  <c:v>0.86199999999999999</c:v>
                </c:pt>
                <c:pt idx="463">
                  <c:v>0.86299999999999999</c:v>
                </c:pt>
                <c:pt idx="464">
                  <c:v>0.86399999999999999</c:v>
                </c:pt>
                <c:pt idx="465">
                  <c:v>0.86499999999999999</c:v>
                </c:pt>
                <c:pt idx="466">
                  <c:v>0.86599999999999999</c:v>
                </c:pt>
                <c:pt idx="467">
                  <c:v>0.86699999999999999</c:v>
                </c:pt>
                <c:pt idx="468">
                  <c:v>0.86799999999999999</c:v>
                </c:pt>
                <c:pt idx="469">
                  <c:v>0.86899999999999999</c:v>
                </c:pt>
                <c:pt idx="470">
                  <c:v>0.87</c:v>
                </c:pt>
                <c:pt idx="471">
                  <c:v>0.871</c:v>
                </c:pt>
                <c:pt idx="472">
                  <c:v>0.872</c:v>
                </c:pt>
                <c:pt idx="473">
                  <c:v>0.873</c:v>
                </c:pt>
                <c:pt idx="474">
                  <c:v>0.874</c:v>
                </c:pt>
                <c:pt idx="475">
                  <c:v>0.875</c:v>
                </c:pt>
                <c:pt idx="476">
                  <c:v>0.876</c:v>
                </c:pt>
                <c:pt idx="477">
                  <c:v>0.877</c:v>
                </c:pt>
                <c:pt idx="478">
                  <c:v>0.878</c:v>
                </c:pt>
                <c:pt idx="479">
                  <c:v>0.879</c:v>
                </c:pt>
                <c:pt idx="480">
                  <c:v>0.88</c:v>
                </c:pt>
                <c:pt idx="481">
                  <c:v>0.88100000000000001</c:v>
                </c:pt>
                <c:pt idx="482">
                  <c:v>0.88200000000000001</c:v>
                </c:pt>
                <c:pt idx="483">
                  <c:v>0.88300000000000001</c:v>
                </c:pt>
                <c:pt idx="484">
                  <c:v>0.88400000000000001</c:v>
                </c:pt>
                <c:pt idx="485">
                  <c:v>0.88500000000000001</c:v>
                </c:pt>
                <c:pt idx="486">
                  <c:v>0.88600000000000001</c:v>
                </c:pt>
                <c:pt idx="487">
                  <c:v>0.88700000000000001</c:v>
                </c:pt>
                <c:pt idx="488">
                  <c:v>0.88800000000000001</c:v>
                </c:pt>
                <c:pt idx="489">
                  <c:v>0.88900000000000001</c:v>
                </c:pt>
                <c:pt idx="490">
                  <c:v>0.89</c:v>
                </c:pt>
                <c:pt idx="491">
                  <c:v>0.89100000000000001</c:v>
                </c:pt>
                <c:pt idx="492">
                  <c:v>0.89200000000000002</c:v>
                </c:pt>
                <c:pt idx="493">
                  <c:v>0.89300000000000002</c:v>
                </c:pt>
                <c:pt idx="494">
                  <c:v>0.89400000000000002</c:v>
                </c:pt>
                <c:pt idx="495">
                  <c:v>0.89500000000000002</c:v>
                </c:pt>
                <c:pt idx="496">
                  <c:v>0.89600000000000002</c:v>
                </c:pt>
                <c:pt idx="497">
                  <c:v>0.89700000000000002</c:v>
                </c:pt>
                <c:pt idx="498">
                  <c:v>0.89800000000000002</c:v>
                </c:pt>
                <c:pt idx="499">
                  <c:v>0.89900000000000002</c:v>
                </c:pt>
                <c:pt idx="500">
                  <c:v>0.9</c:v>
                </c:pt>
                <c:pt idx="501">
                  <c:v>0.90100000000000002</c:v>
                </c:pt>
                <c:pt idx="502">
                  <c:v>0.90200000000000002</c:v>
                </c:pt>
                <c:pt idx="503">
                  <c:v>0.90300000000000002</c:v>
                </c:pt>
                <c:pt idx="504">
                  <c:v>0.90400000000000003</c:v>
                </c:pt>
                <c:pt idx="505">
                  <c:v>0.90500000000000003</c:v>
                </c:pt>
                <c:pt idx="506">
                  <c:v>0.90600000000000003</c:v>
                </c:pt>
                <c:pt idx="507">
                  <c:v>0.90700000000000003</c:v>
                </c:pt>
                <c:pt idx="508">
                  <c:v>0.90800000000000003</c:v>
                </c:pt>
                <c:pt idx="509">
                  <c:v>0.90900000000000003</c:v>
                </c:pt>
                <c:pt idx="510">
                  <c:v>0.91</c:v>
                </c:pt>
                <c:pt idx="511">
                  <c:v>0.91100000000000003</c:v>
                </c:pt>
                <c:pt idx="512">
                  <c:v>0.91200000000000003</c:v>
                </c:pt>
                <c:pt idx="513">
                  <c:v>0.91300000000000003</c:v>
                </c:pt>
                <c:pt idx="514">
                  <c:v>0.91400000000000003</c:v>
                </c:pt>
                <c:pt idx="515">
                  <c:v>0.91500000000000004</c:v>
                </c:pt>
                <c:pt idx="516">
                  <c:v>0.91600000000000004</c:v>
                </c:pt>
                <c:pt idx="517">
                  <c:v>0.91700000000000004</c:v>
                </c:pt>
                <c:pt idx="518">
                  <c:v>0.91800000000000004</c:v>
                </c:pt>
                <c:pt idx="519">
                  <c:v>0.91900000000000004</c:v>
                </c:pt>
                <c:pt idx="520">
                  <c:v>0.92</c:v>
                </c:pt>
                <c:pt idx="521">
                  <c:v>0.92100000000000004</c:v>
                </c:pt>
                <c:pt idx="522">
                  <c:v>0.92200000000000004</c:v>
                </c:pt>
                <c:pt idx="523">
                  <c:v>0.92300000000000004</c:v>
                </c:pt>
                <c:pt idx="524">
                  <c:v>0.92400000000000004</c:v>
                </c:pt>
                <c:pt idx="525">
                  <c:v>0.92500000000000004</c:v>
                </c:pt>
                <c:pt idx="526">
                  <c:v>0.92600000000000005</c:v>
                </c:pt>
                <c:pt idx="527">
                  <c:v>0.92700000000000005</c:v>
                </c:pt>
                <c:pt idx="528">
                  <c:v>0.92800000000000005</c:v>
                </c:pt>
                <c:pt idx="529">
                  <c:v>0.92900000000000005</c:v>
                </c:pt>
                <c:pt idx="530">
                  <c:v>0.93</c:v>
                </c:pt>
                <c:pt idx="531">
                  <c:v>0.93100000000000005</c:v>
                </c:pt>
                <c:pt idx="532">
                  <c:v>0.93200000000000005</c:v>
                </c:pt>
                <c:pt idx="533">
                  <c:v>0.93300000000000005</c:v>
                </c:pt>
                <c:pt idx="534">
                  <c:v>0.93400000000000005</c:v>
                </c:pt>
                <c:pt idx="535">
                  <c:v>0.93500000000000005</c:v>
                </c:pt>
                <c:pt idx="536">
                  <c:v>0.93600000000000005</c:v>
                </c:pt>
                <c:pt idx="537">
                  <c:v>0.93700000000000006</c:v>
                </c:pt>
                <c:pt idx="538">
                  <c:v>0.93799999999999994</c:v>
                </c:pt>
                <c:pt idx="539">
                  <c:v>0.93899999999999995</c:v>
                </c:pt>
                <c:pt idx="540">
                  <c:v>0.94</c:v>
                </c:pt>
                <c:pt idx="541">
                  <c:v>0.94099999999999995</c:v>
                </c:pt>
                <c:pt idx="542">
                  <c:v>0.94199999999999995</c:v>
                </c:pt>
                <c:pt idx="543">
                  <c:v>0.94299999999999995</c:v>
                </c:pt>
                <c:pt idx="544">
                  <c:v>0.94399999999999995</c:v>
                </c:pt>
                <c:pt idx="545">
                  <c:v>0.94499999999999995</c:v>
                </c:pt>
                <c:pt idx="546">
                  <c:v>0.94599999999999995</c:v>
                </c:pt>
                <c:pt idx="547">
                  <c:v>0.94699999999999995</c:v>
                </c:pt>
                <c:pt idx="548">
                  <c:v>0.94799999999999995</c:v>
                </c:pt>
                <c:pt idx="549">
                  <c:v>0.94899999999999995</c:v>
                </c:pt>
                <c:pt idx="550">
                  <c:v>0.95</c:v>
                </c:pt>
                <c:pt idx="551">
                  <c:v>0.95099999999999996</c:v>
                </c:pt>
                <c:pt idx="552">
                  <c:v>0.95199999999999996</c:v>
                </c:pt>
                <c:pt idx="553">
                  <c:v>0.95299999999999996</c:v>
                </c:pt>
                <c:pt idx="554">
                  <c:v>0.95399999999999996</c:v>
                </c:pt>
                <c:pt idx="555">
                  <c:v>0.95499999999999996</c:v>
                </c:pt>
                <c:pt idx="556">
                  <c:v>0.95599999999999996</c:v>
                </c:pt>
                <c:pt idx="557">
                  <c:v>0.95699999999999996</c:v>
                </c:pt>
                <c:pt idx="558">
                  <c:v>0.95799999999999996</c:v>
                </c:pt>
                <c:pt idx="559">
                  <c:v>0.95899999999999996</c:v>
                </c:pt>
                <c:pt idx="560">
                  <c:v>0.96</c:v>
                </c:pt>
                <c:pt idx="561">
                  <c:v>0.96099999999999997</c:v>
                </c:pt>
                <c:pt idx="562">
                  <c:v>0.96199999999999997</c:v>
                </c:pt>
                <c:pt idx="563">
                  <c:v>0.96299999999999997</c:v>
                </c:pt>
                <c:pt idx="564">
                  <c:v>0.96399999999999997</c:v>
                </c:pt>
                <c:pt idx="565">
                  <c:v>0.96499999999999997</c:v>
                </c:pt>
                <c:pt idx="566">
                  <c:v>0.96599999999999997</c:v>
                </c:pt>
                <c:pt idx="567">
                  <c:v>0.96699999999999997</c:v>
                </c:pt>
                <c:pt idx="568">
                  <c:v>0.96799999999999997</c:v>
                </c:pt>
                <c:pt idx="569">
                  <c:v>0.96899999999999997</c:v>
                </c:pt>
                <c:pt idx="570">
                  <c:v>0.97</c:v>
                </c:pt>
                <c:pt idx="571">
                  <c:v>0.97099999999999997</c:v>
                </c:pt>
                <c:pt idx="572">
                  <c:v>0.97199999999999998</c:v>
                </c:pt>
                <c:pt idx="573">
                  <c:v>0.97299999999999998</c:v>
                </c:pt>
                <c:pt idx="574">
                  <c:v>0.97399999999999998</c:v>
                </c:pt>
                <c:pt idx="575">
                  <c:v>0.97499999999999998</c:v>
                </c:pt>
                <c:pt idx="576">
                  <c:v>0.97599999999999998</c:v>
                </c:pt>
                <c:pt idx="577">
                  <c:v>0.97699999999999998</c:v>
                </c:pt>
                <c:pt idx="578">
                  <c:v>0.97799999999999998</c:v>
                </c:pt>
                <c:pt idx="579">
                  <c:v>0.97899999999999998</c:v>
                </c:pt>
                <c:pt idx="580">
                  <c:v>0.98</c:v>
                </c:pt>
                <c:pt idx="581">
                  <c:v>0.98099999999999998</c:v>
                </c:pt>
                <c:pt idx="582">
                  <c:v>0.98199999999999998</c:v>
                </c:pt>
                <c:pt idx="583">
                  <c:v>0.98299999999999998</c:v>
                </c:pt>
                <c:pt idx="584">
                  <c:v>0.98399999999999999</c:v>
                </c:pt>
                <c:pt idx="585">
                  <c:v>0.98499999999999999</c:v>
                </c:pt>
                <c:pt idx="586">
                  <c:v>0.98599999999999999</c:v>
                </c:pt>
                <c:pt idx="587">
                  <c:v>0.98699999999999999</c:v>
                </c:pt>
                <c:pt idx="588">
                  <c:v>0.98799999999999999</c:v>
                </c:pt>
                <c:pt idx="589">
                  <c:v>0.98899999999999999</c:v>
                </c:pt>
                <c:pt idx="590">
                  <c:v>0.99</c:v>
                </c:pt>
                <c:pt idx="591">
                  <c:v>0.99099999999999999</c:v>
                </c:pt>
                <c:pt idx="592">
                  <c:v>0.99199999999999999</c:v>
                </c:pt>
                <c:pt idx="593">
                  <c:v>0.99299999999999999</c:v>
                </c:pt>
                <c:pt idx="594">
                  <c:v>0.99399999999999999</c:v>
                </c:pt>
                <c:pt idx="595">
                  <c:v>0.995</c:v>
                </c:pt>
                <c:pt idx="596">
                  <c:v>0.996</c:v>
                </c:pt>
                <c:pt idx="597">
                  <c:v>0.997</c:v>
                </c:pt>
                <c:pt idx="598">
                  <c:v>0.998</c:v>
                </c:pt>
                <c:pt idx="599">
                  <c:v>0.999</c:v>
                </c:pt>
                <c:pt idx="600">
                  <c:v>1</c:v>
                </c:pt>
                <c:pt idx="601">
                  <c:v>1.0009999999999999</c:v>
                </c:pt>
                <c:pt idx="602">
                  <c:v>1.002</c:v>
                </c:pt>
                <c:pt idx="603">
                  <c:v>1.0029999999999999</c:v>
                </c:pt>
                <c:pt idx="604">
                  <c:v>1.004</c:v>
                </c:pt>
                <c:pt idx="605">
                  <c:v>1.0049999999999999</c:v>
                </c:pt>
                <c:pt idx="606">
                  <c:v>1.006</c:v>
                </c:pt>
                <c:pt idx="607">
                  <c:v>1.0069999999999999</c:v>
                </c:pt>
                <c:pt idx="608">
                  <c:v>1.008</c:v>
                </c:pt>
                <c:pt idx="609">
                  <c:v>1.0089999999999999</c:v>
                </c:pt>
                <c:pt idx="610">
                  <c:v>1.01</c:v>
                </c:pt>
                <c:pt idx="611">
                  <c:v>1.0109999999999999</c:v>
                </c:pt>
                <c:pt idx="612">
                  <c:v>1.012</c:v>
                </c:pt>
                <c:pt idx="613">
                  <c:v>1.0129999999999999</c:v>
                </c:pt>
                <c:pt idx="614">
                  <c:v>1.014</c:v>
                </c:pt>
                <c:pt idx="615">
                  <c:v>1.0149999999999999</c:v>
                </c:pt>
                <c:pt idx="616">
                  <c:v>1.016</c:v>
                </c:pt>
                <c:pt idx="617">
                  <c:v>1.0169999999999999</c:v>
                </c:pt>
                <c:pt idx="618">
                  <c:v>1.018</c:v>
                </c:pt>
                <c:pt idx="619">
                  <c:v>1.0189999999999999</c:v>
                </c:pt>
                <c:pt idx="620">
                  <c:v>1.02</c:v>
                </c:pt>
                <c:pt idx="621">
                  <c:v>1.0209999999999999</c:v>
                </c:pt>
                <c:pt idx="622">
                  <c:v>1.022</c:v>
                </c:pt>
                <c:pt idx="623">
                  <c:v>1.0229999999999999</c:v>
                </c:pt>
                <c:pt idx="624">
                  <c:v>1.024</c:v>
                </c:pt>
                <c:pt idx="625">
                  <c:v>1.0249999999999999</c:v>
                </c:pt>
                <c:pt idx="626">
                  <c:v>1.026</c:v>
                </c:pt>
                <c:pt idx="627">
                  <c:v>1.0269999999999999</c:v>
                </c:pt>
                <c:pt idx="628">
                  <c:v>1.028</c:v>
                </c:pt>
                <c:pt idx="629">
                  <c:v>1.0289999999999999</c:v>
                </c:pt>
                <c:pt idx="630">
                  <c:v>1.03</c:v>
                </c:pt>
                <c:pt idx="631">
                  <c:v>1.0309999999999999</c:v>
                </c:pt>
                <c:pt idx="632">
                  <c:v>1.032</c:v>
                </c:pt>
                <c:pt idx="633">
                  <c:v>1.0329999999999999</c:v>
                </c:pt>
                <c:pt idx="634">
                  <c:v>1.034</c:v>
                </c:pt>
                <c:pt idx="635">
                  <c:v>1.0349999999999999</c:v>
                </c:pt>
                <c:pt idx="636">
                  <c:v>1.036</c:v>
                </c:pt>
                <c:pt idx="637">
                  <c:v>1.0369999999999999</c:v>
                </c:pt>
                <c:pt idx="638">
                  <c:v>1.038</c:v>
                </c:pt>
                <c:pt idx="639">
                  <c:v>1.0389999999999999</c:v>
                </c:pt>
                <c:pt idx="640">
                  <c:v>1.04</c:v>
                </c:pt>
                <c:pt idx="641">
                  <c:v>1.0409999999999999</c:v>
                </c:pt>
                <c:pt idx="642">
                  <c:v>1.042</c:v>
                </c:pt>
                <c:pt idx="643">
                  <c:v>1.0429999999999999</c:v>
                </c:pt>
                <c:pt idx="644">
                  <c:v>1.044</c:v>
                </c:pt>
                <c:pt idx="645">
                  <c:v>1.0449999999999999</c:v>
                </c:pt>
                <c:pt idx="646">
                  <c:v>1.046</c:v>
                </c:pt>
                <c:pt idx="647">
                  <c:v>1.0469999999999999</c:v>
                </c:pt>
                <c:pt idx="648">
                  <c:v>1.048</c:v>
                </c:pt>
                <c:pt idx="649">
                  <c:v>1.0489999999999999</c:v>
                </c:pt>
                <c:pt idx="650">
                  <c:v>1.05</c:v>
                </c:pt>
                <c:pt idx="651">
                  <c:v>1.0509999999999999</c:v>
                </c:pt>
                <c:pt idx="652">
                  <c:v>1.052</c:v>
                </c:pt>
                <c:pt idx="653">
                  <c:v>1.0529999999999999</c:v>
                </c:pt>
                <c:pt idx="654">
                  <c:v>1.054</c:v>
                </c:pt>
                <c:pt idx="655">
                  <c:v>1.0549999999999999</c:v>
                </c:pt>
                <c:pt idx="656">
                  <c:v>1.056</c:v>
                </c:pt>
                <c:pt idx="657">
                  <c:v>1.0569999999999999</c:v>
                </c:pt>
                <c:pt idx="658">
                  <c:v>1.0580000000000001</c:v>
                </c:pt>
                <c:pt idx="659">
                  <c:v>1.0589999999999999</c:v>
                </c:pt>
                <c:pt idx="660">
                  <c:v>1.06</c:v>
                </c:pt>
                <c:pt idx="661">
                  <c:v>1.0609999999999999</c:v>
                </c:pt>
                <c:pt idx="662">
                  <c:v>1.0620000000000001</c:v>
                </c:pt>
                <c:pt idx="663">
                  <c:v>1.0629999999999999</c:v>
                </c:pt>
                <c:pt idx="664">
                  <c:v>1.0640000000000001</c:v>
                </c:pt>
                <c:pt idx="665">
                  <c:v>1.0649999999999999</c:v>
                </c:pt>
                <c:pt idx="666">
                  <c:v>1.0660000000000001</c:v>
                </c:pt>
                <c:pt idx="667">
                  <c:v>1.0669999999999999</c:v>
                </c:pt>
                <c:pt idx="668">
                  <c:v>1.0680000000000001</c:v>
                </c:pt>
                <c:pt idx="669">
                  <c:v>1.069</c:v>
                </c:pt>
                <c:pt idx="670">
                  <c:v>1.07</c:v>
                </c:pt>
                <c:pt idx="671">
                  <c:v>1.071</c:v>
                </c:pt>
                <c:pt idx="672">
                  <c:v>1.0720000000000001</c:v>
                </c:pt>
                <c:pt idx="673">
                  <c:v>1.073</c:v>
                </c:pt>
                <c:pt idx="674">
                  <c:v>1.0740000000000001</c:v>
                </c:pt>
                <c:pt idx="675">
                  <c:v>1.075</c:v>
                </c:pt>
                <c:pt idx="676">
                  <c:v>1.0760000000000001</c:v>
                </c:pt>
                <c:pt idx="677">
                  <c:v>1.077</c:v>
                </c:pt>
                <c:pt idx="678">
                  <c:v>1.0780000000000001</c:v>
                </c:pt>
                <c:pt idx="679">
                  <c:v>1.079</c:v>
                </c:pt>
                <c:pt idx="680">
                  <c:v>1.08</c:v>
                </c:pt>
                <c:pt idx="681">
                  <c:v>1.081</c:v>
                </c:pt>
                <c:pt idx="682">
                  <c:v>1.0820000000000001</c:v>
                </c:pt>
                <c:pt idx="683">
                  <c:v>1.083</c:v>
                </c:pt>
                <c:pt idx="684">
                  <c:v>1.0840000000000001</c:v>
                </c:pt>
                <c:pt idx="685">
                  <c:v>1.085</c:v>
                </c:pt>
                <c:pt idx="686">
                  <c:v>1.0860000000000001</c:v>
                </c:pt>
                <c:pt idx="687">
                  <c:v>1.087</c:v>
                </c:pt>
                <c:pt idx="688">
                  <c:v>1.0880000000000001</c:v>
                </c:pt>
                <c:pt idx="689">
                  <c:v>1.089</c:v>
                </c:pt>
                <c:pt idx="690">
                  <c:v>1.0900000000000001</c:v>
                </c:pt>
                <c:pt idx="691">
                  <c:v>1.091</c:v>
                </c:pt>
                <c:pt idx="692">
                  <c:v>1.0920000000000001</c:v>
                </c:pt>
                <c:pt idx="693">
                  <c:v>1.093</c:v>
                </c:pt>
                <c:pt idx="694">
                  <c:v>1.0940000000000001</c:v>
                </c:pt>
                <c:pt idx="695">
                  <c:v>1.095</c:v>
                </c:pt>
                <c:pt idx="696">
                  <c:v>1.0960000000000001</c:v>
                </c:pt>
                <c:pt idx="697">
                  <c:v>1.097</c:v>
                </c:pt>
                <c:pt idx="698">
                  <c:v>1.0980000000000001</c:v>
                </c:pt>
                <c:pt idx="699">
                  <c:v>1.099</c:v>
                </c:pt>
                <c:pt idx="700">
                  <c:v>1.1000000000000001</c:v>
                </c:pt>
                <c:pt idx="701">
                  <c:v>1.101</c:v>
                </c:pt>
                <c:pt idx="702">
                  <c:v>1.1020000000000001</c:v>
                </c:pt>
                <c:pt idx="703">
                  <c:v>1.103</c:v>
                </c:pt>
                <c:pt idx="704">
                  <c:v>1.1040000000000001</c:v>
                </c:pt>
                <c:pt idx="705">
                  <c:v>1.105</c:v>
                </c:pt>
                <c:pt idx="706">
                  <c:v>1.1060000000000001</c:v>
                </c:pt>
                <c:pt idx="707">
                  <c:v>1.107</c:v>
                </c:pt>
                <c:pt idx="708">
                  <c:v>1.1080000000000001</c:v>
                </c:pt>
                <c:pt idx="709">
                  <c:v>1.109</c:v>
                </c:pt>
                <c:pt idx="710">
                  <c:v>1.1100000000000001</c:v>
                </c:pt>
                <c:pt idx="711">
                  <c:v>1.111</c:v>
                </c:pt>
                <c:pt idx="712">
                  <c:v>1.1120000000000001</c:v>
                </c:pt>
                <c:pt idx="713">
                  <c:v>1.113</c:v>
                </c:pt>
                <c:pt idx="714">
                  <c:v>1.1140000000000001</c:v>
                </c:pt>
                <c:pt idx="715">
                  <c:v>1.115</c:v>
                </c:pt>
                <c:pt idx="716">
                  <c:v>1.1160000000000001</c:v>
                </c:pt>
                <c:pt idx="717">
                  <c:v>1.117</c:v>
                </c:pt>
                <c:pt idx="718">
                  <c:v>1.1180000000000001</c:v>
                </c:pt>
                <c:pt idx="719">
                  <c:v>1.119</c:v>
                </c:pt>
                <c:pt idx="720">
                  <c:v>1.1200000000000001</c:v>
                </c:pt>
                <c:pt idx="721">
                  <c:v>1.121</c:v>
                </c:pt>
                <c:pt idx="722">
                  <c:v>1.1220000000000001</c:v>
                </c:pt>
                <c:pt idx="723">
                  <c:v>1.123</c:v>
                </c:pt>
                <c:pt idx="724">
                  <c:v>1.1240000000000001</c:v>
                </c:pt>
                <c:pt idx="725">
                  <c:v>1.125</c:v>
                </c:pt>
                <c:pt idx="726">
                  <c:v>1.1259999999999999</c:v>
                </c:pt>
                <c:pt idx="727">
                  <c:v>1.127</c:v>
                </c:pt>
                <c:pt idx="728">
                  <c:v>1.1279999999999999</c:v>
                </c:pt>
                <c:pt idx="729">
                  <c:v>1.129</c:v>
                </c:pt>
                <c:pt idx="730">
                  <c:v>1.1299999999999999</c:v>
                </c:pt>
                <c:pt idx="731">
                  <c:v>1.131</c:v>
                </c:pt>
                <c:pt idx="732">
                  <c:v>1.1319999999999999</c:v>
                </c:pt>
                <c:pt idx="733">
                  <c:v>1.133</c:v>
                </c:pt>
                <c:pt idx="734">
                  <c:v>1.1339999999999999</c:v>
                </c:pt>
                <c:pt idx="735">
                  <c:v>1.135</c:v>
                </c:pt>
                <c:pt idx="736">
                  <c:v>1.1359999999999999</c:v>
                </c:pt>
                <c:pt idx="737">
                  <c:v>1.137</c:v>
                </c:pt>
                <c:pt idx="738">
                  <c:v>1.1379999999999999</c:v>
                </c:pt>
                <c:pt idx="739">
                  <c:v>1.139</c:v>
                </c:pt>
                <c:pt idx="740">
                  <c:v>1.1399999999999999</c:v>
                </c:pt>
                <c:pt idx="741">
                  <c:v>1.141</c:v>
                </c:pt>
                <c:pt idx="742">
                  <c:v>1.1419999999999999</c:v>
                </c:pt>
                <c:pt idx="743">
                  <c:v>1.143</c:v>
                </c:pt>
                <c:pt idx="744">
                  <c:v>1.1439999999999999</c:v>
                </c:pt>
                <c:pt idx="745">
                  <c:v>1.145</c:v>
                </c:pt>
                <c:pt idx="746">
                  <c:v>1.1459999999999999</c:v>
                </c:pt>
                <c:pt idx="747">
                  <c:v>1.147</c:v>
                </c:pt>
                <c:pt idx="748">
                  <c:v>1.1479999999999999</c:v>
                </c:pt>
                <c:pt idx="749">
                  <c:v>1.149</c:v>
                </c:pt>
                <c:pt idx="750">
                  <c:v>1.1499999999999999</c:v>
                </c:pt>
                <c:pt idx="751">
                  <c:v>1.151</c:v>
                </c:pt>
                <c:pt idx="752">
                  <c:v>1.1519999999999999</c:v>
                </c:pt>
                <c:pt idx="753">
                  <c:v>1.153</c:v>
                </c:pt>
                <c:pt idx="754">
                  <c:v>1.1539999999999999</c:v>
                </c:pt>
                <c:pt idx="755">
                  <c:v>1.155</c:v>
                </c:pt>
                <c:pt idx="756">
                  <c:v>1.1559999999999999</c:v>
                </c:pt>
                <c:pt idx="757">
                  <c:v>1.157</c:v>
                </c:pt>
                <c:pt idx="758">
                  <c:v>1.1579999999999999</c:v>
                </c:pt>
                <c:pt idx="759">
                  <c:v>1.159</c:v>
                </c:pt>
                <c:pt idx="760">
                  <c:v>1.1599999999999999</c:v>
                </c:pt>
                <c:pt idx="761">
                  <c:v>1.161</c:v>
                </c:pt>
                <c:pt idx="762">
                  <c:v>1.1619999999999999</c:v>
                </c:pt>
                <c:pt idx="763">
                  <c:v>1.163</c:v>
                </c:pt>
                <c:pt idx="764">
                  <c:v>1.1639999999999999</c:v>
                </c:pt>
                <c:pt idx="765">
                  <c:v>1.165</c:v>
                </c:pt>
                <c:pt idx="766">
                  <c:v>1.1659999999999999</c:v>
                </c:pt>
                <c:pt idx="767">
                  <c:v>1.167</c:v>
                </c:pt>
                <c:pt idx="768">
                  <c:v>1.1679999999999999</c:v>
                </c:pt>
                <c:pt idx="769">
                  <c:v>1.169</c:v>
                </c:pt>
                <c:pt idx="770">
                  <c:v>1.17</c:v>
                </c:pt>
                <c:pt idx="771">
                  <c:v>1.171</c:v>
                </c:pt>
                <c:pt idx="772">
                  <c:v>1.1719999999999999</c:v>
                </c:pt>
                <c:pt idx="773">
                  <c:v>1.173</c:v>
                </c:pt>
                <c:pt idx="774">
                  <c:v>1.1739999999999999</c:v>
                </c:pt>
                <c:pt idx="775">
                  <c:v>1.175</c:v>
                </c:pt>
                <c:pt idx="776">
                  <c:v>1.1759999999999999</c:v>
                </c:pt>
                <c:pt idx="777">
                  <c:v>1.177</c:v>
                </c:pt>
                <c:pt idx="778">
                  <c:v>1.1779999999999999</c:v>
                </c:pt>
                <c:pt idx="779">
                  <c:v>1.179</c:v>
                </c:pt>
                <c:pt idx="780">
                  <c:v>1.18</c:v>
                </c:pt>
                <c:pt idx="781">
                  <c:v>1.181</c:v>
                </c:pt>
                <c:pt idx="782">
                  <c:v>1.1819999999999999</c:v>
                </c:pt>
                <c:pt idx="783">
                  <c:v>1.1830000000000001</c:v>
                </c:pt>
                <c:pt idx="784">
                  <c:v>1.1839999999999999</c:v>
                </c:pt>
                <c:pt idx="785">
                  <c:v>1.1850000000000001</c:v>
                </c:pt>
                <c:pt idx="786">
                  <c:v>1.1859999999999999</c:v>
                </c:pt>
                <c:pt idx="787">
                  <c:v>1.1870000000000001</c:v>
                </c:pt>
                <c:pt idx="788">
                  <c:v>1.1879999999999999</c:v>
                </c:pt>
                <c:pt idx="789">
                  <c:v>1.1890000000000001</c:v>
                </c:pt>
                <c:pt idx="790">
                  <c:v>1.19</c:v>
                </c:pt>
                <c:pt idx="791">
                  <c:v>1.1910000000000001</c:v>
                </c:pt>
                <c:pt idx="792">
                  <c:v>1.1919999999999999</c:v>
                </c:pt>
                <c:pt idx="793">
                  <c:v>1.1930000000000001</c:v>
                </c:pt>
                <c:pt idx="794">
                  <c:v>1.194</c:v>
                </c:pt>
                <c:pt idx="795">
                  <c:v>1.1950000000000001</c:v>
                </c:pt>
                <c:pt idx="796">
                  <c:v>1.196</c:v>
                </c:pt>
                <c:pt idx="797">
                  <c:v>1.1970000000000001</c:v>
                </c:pt>
                <c:pt idx="798">
                  <c:v>1.198</c:v>
                </c:pt>
                <c:pt idx="799">
                  <c:v>1.1990000000000001</c:v>
                </c:pt>
                <c:pt idx="800">
                  <c:v>1.2</c:v>
                </c:pt>
              </c:numCache>
            </c:numRef>
          </c:xVal>
          <c:yVal>
            <c:numRef>
              <c:f>'Chart Data'!$H$2:$H$802</c:f>
              <c:numCache>
                <c:formatCode>0</c:formatCode>
                <c:ptCount val="801"/>
                <c:pt idx="0">
                  <c:v>-1.0533850066499999</c:v>
                </c:pt>
                <c:pt idx="1">
                  <c:v>-1.0162228768599999</c:v>
                </c:pt>
                <c:pt idx="2">
                  <c:v>-0.980180035033</c:v>
                </c:pt>
                <c:pt idx="3">
                  <c:v>-0.94523569721400003</c:v>
                </c:pt>
                <c:pt idx="4">
                  <c:v>-0.91136844444700005</c:v>
                </c:pt>
                <c:pt idx="5">
                  <c:v>-0.87855633413699996</c:v>
                </c:pt>
                <c:pt idx="6">
                  <c:v>-0.84677700207200002</c:v>
                </c:pt>
                <c:pt idx="7">
                  <c:v>-0.816007755743</c:v>
                </c:pt>
                <c:pt idx="8">
                  <c:v>-0.78622565956000001</c:v>
                </c:pt>
                <c:pt idx="9">
                  <c:v>-0.75740761253800004</c:v>
                </c:pt>
                <c:pt idx="10">
                  <c:v>-0.72953041898399995</c:v>
                </c:pt>
                <c:pt idx="11">
                  <c:v>-0.70257085268200004</c:v>
                </c:pt>
                <c:pt idx="12">
                  <c:v>-0.67650571504400003</c:v>
                </c:pt>
                <c:pt idx="13">
                  <c:v>-0.65131188765699999</c:v>
                </c:pt>
                <c:pt idx="14">
                  <c:v>-0.62696637964599999</c:v>
                </c:pt>
                <c:pt idx="15">
                  <c:v>-0.60344637022000003</c:v>
                </c:pt>
                <c:pt idx="16">
                  <c:v>-0.58072924676899995</c:v>
                </c:pt>
                <c:pt idx="17">
                  <c:v>-0.55879263883600006</c:v>
                </c:pt>
                <c:pt idx="18">
                  <c:v>-0.53761444828600002</c:v>
                </c:pt>
                <c:pt idx="19">
                  <c:v>-0.51717287595100003</c:v>
                </c:pt>
                <c:pt idx="20">
                  <c:v>-0.497446445031</c:v>
                </c:pt>
                <c:pt idx="21">
                  <c:v>-0.47841402149899998</c:v>
                </c:pt>
                <c:pt idx="22">
                  <c:v>-0.460054831755</c:v>
                </c:pt>
                <c:pt idx="23">
                  <c:v>-0.44234847773199998</c:v>
                </c:pt>
                <c:pt idx="24">
                  <c:v>-0.25006019941300001</c:v>
                </c:pt>
                <c:pt idx="25">
                  <c:v>-0.240478516497</c:v>
                </c:pt>
                <c:pt idx="26">
                  <c:v>-0.23123665651399999</c:v>
                </c:pt>
                <c:pt idx="27">
                  <c:v>-0.22232426343799999</c:v>
                </c:pt>
                <c:pt idx="28">
                  <c:v>-0.21373118309</c:v>
                </c:pt>
                <c:pt idx="29">
                  <c:v>-0.20544746808100001</c:v>
                </c:pt>
                <c:pt idx="30">
                  <c:v>-0.197463381794</c:v>
                </c:pt>
                <c:pt idx="31">
                  <c:v>-0.18976940148900001</c:v>
                </c:pt>
                <c:pt idx="32">
                  <c:v>-0.18235622059199999</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-0.24735936047900001</c:v>
                </c:pt>
                <c:pt idx="122">
                  <c:v>-0.47059100422799999</c:v>
                </c:pt>
                <c:pt idx="123">
                  <c:v>-0.67146001518999998</c:v>
                </c:pt>
                <c:pt idx="124">
                  <c:v>-0.85161669843200005</c:v>
                </c:pt>
                <c:pt idx="125">
                  <c:v>-1.01260357743</c:v>
                </c:pt>
                <c:pt idx="126">
                  <c:v>-1.15586198185</c:v>
                </c:pt>
                <c:pt idx="127">
                  <c:v>-1.2827382490999999</c:v>
                </c:pt>
                <c:pt idx="128">
                  <c:v>-1.3944895616799999</c:v>
                </c:pt>
                <c:pt idx="129">
                  <c:v>-1.4922894411400001</c:v>
                </c:pt>
                <c:pt idx="130">
                  <c:v>-1.57723291809</c:v>
                </c:pt>
                <c:pt idx="131">
                  <c:v>-1.65034139707</c:v>
                </c:pt>
                <c:pt idx="132">
                  <c:v>-1.71256723349</c:v>
                </c:pt>
                <c:pt idx="133">
                  <c:v>-1.76479803926</c:v>
                </c:pt>
                <c:pt idx="134">
                  <c:v>-1.80786073273</c:v>
                </c:pt>
                <c:pt idx="135">
                  <c:v>-1.8425253475400001</c:v>
                </c:pt>
                <c:pt idx="136">
                  <c:v>-1.8695086143699999</c:v>
                </c:pt>
                <c:pt idx="137">
                  <c:v>-1.8894773285499999</c:v>
                </c:pt>
                <c:pt idx="138">
                  <c:v>-1.9030515160699999</c:v>
                </c:pt>
                <c:pt idx="139">
                  <c:v>-1.91080740945</c:v>
                </c:pt>
                <c:pt idx="140">
                  <c:v>-1.9132802446599999</c:v>
                </c:pt>
                <c:pt idx="141">
                  <c:v>-1.91096688934</c:v>
                </c:pt>
                <c:pt idx="142">
                  <c:v>-1.9043283122100001</c:v>
                </c:pt>
                <c:pt idx="143">
                  <c:v>-1.8937919028700001</c:v>
                </c:pt>
                <c:pt idx="144">
                  <c:v>-1.8797536506700001</c:v>
                </c:pt>
                <c:pt idx="145">
                  <c:v>-1.8625801909699999</c:v>
                </c:pt>
                <c:pt idx="146">
                  <c:v>-1.84261072647</c:v>
                </c:pt>
                <c:pt idx="147">
                  <c:v>-1.8201588309500001</c:v>
                </c:pt>
                <c:pt idx="148">
                  <c:v>-1.7955141423500001</c:v>
                </c:pt>
                <c:pt idx="149">
                  <c:v>-1.7689439516100001</c:v>
                </c:pt>
                <c:pt idx="150">
                  <c:v>-1.7406946935100001</c:v>
                </c:pt>
                <c:pt idx="151">
                  <c:v>-1.7109933452599999</c:v>
                </c:pt>
                <c:pt idx="152">
                  <c:v>-1.6800487382</c:v>
                </c:pt>
                <c:pt idx="153">
                  <c:v>-1.64805278795</c:v>
                </c:pt>
                <c:pt idx="154">
                  <c:v>-1.6151816476</c:v>
                </c:pt>
                <c:pt idx="155">
                  <c:v>-1.58159678879</c:v>
                </c:pt>
                <c:pt idx="156">
                  <c:v>-1.54744601472</c:v>
                </c:pt>
                <c:pt idx="157">
                  <c:v>-1.5128644093000001</c:v>
                </c:pt>
                <c:pt idx="158">
                  <c:v>-1.4779752263099999</c:v>
                </c:pt>
                <c:pt idx="159">
                  <c:v>-1.69025008243</c:v>
                </c:pt>
                <c:pt idx="160">
                  <c:v>-1.87830393865</c:v>
                </c:pt>
                <c:pt idx="161">
                  <c:v>-2.04399442877</c:v>
                </c:pt>
                <c:pt idx="162">
                  <c:v>-2.1890556021899998</c:v>
                </c:pt>
                <c:pt idx="163">
                  <c:v>-2.3151055599400001</c:v>
                </c:pt>
                <c:pt idx="164">
                  <c:v>-2.4236536398499999</c:v>
                </c:pt>
                <c:pt idx="165">
                  <c:v>-2.5161071767199998</c:v>
                </c:pt>
                <c:pt idx="166">
                  <c:v>-2.59377786168</c:v>
                </c:pt>
                <c:pt idx="167">
                  <c:v>-2.6578877240200001</c:v>
                </c:pt>
                <c:pt idx="168">
                  <c:v>-2.7095747568899999</c:v>
                </c:pt>
                <c:pt idx="169">
                  <c:v>-2.7498982076499998</c:v>
                </c:pt>
                <c:pt idx="170">
                  <c:v>-2.77984355199</c:v>
                </c:pt>
                <c:pt idx="171">
                  <c:v>-2.8003271702600001</c:v>
                </c:pt>
                <c:pt idx="172">
                  <c:v>-3.0595601035</c:v>
                </c:pt>
                <c:pt idx="173">
                  <c:v>-3.2868463865700002</c:v>
                </c:pt>
                <c:pt idx="174">
                  <c:v>-3.4846855290600001</c:v>
                </c:pt>
                <c:pt idx="175">
                  <c:v>-3.6554092228399999</c:v>
                </c:pt>
                <c:pt idx="176">
                  <c:v>-3.8011917659400001</c:v>
                </c:pt>
                <c:pt idx="177">
                  <c:v>-3.9240598688000001</c:v>
                </c:pt>
                <c:pt idx="178">
                  <c:v>-4.02590187845</c:v>
                </c:pt>
                <c:pt idx="179">
                  <c:v>-4.1084764539699998</c:v>
                </c:pt>
                <c:pt idx="180">
                  <c:v>-4.1734207248099997</c:v>
                </c:pt>
                <c:pt idx="181">
                  <c:v>-4.2222579618499996</c:v>
                </c:pt>
                <c:pt idx="182">
                  <c:v>-4.2564047892700003</c:v>
                </c:pt>
                <c:pt idx="183">
                  <c:v>-4.2771779637999998</c:v>
                </c:pt>
                <c:pt idx="184">
                  <c:v>-4.2858007463399996</c:v>
                </c:pt>
                <c:pt idx="185">
                  <c:v>-4.2834088896900004</c:v>
                </c:pt>
                <c:pt idx="186">
                  <c:v>-4.2710562645500003</c:v>
                </c:pt>
                <c:pt idx="187">
                  <c:v>-4.2497201449300004</c:v>
                </c:pt>
                <c:pt idx="188">
                  <c:v>-4.2203061728</c:v>
                </c:pt>
                <c:pt idx="189">
                  <c:v>-4.1836530206300004</c:v>
                </c:pt>
                <c:pt idx="190">
                  <c:v>-4.1405367695299997</c:v>
                </c:pt>
                <c:pt idx="191">
                  <c:v>-4.0916750196600002</c:v>
                </c:pt>
                <c:pt idx="192">
                  <c:v>-4.0377307485699996</c:v>
                </c:pt>
                <c:pt idx="193">
                  <c:v>-3.97931593227</c:v>
                </c:pt>
                <c:pt idx="194">
                  <c:v>-3.9169949430600002</c:v>
                </c:pt>
                <c:pt idx="195">
                  <c:v>-3.8512877372099998</c:v>
                </c:pt>
                <c:pt idx="196">
                  <c:v>-3.78267284497</c:v>
                </c:pt>
                <c:pt idx="197">
                  <c:v>-3.71159017454</c:v>
                </c:pt>
                <c:pt idx="198">
                  <c:v>-3.6384436410999998</c:v>
                </c:pt>
                <c:pt idx="199">
                  <c:v>-3.5636036312699999</c:v>
                </c:pt>
                <c:pt idx="200">
                  <c:v>-3.4874093127600001</c:v>
                </c:pt>
                <c:pt idx="201">
                  <c:v>-3.4101707985199998</c:v>
                </c:pt>
                <c:pt idx="202">
                  <c:v>-3.33217117407</c:v>
                </c:pt>
                <c:pt idx="203">
                  <c:v>-3.2536683961000001</c:v>
                </c:pt>
                <c:pt idx="204">
                  <c:v>-3.1748970702700001</c:v>
                </c:pt>
                <c:pt idx="205">
                  <c:v>-3.0960701153399999</c:v>
                </c:pt>
                <c:pt idx="206">
                  <c:v>-3.01738032046</c:v>
                </c:pt>
                <c:pt idx="207">
                  <c:v>-2.93900180224</c:v>
                </c:pt>
                <c:pt idx="208">
                  <c:v>-2.8610913675099998</c:v>
                </c:pt>
                <c:pt idx="209">
                  <c:v>-2.78378978757</c:v>
                </c:pt>
                <c:pt idx="210">
                  <c:v>-2.7072229893899999</c:v>
                </c:pt>
                <c:pt idx="211">
                  <c:v>-2.6315031686400001</c:v>
                </c:pt>
                <c:pt idx="212">
                  <c:v>-2.5567298295800001</c:v>
                </c:pt>
                <c:pt idx="213">
                  <c:v>-2.48299075613</c:v>
                </c:pt>
                <c:pt idx="214">
                  <c:v>-2.4103629183800002</c:v>
                </c:pt>
                <c:pt idx="215">
                  <c:v>-2.33891331859</c:v>
                </c:pt>
                <c:pt idx="216">
                  <c:v>-2.2686997804</c:v>
                </c:pt>
                <c:pt idx="217">
                  <c:v>-2.19977168475</c:v>
                </c:pt>
                <c:pt idx="218">
                  <c:v>-2.13217065584</c:v>
                </c:pt>
                <c:pt idx="219">
                  <c:v>-2.0659312002900001</c:v>
                </c:pt>
                <c:pt idx="220">
                  <c:v>-1.8258665520999999</c:v>
                </c:pt>
                <c:pt idx="221">
                  <c:v>-1.76930685783</c:v>
                </c:pt>
                <c:pt idx="222">
                  <c:v>-1.7139211115999999</c:v>
                </c:pt>
                <c:pt idx="223">
                  <c:v>-1.6597293363000001</c:v>
                </c:pt>
                <c:pt idx="224">
                  <c:v>-1.6067468094599999</c:v>
                </c:pt>
                <c:pt idx="225">
                  <c:v>-1.55498447846</c:v>
                </c:pt>
                <c:pt idx="226">
                  <c:v>-1.5044493466</c:v>
                </c:pt>
                <c:pt idx="227">
                  <c:v>-1.45514483174</c:v>
                </c:pt>
                <c:pt idx="228">
                  <c:v>-1.40707109937</c:v>
                </c:pt>
                <c:pt idx="229">
                  <c:v>-1.3602253717599999</c:v>
                </c:pt>
                <c:pt idx="230">
                  <c:v>-1.31460221459</c:v>
                </c:pt>
                <c:pt idx="231">
                  <c:v>-1.2701938027299999</c:v>
                </c:pt>
                <c:pt idx="232">
                  <c:v>-1.22699016636</c:v>
                </c:pt>
                <c:pt idx="233">
                  <c:v>-1.18497941876</c:v>
                </c:pt>
                <c:pt idx="234">
                  <c:v>-1.1441479670200001</c:v>
                </c:pt>
                <c:pt idx="235">
                  <c:v>-1.10448070673</c:v>
                </c:pt>
                <c:pt idx="236">
                  <c:v>-1.06596120174</c:v>
                </c:pt>
                <c:pt idx="237">
                  <c:v>-1.0285718499900001</c:v>
                </c:pt>
                <c:pt idx="238">
                  <c:v>-0.992294036346</c:v>
                </c:pt>
                <c:pt idx="239">
                  <c:v>-0.95710827324500003</c:v>
                </c:pt>
                <c:pt idx="240">
                  <c:v>-0.92299433010700005</c:v>
                </c:pt>
                <c:pt idx="241">
                  <c:v>-0.88993135214600005</c:v>
                </c:pt>
                <c:pt idx="242">
                  <c:v>-0.85789796937899998</c:v>
                </c:pt>
                <c:pt idx="243">
                  <c:v>-0.82687239647999999</c:v>
                </c:pt>
                <c:pt idx="244">
                  <c:v>-0.79683252412700001</c:v>
                </c:pt>
                <c:pt idx="245">
                  <c:v>-0.76775600242099995</c:v>
                </c:pt>
                <c:pt idx="246">
                  <c:v>-0.73962031694200003</c:v>
                </c:pt>
                <c:pt idx="247">
                  <c:v>-0.712402857956</c:v>
                </c:pt>
                <c:pt idx="248">
                  <c:v>-0.68608098326300004</c:v>
                </c:pt>
                <c:pt idx="249">
                  <c:v>-0.66063207514599998</c:v>
                </c:pt>
                <c:pt idx="250">
                  <c:v>-0.63603359183599995</c:v>
                </c:pt>
                <c:pt idx="251">
                  <c:v>-0.61226311390400001</c:v>
                </c:pt>
                <c:pt idx="252">
                  <c:v>-0.58929838594299999</c:v>
                </c:pt>
                <c:pt idx="253">
                  <c:v>-0.56711735389600004</c:v>
                </c:pt>
                <c:pt idx="254">
                  <c:v>-0.54569819835199995</c:v>
                </c:pt>
                <c:pt idx="255">
                  <c:v>-0.52501936411700001</c:v>
                </c:pt>
                <c:pt idx="256">
                  <c:v>-0.50505958633699999</c:v>
                </c:pt>
                <c:pt idx="257">
                  <c:v>-0.48579791345399997</c:v>
                </c:pt>
                <c:pt idx="258">
                  <c:v>-0.29199897694999999</c:v>
                </c:pt>
                <c:pt idx="259">
                  <c:v>-0.280950639705</c:v>
                </c:pt>
                <c:pt idx="260">
                  <c:v>-0.27028543026599999</c:v>
                </c:pt>
                <c:pt idx="261">
                  <c:v>-0.25999225714000002</c:v>
                </c:pt>
                <c:pt idx="262">
                  <c:v>-0.25006019941300001</c:v>
                </c:pt>
                <c:pt idx="263">
                  <c:v>-0.240478516497</c:v>
                </c:pt>
                <c:pt idx="264">
                  <c:v>-0.23123665651399999</c:v>
                </c:pt>
                <c:pt idx="265">
                  <c:v>-0.22232426343799999</c:v>
                </c:pt>
                <c:pt idx="266">
                  <c:v>-0.21373118309</c:v>
                </c:pt>
                <c:pt idx="267">
                  <c:v>-0.20544746808100001</c:v>
                </c:pt>
                <c:pt idx="268">
                  <c:v>-0.197463381794</c:v>
                </c:pt>
                <c:pt idx="269">
                  <c:v>-0.18976940148900001</c:v>
                </c:pt>
                <c:pt idx="270">
                  <c:v>-0.18235622059199999</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-0.24735936047900001</c:v>
                </c:pt>
                <c:pt idx="768">
                  <c:v>-0.47059100422799999</c:v>
                </c:pt>
                <c:pt idx="769">
                  <c:v>-0.67146001518999998</c:v>
                </c:pt>
                <c:pt idx="770">
                  <c:v>-0.85161669843200005</c:v>
                </c:pt>
                <c:pt idx="771">
                  <c:v>-1.01260357743</c:v>
                </c:pt>
                <c:pt idx="772">
                  <c:v>-1.15586198185</c:v>
                </c:pt>
                <c:pt idx="773">
                  <c:v>-1.2827382490999999</c:v>
                </c:pt>
                <c:pt idx="774">
                  <c:v>-1.3944895616799999</c:v>
                </c:pt>
                <c:pt idx="775">
                  <c:v>-1.4922894411400001</c:v>
                </c:pt>
                <c:pt idx="776">
                  <c:v>-1.57723291809</c:v>
                </c:pt>
                <c:pt idx="777">
                  <c:v>-1.65034139707</c:v>
                </c:pt>
                <c:pt idx="778">
                  <c:v>-1.71256723349</c:v>
                </c:pt>
                <c:pt idx="779">
                  <c:v>-1.76479803926</c:v>
                </c:pt>
                <c:pt idx="780">
                  <c:v>-1.80786073273</c:v>
                </c:pt>
                <c:pt idx="781">
                  <c:v>-1.8425253475400001</c:v>
                </c:pt>
                <c:pt idx="782">
                  <c:v>-1.8695086143699999</c:v>
                </c:pt>
                <c:pt idx="783">
                  <c:v>-1.8894773285499999</c:v>
                </c:pt>
                <c:pt idx="784">
                  <c:v>-1.9030515160699999</c:v>
                </c:pt>
                <c:pt idx="785">
                  <c:v>-1.91080740945</c:v>
                </c:pt>
                <c:pt idx="786">
                  <c:v>-1.9132802446599999</c:v>
                </c:pt>
                <c:pt idx="787">
                  <c:v>-1.91096688934</c:v>
                </c:pt>
                <c:pt idx="788">
                  <c:v>-1.9043283122100001</c:v>
                </c:pt>
                <c:pt idx="789">
                  <c:v>-1.8937919028700001</c:v>
                </c:pt>
                <c:pt idx="790">
                  <c:v>-1.8797536506700001</c:v>
                </c:pt>
                <c:pt idx="791">
                  <c:v>-1.8625801909699999</c:v>
                </c:pt>
                <c:pt idx="792">
                  <c:v>-1.84261072647</c:v>
                </c:pt>
                <c:pt idx="793">
                  <c:v>-1.8201588309500001</c:v>
                </c:pt>
                <c:pt idx="794">
                  <c:v>-1.7955141423500001</c:v>
                </c:pt>
                <c:pt idx="795">
                  <c:v>-1.7689439516100001</c:v>
                </c:pt>
                <c:pt idx="796">
                  <c:v>-1.7406946935100001</c:v>
                </c:pt>
                <c:pt idx="797">
                  <c:v>-1.7109933452599999</c:v>
                </c:pt>
                <c:pt idx="798">
                  <c:v>-1.6800487382</c:v>
                </c:pt>
                <c:pt idx="799">
                  <c:v>-1.64805278795</c:v>
                </c:pt>
                <c:pt idx="800">
                  <c:v>-1.6151816476</c:v>
                </c:pt>
              </c:numCache>
            </c:numRef>
          </c:yVal>
          <c:smooth val="1"/>
          <c:extLst>
            <c:ext xmlns:c16="http://schemas.microsoft.com/office/drawing/2014/chart" uri="{C3380CC4-5D6E-409C-BE32-E72D297353CC}">
              <c16:uniqueId val="{00000003-F76E-4AB1-A1C4-467BB8F8A848}"/>
            </c:ext>
          </c:extLst>
        </c:ser>
        <c:dLbls>
          <c:showLegendKey val="0"/>
          <c:showVal val="0"/>
          <c:showCatName val="0"/>
          <c:showSerName val="0"/>
          <c:showPercent val="0"/>
          <c:showBubbleSize val="0"/>
        </c:dLbls>
        <c:axId val="48650112"/>
        <c:axId val="48672768"/>
      </c:scatterChart>
      <c:valAx>
        <c:axId val="48672768"/>
        <c:scaling>
          <c:orientation val="minMax"/>
          <c:max val="2"/>
          <c:min val="-6"/>
        </c:scaling>
        <c:delete val="0"/>
        <c:axPos val="l"/>
        <c:title>
          <c:tx>
            <c:rich>
              <a:bodyPr/>
              <a:lstStyle/>
              <a:p>
                <a:r>
                  <a:rPr lang="en-US" sz="1650">
                    <a:solidFill>
                      <a:srgbClr val="617184"/>
                    </a:solidFill>
                    <a:latin typeface="Arial"/>
                    <a:ea typeface="Arial"/>
                    <a:cs typeface="Arial"/>
                  </a:rPr>
                  <a:t>Source (a.u.)</a:t>
                </a:r>
              </a:p>
            </c:rich>
          </c:tx>
          <c:overlay val="0"/>
        </c:title>
        <c:numFmt formatCode="0" sourceLinked="1"/>
        <c:majorTickMark val="none"/>
        <c:minorTickMark val="none"/>
        <c:tickLblPos val="nextTo"/>
        <c:spPr>
          <a:ln w="9525">
            <a:solidFill>
              <a:srgbClr val="D9E1E8"/>
            </a:solidFill>
          </a:ln>
        </c:spPr>
        <c:txPr>
          <a:bodyPr anchorCtr="1"/>
          <a:lstStyle/>
          <a:p>
            <a:pPr>
              <a:defRPr sz="1500">
                <a:solidFill>
                  <a:srgbClr val="617184"/>
                </a:solidFill>
                <a:latin typeface="Arial"/>
                <a:ea typeface="Arial"/>
                <a:cs typeface="Arial"/>
              </a:defRPr>
            </a:pPr>
            <a:endParaRPr lang="zh-CN"/>
          </a:p>
        </c:txPr>
        <c:crossAx val="48650112"/>
        <c:crosses val="autoZero"/>
        <c:crossBetween val="midCat"/>
        <c:majorUnit val="2"/>
      </c:valAx>
      <c:valAx>
        <c:axId val="48650112"/>
        <c:scaling>
          <c:orientation val="minMax"/>
          <c:max val="1.2"/>
          <c:min val="0.4"/>
        </c:scaling>
        <c:delete val="0"/>
        <c:axPos val="b"/>
        <c:numFmt formatCode="General" sourceLinked="1"/>
        <c:majorTickMark val="none"/>
        <c:minorTickMark val="none"/>
        <c:tickLblPos val="nextTo"/>
        <c:spPr>
          <a:ln w="9525">
            <a:solidFill>
              <a:srgbClr val="D9E1E8"/>
            </a:solidFill>
          </a:ln>
        </c:spPr>
        <c:txPr>
          <a:bodyPr anchorCtr="1"/>
          <a:lstStyle/>
          <a:p>
            <a:pPr>
              <a:defRPr sz="1500">
                <a:solidFill>
                  <a:srgbClr val="617184"/>
                </a:solidFill>
                <a:latin typeface="Arial"/>
                <a:ea typeface="Arial"/>
                <a:cs typeface="Arial"/>
              </a:defRPr>
            </a:pPr>
            <a:endParaRPr lang="zh-CN"/>
          </a:p>
        </c:txPr>
        <c:crossAx val="48672768"/>
        <c:crosses val="autoZero"/>
        <c:crossBetween val="midCat"/>
        <c:majorUnit val="0.2"/>
      </c:valAx>
      <c:spPr>
        <a:solidFill>
          <a:srgbClr val="FFFFFF"/>
        </a:solidFill>
        <a:ln w="0">
          <a:noFill/>
        </a:ln>
      </c:spPr>
    </c:plotArea>
    <c:legend>
      <c:legendPos val="t"/>
      <c:overlay val="0"/>
      <c:txPr>
        <a:bodyPr anchorCtr="1"/>
        <a:lstStyle/>
        <a:p>
          <a:pPr>
            <a:defRPr sz="1500">
              <a:solidFill>
                <a:srgbClr val="1D2938"/>
              </a:solidFill>
              <a:latin typeface="Arial"/>
              <a:ea typeface="Arial"/>
              <a:cs typeface="Arial"/>
            </a:defRPr>
          </a:pPr>
          <a:endParaRPr lang="zh-CN"/>
        </a:p>
      </c:txPr>
    </c:legend>
    <c:plotVisOnly val="1"/>
    <c:dispBlanksAs val="zero"/>
    <c:showDLblsOverMax val="1"/>
  </c:chart>
  <c:spPr>
    <a:solidFill>
      <a:srgbClr val="FFFFFF"/>
    </a:solidFill>
    <a:ln w="0">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scatterChart>
        <c:scatterStyle val="lineMarker"/>
        <c:varyColors val="1"/>
        <c:ser>
          <c:idx val="0"/>
          <c:order val="0"/>
          <c:tx>
            <c:v>All 20</c:v>
          </c:tx>
          <c:spPr>
            <a:ln w="20955">
              <a:solidFill>
                <a:srgbClr val="0B2138"/>
              </a:solidFill>
            </a:ln>
          </c:spPr>
          <c:marker>
            <c:symbol val="none"/>
          </c:marker>
          <c:xVal>
            <c:numRef>
              <c:f>'Chart Data'!$A$2:$A$802</c:f>
              <c:numCache>
                <c:formatCode>General</c:formatCode>
                <c:ptCount val="801"/>
                <c:pt idx="0">
                  <c:v>0.4</c:v>
                </c:pt>
                <c:pt idx="1">
                  <c:v>0.40100000000000002</c:v>
                </c:pt>
                <c:pt idx="2">
                  <c:v>0.40200000000000002</c:v>
                </c:pt>
                <c:pt idx="3">
                  <c:v>0.40300000000000002</c:v>
                </c:pt>
                <c:pt idx="4">
                  <c:v>0.40400000000000003</c:v>
                </c:pt>
                <c:pt idx="5">
                  <c:v>0.40500000000000003</c:v>
                </c:pt>
                <c:pt idx="6">
                  <c:v>0.40600000000000003</c:v>
                </c:pt>
                <c:pt idx="7">
                  <c:v>0.40699999999999997</c:v>
                </c:pt>
                <c:pt idx="8">
                  <c:v>0.40799999999999997</c:v>
                </c:pt>
                <c:pt idx="9">
                  <c:v>0.40899999999999997</c:v>
                </c:pt>
                <c:pt idx="10">
                  <c:v>0.41</c:v>
                </c:pt>
                <c:pt idx="11">
                  <c:v>0.41099999999999998</c:v>
                </c:pt>
                <c:pt idx="12">
                  <c:v>0.41199999999999998</c:v>
                </c:pt>
                <c:pt idx="13">
                  <c:v>0.41299999999999998</c:v>
                </c:pt>
                <c:pt idx="14">
                  <c:v>0.41399999999999998</c:v>
                </c:pt>
                <c:pt idx="15">
                  <c:v>0.41499999999999998</c:v>
                </c:pt>
                <c:pt idx="16">
                  <c:v>0.41599999999999998</c:v>
                </c:pt>
                <c:pt idx="17">
                  <c:v>0.41699999999999998</c:v>
                </c:pt>
                <c:pt idx="18">
                  <c:v>0.41799999999999998</c:v>
                </c:pt>
                <c:pt idx="19">
                  <c:v>0.41899999999999998</c:v>
                </c:pt>
                <c:pt idx="20">
                  <c:v>0.42</c:v>
                </c:pt>
                <c:pt idx="21">
                  <c:v>0.42099999999999999</c:v>
                </c:pt>
                <c:pt idx="22">
                  <c:v>0.42199999999999999</c:v>
                </c:pt>
                <c:pt idx="23">
                  <c:v>0.42299999999999999</c:v>
                </c:pt>
                <c:pt idx="24">
                  <c:v>0.42399999999999999</c:v>
                </c:pt>
                <c:pt idx="25">
                  <c:v>0.42499999999999999</c:v>
                </c:pt>
                <c:pt idx="26">
                  <c:v>0.42599999999999999</c:v>
                </c:pt>
                <c:pt idx="27">
                  <c:v>0.42699999999999999</c:v>
                </c:pt>
                <c:pt idx="28">
                  <c:v>0.42799999999999999</c:v>
                </c:pt>
                <c:pt idx="29">
                  <c:v>0.42899999999999999</c:v>
                </c:pt>
                <c:pt idx="30">
                  <c:v>0.43</c:v>
                </c:pt>
                <c:pt idx="31">
                  <c:v>0.43099999999999999</c:v>
                </c:pt>
                <c:pt idx="32">
                  <c:v>0.432</c:v>
                </c:pt>
                <c:pt idx="33">
                  <c:v>0.433</c:v>
                </c:pt>
                <c:pt idx="34">
                  <c:v>0.434</c:v>
                </c:pt>
                <c:pt idx="35">
                  <c:v>0.435</c:v>
                </c:pt>
                <c:pt idx="36">
                  <c:v>0.436</c:v>
                </c:pt>
                <c:pt idx="37">
                  <c:v>0.437</c:v>
                </c:pt>
                <c:pt idx="38">
                  <c:v>0.438</c:v>
                </c:pt>
                <c:pt idx="39">
                  <c:v>0.439</c:v>
                </c:pt>
                <c:pt idx="40">
                  <c:v>0.44</c:v>
                </c:pt>
                <c:pt idx="41">
                  <c:v>0.441</c:v>
                </c:pt>
                <c:pt idx="42">
                  <c:v>0.442</c:v>
                </c:pt>
                <c:pt idx="43">
                  <c:v>0.443</c:v>
                </c:pt>
                <c:pt idx="44">
                  <c:v>0.44400000000000001</c:v>
                </c:pt>
                <c:pt idx="45">
                  <c:v>0.44500000000000001</c:v>
                </c:pt>
                <c:pt idx="46">
                  <c:v>0.44600000000000001</c:v>
                </c:pt>
                <c:pt idx="47">
                  <c:v>0.44700000000000001</c:v>
                </c:pt>
                <c:pt idx="48">
                  <c:v>0.44800000000000001</c:v>
                </c:pt>
                <c:pt idx="49">
                  <c:v>0.44900000000000001</c:v>
                </c:pt>
                <c:pt idx="50">
                  <c:v>0.45</c:v>
                </c:pt>
                <c:pt idx="51">
                  <c:v>0.45100000000000001</c:v>
                </c:pt>
                <c:pt idx="52">
                  <c:v>0.45200000000000001</c:v>
                </c:pt>
                <c:pt idx="53">
                  <c:v>0.45300000000000001</c:v>
                </c:pt>
                <c:pt idx="54">
                  <c:v>0.45400000000000001</c:v>
                </c:pt>
                <c:pt idx="55">
                  <c:v>0.45500000000000002</c:v>
                </c:pt>
                <c:pt idx="56">
                  <c:v>0.45600000000000002</c:v>
                </c:pt>
                <c:pt idx="57">
                  <c:v>0.45700000000000002</c:v>
                </c:pt>
                <c:pt idx="58">
                  <c:v>0.45800000000000002</c:v>
                </c:pt>
                <c:pt idx="59">
                  <c:v>0.45900000000000002</c:v>
                </c:pt>
                <c:pt idx="60">
                  <c:v>0.46</c:v>
                </c:pt>
                <c:pt idx="61">
                  <c:v>0.46100000000000002</c:v>
                </c:pt>
                <c:pt idx="62">
                  <c:v>0.46200000000000002</c:v>
                </c:pt>
                <c:pt idx="63">
                  <c:v>0.46300000000000002</c:v>
                </c:pt>
                <c:pt idx="64">
                  <c:v>0.46400000000000002</c:v>
                </c:pt>
                <c:pt idx="65">
                  <c:v>0.46500000000000002</c:v>
                </c:pt>
                <c:pt idx="66">
                  <c:v>0.46600000000000003</c:v>
                </c:pt>
                <c:pt idx="67">
                  <c:v>0.46700000000000003</c:v>
                </c:pt>
                <c:pt idx="68">
                  <c:v>0.46800000000000003</c:v>
                </c:pt>
                <c:pt idx="69">
                  <c:v>0.46899999999999997</c:v>
                </c:pt>
                <c:pt idx="70">
                  <c:v>0.47</c:v>
                </c:pt>
                <c:pt idx="71">
                  <c:v>0.47099999999999997</c:v>
                </c:pt>
                <c:pt idx="72">
                  <c:v>0.47199999999999998</c:v>
                </c:pt>
                <c:pt idx="73">
                  <c:v>0.47299999999999998</c:v>
                </c:pt>
                <c:pt idx="74">
                  <c:v>0.47399999999999998</c:v>
                </c:pt>
                <c:pt idx="75">
                  <c:v>0.47499999999999998</c:v>
                </c:pt>
                <c:pt idx="76">
                  <c:v>0.47599999999999998</c:v>
                </c:pt>
                <c:pt idx="77">
                  <c:v>0.47699999999999998</c:v>
                </c:pt>
                <c:pt idx="78">
                  <c:v>0.47799999999999998</c:v>
                </c:pt>
                <c:pt idx="79">
                  <c:v>0.47899999999999998</c:v>
                </c:pt>
                <c:pt idx="80">
                  <c:v>0.48</c:v>
                </c:pt>
                <c:pt idx="81">
                  <c:v>0.48099999999999998</c:v>
                </c:pt>
                <c:pt idx="82">
                  <c:v>0.48199999999999998</c:v>
                </c:pt>
                <c:pt idx="83">
                  <c:v>0.48299999999999998</c:v>
                </c:pt>
                <c:pt idx="84">
                  <c:v>0.48399999999999999</c:v>
                </c:pt>
                <c:pt idx="85">
                  <c:v>0.48499999999999999</c:v>
                </c:pt>
                <c:pt idx="86">
                  <c:v>0.48599999999999999</c:v>
                </c:pt>
                <c:pt idx="87">
                  <c:v>0.48699999999999999</c:v>
                </c:pt>
                <c:pt idx="88">
                  <c:v>0.48799999999999999</c:v>
                </c:pt>
                <c:pt idx="89">
                  <c:v>0.48899999999999999</c:v>
                </c:pt>
                <c:pt idx="90">
                  <c:v>0.49</c:v>
                </c:pt>
                <c:pt idx="91">
                  <c:v>0.49099999999999999</c:v>
                </c:pt>
                <c:pt idx="92">
                  <c:v>0.49199999999999999</c:v>
                </c:pt>
                <c:pt idx="93">
                  <c:v>0.49299999999999999</c:v>
                </c:pt>
                <c:pt idx="94">
                  <c:v>0.49399999999999999</c:v>
                </c:pt>
                <c:pt idx="95">
                  <c:v>0.495</c:v>
                </c:pt>
                <c:pt idx="96">
                  <c:v>0.496</c:v>
                </c:pt>
                <c:pt idx="97">
                  <c:v>0.497</c:v>
                </c:pt>
                <c:pt idx="98">
                  <c:v>0.498</c:v>
                </c:pt>
                <c:pt idx="99">
                  <c:v>0.499</c:v>
                </c:pt>
                <c:pt idx="100">
                  <c:v>0.5</c:v>
                </c:pt>
                <c:pt idx="101">
                  <c:v>0.501</c:v>
                </c:pt>
                <c:pt idx="102">
                  <c:v>0.502</c:v>
                </c:pt>
                <c:pt idx="103">
                  <c:v>0.503</c:v>
                </c:pt>
                <c:pt idx="104">
                  <c:v>0.504</c:v>
                </c:pt>
                <c:pt idx="105">
                  <c:v>0.505</c:v>
                </c:pt>
                <c:pt idx="106">
                  <c:v>0.50600000000000001</c:v>
                </c:pt>
                <c:pt idx="107">
                  <c:v>0.50700000000000001</c:v>
                </c:pt>
                <c:pt idx="108">
                  <c:v>0.50800000000000001</c:v>
                </c:pt>
                <c:pt idx="109">
                  <c:v>0.50900000000000001</c:v>
                </c:pt>
                <c:pt idx="110">
                  <c:v>0.51</c:v>
                </c:pt>
                <c:pt idx="111">
                  <c:v>0.51100000000000001</c:v>
                </c:pt>
                <c:pt idx="112">
                  <c:v>0.51200000000000001</c:v>
                </c:pt>
                <c:pt idx="113">
                  <c:v>0.51300000000000001</c:v>
                </c:pt>
                <c:pt idx="114">
                  <c:v>0.51400000000000001</c:v>
                </c:pt>
                <c:pt idx="115">
                  <c:v>0.51500000000000001</c:v>
                </c:pt>
                <c:pt idx="116">
                  <c:v>0.51600000000000001</c:v>
                </c:pt>
                <c:pt idx="117">
                  <c:v>0.51700000000000002</c:v>
                </c:pt>
                <c:pt idx="118">
                  <c:v>0.51800000000000002</c:v>
                </c:pt>
                <c:pt idx="119">
                  <c:v>0.51900000000000002</c:v>
                </c:pt>
                <c:pt idx="120">
                  <c:v>0.52</c:v>
                </c:pt>
                <c:pt idx="121">
                  <c:v>0.52100000000000002</c:v>
                </c:pt>
                <c:pt idx="122">
                  <c:v>0.52200000000000002</c:v>
                </c:pt>
                <c:pt idx="123">
                  <c:v>0.52300000000000002</c:v>
                </c:pt>
                <c:pt idx="124">
                  <c:v>0.52400000000000002</c:v>
                </c:pt>
                <c:pt idx="125">
                  <c:v>0.52500000000000002</c:v>
                </c:pt>
                <c:pt idx="126">
                  <c:v>0.52600000000000002</c:v>
                </c:pt>
                <c:pt idx="127">
                  <c:v>0.52700000000000002</c:v>
                </c:pt>
                <c:pt idx="128">
                  <c:v>0.52800000000000002</c:v>
                </c:pt>
                <c:pt idx="129">
                  <c:v>0.52900000000000003</c:v>
                </c:pt>
                <c:pt idx="130">
                  <c:v>0.53</c:v>
                </c:pt>
                <c:pt idx="131">
                  <c:v>0.53100000000000003</c:v>
                </c:pt>
                <c:pt idx="132">
                  <c:v>0.53200000000000003</c:v>
                </c:pt>
                <c:pt idx="133">
                  <c:v>0.53300000000000003</c:v>
                </c:pt>
                <c:pt idx="134">
                  <c:v>0.53400000000000003</c:v>
                </c:pt>
                <c:pt idx="135">
                  <c:v>0.53500000000000003</c:v>
                </c:pt>
                <c:pt idx="136">
                  <c:v>0.53600000000000003</c:v>
                </c:pt>
                <c:pt idx="137">
                  <c:v>0.53700000000000003</c:v>
                </c:pt>
                <c:pt idx="138">
                  <c:v>0.53800000000000003</c:v>
                </c:pt>
                <c:pt idx="139">
                  <c:v>0.53900000000000003</c:v>
                </c:pt>
                <c:pt idx="140">
                  <c:v>0.54</c:v>
                </c:pt>
                <c:pt idx="141">
                  <c:v>0.54100000000000004</c:v>
                </c:pt>
                <c:pt idx="142">
                  <c:v>0.54200000000000004</c:v>
                </c:pt>
                <c:pt idx="143">
                  <c:v>0.54300000000000004</c:v>
                </c:pt>
                <c:pt idx="144">
                  <c:v>0.54400000000000004</c:v>
                </c:pt>
                <c:pt idx="145">
                  <c:v>0.54500000000000004</c:v>
                </c:pt>
                <c:pt idx="146">
                  <c:v>0.54600000000000004</c:v>
                </c:pt>
                <c:pt idx="147">
                  <c:v>0.54700000000000004</c:v>
                </c:pt>
                <c:pt idx="148">
                  <c:v>0.54800000000000004</c:v>
                </c:pt>
                <c:pt idx="149">
                  <c:v>0.54900000000000004</c:v>
                </c:pt>
                <c:pt idx="150">
                  <c:v>0.55000000000000004</c:v>
                </c:pt>
                <c:pt idx="151">
                  <c:v>0.55100000000000005</c:v>
                </c:pt>
                <c:pt idx="152">
                  <c:v>0.55200000000000005</c:v>
                </c:pt>
                <c:pt idx="153">
                  <c:v>0.55300000000000005</c:v>
                </c:pt>
                <c:pt idx="154">
                  <c:v>0.55400000000000005</c:v>
                </c:pt>
                <c:pt idx="155">
                  <c:v>0.55500000000000005</c:v>
                </c:pt>
                <c:pt idx="156">
                  <c:v>0.55600000000000005</c:v>
                </c:pt>
                <c:pt idx="157">
                  <c:v>0.55700000000000005</c:v>
                </c:pt>
                <c:pt idx="158">
                  <c:v>0.55800000000000005</c:v>
                </c:pt>
                <c:pt idx="159">
                  <c:v>0.55900000000000005</c:v>
                </c:pt>
                <c:pt idx="160">
                  <c:v>0.56000000000000005</c:v>
                </c:pt>
                <c:pt idx="161">
                  <c:v>0.56100000000000005</c:v>
                </c:pt>
                <c:pt idx="162">
                  <c:v>0.56200000000000006</c:v>
                </c:pt>
                <c:pt idx="163">
                  <c:v>0.56299999999999994</c:v>
                </c:pt>
                <c:pt idx="164">
                  <c:v>0.56399999999999995</c:v>
                </c:pt>
                <c:pt idx="165">
                  <c:v>0.56499999999999995</c:v>
                </c:pt>
                <c:pt idx="166">
                  <c:v>0.56599999999999995</c:v>
                </c:pt>
                <c:pt idx="167">
                  <c:v>0.56699999999999995</c:v>
                </c:pt>
                <c:pt idx="168">
                  <c:v>0.56799999999999995</c:v>
                </c:pt>
                <c:pt idx="169">
                  <c:v>0.56899999999999995</c:v>
                </c:pt>
                <c:pt idx="170">
                  <c:v>0.56999999999999995</c:v>
                </c:pt>
                <c:pt idx="171">
                  <c:v>0.57099999999999995</c:v>
                </c:pt>
                <c:pt idx="172">
                  <c:v>0.57199999999999995</c:v>
                </c:pt>
                <c:pt idx="173">
                  <c:v>0.57299999999999995</c:v>
                </c:pt>
                <c:pt idx="174">
                  <c:v>0.57399999999999995</c:v>
                </c:pt>
                <c:pt idx="175">
                  <c:v>0.57499999999999996</c:v>
                </c:pt>
                <c:pt idx="176">
                  <c:v>0.57599999999999996</c:v>
                </c:pt>
                <c:pt idx="177">
                  <c:v>0.57699999999999996</c:v>
                </c:pt>
                <c:pt idx="178">
                  <c:v>0.57799999999999996</c:v>
                </c:pt>
                <c:pt idx="179">
                  <c:v>0.57899999999999996</c:v>
                </c:pt>
                <c:pt idx="180">
                  <c:v>0.57999999999999996</c:v>
                </c:pt>
                <c:pt idx="181">
                  <c:v>0.58099999999999996</c:v>
                </c:pt>
                <c:pt idx="182">
                  <c:v>0.58199999999999996</c:v>
                </c:pt>
                <c:pt idx="183">
                  <c:v>0.58299999999999996</c:v>
                </c:pt>
                <c:pt idx="184">
                  <c:v>0.58399999999999996</c:v>
                </c:pt>
                <c:pt idx="185">
                  <c:v>0.58499999999999996</c:v>
                </c:pt>
                <c:pt idx="186">
                  <c:v>0.58599999999999997</c:v>
                </c:pt>
                <c:pt idx="187">
                  <c:v>0.58699999999999997</c:v>
                </c:pt>
                <c:pt idx="188">
                  <c:v>0.58799999999999997</c:v>
                </c:pt>
                <c:pt idx="189">
                  <c:v>0.58899999999999997</c:v>
                </c:pt>
                <c:pt idx="190">
                  <c:v>0.59</c:v>
                </c:pt>
                <c:pt idx="191">
                  <c:v>0.59099999999999997</c:v>
                </c:pt>
                <c:pt idx="192">
                  <c:v>0.59199999999999997</c:v>
                </c:pt>
                <c:pt idx="193">
                  <c:v>0.59299999999999997</c:v>
                </c:pt>
                <c:pt idx="194">
                  <c:v>0.59399999999999997</c:v>
                </c:pt>
                <c:pt idx="195">
                  <c:v>0.59499999999999997</c:v>
                </c:pt>
                <c:pt idx="196">
                  <c:v>0.59599999999999997</c:v>
                </c:pt>
                <c:pt idx="197">
                  <c:v>0.59699999999999998</c:v>
                </c:pt>
                <c:pt idx="198">
                  <c:v>0.59799999999999998</c:v>
                </c:pt>
                <c:pt idx="199">
                  <c:v>0.59899999999999998</c:v>
                </c:pt>
                <c:pt idx="200">
                  <c:v>0.6</c:v>
                </c:pt>
                <c:pt idx="201">
                  <c:v>0.60099999999999998</c:v>
                </c:pt>
                <c:pt idx="202">
                  <c:v>0.60199999999999998</c:v>
                </c:pt>
                <c:pt idx="203">
                  <c:v>0.60299999999999998</c:v>
                </c:pt>
                <c:pt idx="204">
                  <c:v>0.60399999999999998</c:v>
                </c:pt>
                <c:pt idx="205">
                  <c:v>0.60499999999999998</c:v>
                </c:pt>
                <c:pt idx="206">
                  <c:v>0.60599999999999998</c:v>
                </c:pt>
                <c:pt idx="207">
                  <c:v>0.60699999999999998</c:v>
                </c:pt>
                <c:pt idx="208">
                  <c:v>0.60799999999999998</c:v>
                </c:pt>
                <c:pt idx="209">
                  <c:v>0.60899999999999999</c:v>
                </c:pt>
                <c:pt idx="210">
                  <c:v>0.61</c:v>
                </c:pt>
                <c:pt idx="211">
                  <c:v>0.61099999999999999</c:v>
                </c:pt>
                <c:pt idx="212">
                  <c:v>0.61199999999999999</c:v>
                </c:pt>
                <c:pt idx="213">
                  <c:v>0.61299999999999999</c:v>
                </c:pt>
                <c:pt idx="214">
                  <c:v>0.61399999999999999</c:v>
                </c:pt>
                <c:pt idx="215">
                  <c:v>0.61499999999999999</c:v>
                </c:pt>
                <c:pt idx="216">
                  <c:v>0.61599999999999999</c:v>
                </c:pt>
                <c:pt idx="217">
                  <c:v>0.61699999999999999</c:v>
                </c:pt>
                <c:pt idx="218">
                  <c:v>0.61799999999999999</c:v>
                </c:pt>
                <c:pt idx="219">
                  <c:v>0.61899999999999999</c:v>
                </c:pt>
                <c:pt idx="220">
                  <c:v>0.62</c:v>
                </c:pt>
                <c:pt idx="221">
                  <c:v>0.621</c:v>
                </c:pt>
                <c:pt idx="222">
                  <c:v>0.622</c:v>
                </c:pt>
                <c:pt idx="223">
                  <c:v>0.623</c:v>
                </c:pt>
                <c:pt idx="224">
                  <c:v>0.624</c:v>
                </c:pt>
                <c:pt idx="225">
                  <c:v>0.625</c:v>
                </c:pt>
                <c:pt idx="226">
                  <c:v>0.626</c:v>
                </c:pt>
                <c:pt idx="227">
                  <c:v>0.627</c:v>
                </c:pt>
                <c:pt idx="228">
                  <c:v>0.628</c:v>
                </c:pt>
                <c:pt idx="229">
                  <c:v>0.629</c:v>
                </c:pt>
                <c:pt idx="230">
                  <c:v>0.63</c:v>
                </c:pt>
                <c:pt idx="231">
                  <c:v>0.63100000000000001</c:v>
                </c:pt>
                <c:pt idx="232">
                  <c:v>0.63200000000000001</c:v>
                </c:pt>
                <c:pt idx="233">
                  <c:v>0.63300000000000001</c:v>
                </c:pt>
                <c:pt idx="234">
                  <c:v>0.63400000000000001</c:v>
                </c:pt>
                <c:pt idx="235">
                  <c:v>0.63500000000000001</c:v>
                </c:pt>
                <c:pt idx="236">
                  <c:v>0.63600000000000001</c:v>
                </c:pt>
                <c:pt idx="237">
                  <c:v>0.63700000000000001</c:v>
                </c:pt>
                <c:pt idx="238">
                  <c:v>0.63800000000000001</c:v>
                </c:pt>
                <c:pt idx="239">
                  <c:v>0.63900000000000001</c:v>
                </c:pt>
                <c:pt idx="240">
                  <c:v>0.64</c:v>
                </c:pt>
                <c:pt idx="241">
                  <c:v>0.64100000000000001</c:v>
                </c:pt>
                <c:pt idx="242">
                  <c:v>0.64200000000000002</c:v>
                </c:pt>
                <c:pt idx="243">
                  <c:v>0.64300000000000002</c:v>
                </c:pt>
                <c:pt idx="244">
                  <c:v>0.64400000000000002</c:v>
                </c:pt>
                <c:pt idx="245">
                  <c:v>0.64500000000000002</c:v>
                </c:pt>
                <c:pt idx="246">
                  <c:v>0.64600000000000002</c:v>
                </c:pt>
                <c:pt idx="247">
                  <c:v>0.64700000000000002</c:v>
                </c:pt>
                <c:pt idx="248">
                  <c:v>0.64800000000000002</c:v>
                </c:pt>
                <c:pt idx="249">
                  <c:v>0.64900000000000002</c:v>
                </c:pt>
                <c:pt idx="250">
                  <c:v>0.65</c:v>
                </c:pt>
                <c:pt idx="251">
                  <c:v>0.65100000000000002</c:v>
                </c:pt>
                <c:pt idx="252">
                  <c:v>0.65200000000000002</c:v>
                </c:pt>
                <c:pt idx="253">
                  <c:v>0.65300000000000002</c:v>
                </c:pt>
                <c:pt idx="254">
                  <c:v>0.65400000000000003</c:v>
                </c:pt>
                <c:pt idx="255">
                  <c:v>0.65500000000000003</c:v>
                </c:pt>
                <c:pt idx="256">
                  <c:v>0.65600000000000003</c:v>
                </c:pt>
                <c:pt idx="257">
                  <c:v>0.65700000000000003</c:v>
                </c:pt>
                <c:pt idx="258">
                  <c:v>0.65800000000000003</c:v>
                </c:pt>
                <c:pt idx="259">
                  <c:v>0.65900000000000003</c:v>
                </c:pt>
                <c:pt idx="260">
                  <c:v>0.66</c:v>
                </c:pt>
                <c:pt idx="261">
                  <c:v>0.66100000000000003</c:v>
                </c:pt>
                <c:pt idx="262">
                  <c:v>0.66200000000000003</c:v>
                </c:pt>
                <c:pt idx="263">
                  <c:v>0.66300000000000003</c:v>
                </c:pt>
                <c:pt idx="264">
                  <c:v>0.66400000000000003</c:v>
                </c:pt>
                <c:pt idx="265">
                  <c:v>0.66500000000000004</c:v>
                </c:pt>
                <c:pt idx="266">
                  <c:v>0.66600000000000004</c:v>
                </c:pt>
                <c:pt idx="267">
                  <c:v>0.66700000000000004</c:v>
                </c:pt>
                <c:pt idx="268">
                  <c:v>0.66800000000000004</c:v>
                </c:pt>
                <c:pt idx="269">
                  <c:v>0.66900000000000004</c:v>
                </c:pt>
                <c:pt idx="270">
                  <c:v>0.67</c:v>
                </c:pt>
                <c:pt idx="271">
                  <c:v>0.67100000000000004</c:v>
                </c:pt>
                <c:pt idx="272">
                  <c:v>0.67200000000000004</c:v>
                </c:pt>
                <c:pt idx="273">
                  <c:v>0.67300000000000004</c:v>
                </c:pt>
                <c:pt idx="274">
                  <c:v>0.67400000000000004</c:v>
                </c:pt>
                <c:pt idx="275">
                  <c:v>0.67500000000000004</c:v>
                </c:pt>
                <c:pt idx="276">
                  <c:v>0.67600000000000005</c:v>
                </c:pt>
                <c:pt idx="277">
                  <c:v>0.67700000000000005</c:v>
                </c:pt>
                <c:pt idx="278">
                  <c:v>0.67800000000000005</c:v>
                </c:pt>
                <c:pt idx="279">
                  <c:v>0.67900000000000005</c:v>
                </c:pt>
                <c:pt idx="280">
                  <c:v>0.68</c:v>
                </c:pt>
                <c:pt idx="281">
                  <c:v>0.68100000000000005</c:v>
                </c:pt>
                <c:pt idx="282">
                  <c:v>0.68200000000000005</c:v>
                </c:pt>
                <c:pt idx="283">
                  <c:v>0.68300000000000005</c:v>
                </c:pt>
                <c:pt idx="284">
                  <c:v>0.68400000000000005</c:v>
                </c:pt>
                <c:pt idx="285">
                  <c:v>0.68500000000000005</c:v>
                </c:pt>
                <c:pt idx="286">
                  <c:v>0.68600000000000005</c:v>
                </c:pt>
                <c:pt idx="287">
                  <c:v>0.68700000000000006</c:v>
                </c:pt>
                <c:pt idx="288">
                  <c:v>0.68799999999999994</c:v>
                </c:pt>
                <c:pt idx="289">
                  <c:v>0.68899999999999995</c:v>
                </c:pt>
                <c:pt idx="290">
                  <c:v>0.69</c:v>
                </c:pt>
                <c:pt idx="291">
                  <c:v>0.69099999999999995</c:v>
                </c:pt>
                <c:pt idx="292">
                  <c:v>0.69199999999999995</c:v>
                </c:pt>
                <c:pt idx="293">
                  <c:v>0.69299999999999995</c:v>
                </c:pt>
                <c:pt idx="294">
                  <c:v>0.69399999999999995</c:v>
                </c:pt>
                <c:pt idx="295">
                  <c:v>0.69499999999999995</c:v>
                </c:pt>
                <c:pt idx="296">
                  <c:v>0.69599999999999995</c:v>
                </c:pt>
                <c:pt idx="297">
                  <c:v>0.69699999999999995</c:v>
                </c:pt>
                <c:pt idx="298">
                  <c:v>0.69799999999999995</c:v>
                </c:pt>
                <c:pt idx="299">
                  <c:v>0.69899999999999995</c:v>
                </c:pt>
                <c:pt idx="300">
                  <c:v>0.7</c:v>
                </c:pt>
                <c:pt idx="301">
                  <c:v>0.70099999999999996</c:v>
                </c:pt>
                <c:pt idx="302">
                  <c:v>0.70199999999999996</c:v>
                </c:pt>
                <c:pt idx="303">
                  <c:v>0.70299999999999996</c:v>
                </c:pt>
                <c:pt idx="304">
                  <c:v>0.70399999999999996</c:v>
                </c:pt>
                <c:pt idx="305">
                  <c:v>0.70499999999999996</c:v>
                </c:pt>
                <c:pt idx="306">
                  <c:v>0.70599999999999996</c:v>
                </c:pt>
                <c:pt idx="307">
                  <c:v>0.70699999999999996</c:v>
                </c:pt>
                <c:pt idx="308">
                  <c:v>0.70799999999999996</c:v>
                </c:pt>
                <c:pt idx="309">
                  <c:v>0.70899999999999996</c:v>
                </c:pt>
                <c:pt idx="310">
                  <c:v>0.71</c:v>
                </c:pt>
                <c:pt idx="311">
                  <c:v>0.71099999999999997</c:v>
                </c:pt>
                <c:pt idx="312">
                  <c:v>0.71199999999999997</c:v>
                </c:pt>
                <c:pt idx="313">
                  <c:v>0.71299999999999997</c:v>
                </c:pt>
                <c:pt idx="314">
                  <c:v>0.71399999999999997</c:v>
                </c:pt>
                <c:pt idx="315">
                  <c:v>0.71499999999999997</c:v>
                </c:pt>
                <c:pt idx="316">
                  <c:v>0.71599999999999997</c:v>
                </c:pt>
                <c:pt idx="317">
                  <c:v>0.71699999999999997</c:v>
                </c:pt>
                <c:pt idx="318">
                  <c:v>0.71799999999999997</c:v>
                </c:pt>
                <c:pt idx="319">
                  <c:v>0.71899999999999997</c:v>
                </c:pt>
                <c:pt idx="320">
                  <c:v>0.72</c:v>
                </c:pt>
                <c:pt idx="321">
                  <c:v>0.72099999999999997</c:v>
                </c:pt>
                <c:pt idx="322">
                  <c:v>0.72199999999999998</c:v>
                </c:pt>
                <c:pt idx="323">
                  <c:v>0.72299999999999998</c:v>
                </c:pt>
                <c:pt idx="324">
                  <c:v>0.72399999999999998</c:v>
                </c:pt>
                <c:pt idx="325">
                  <c:v>0.72499999999999998</c:v>
                </c:pt>
                <c:pt idx="326">
                  <c:v>0.72599999999999998</c:v>
                </c:pt>
                <c:pt idx="327">
                  <c:v>0.72699999999999998</c:v>
                </c:pt>
                <c:pt idx="328">
                  <c:v>0.72799999999999998</c:v>
                </c:pt>
                <c:pt idx="329">
                  <c:v>0.72899999999999998</c:v>
                </c:pt>
                <c:pt idx="330">
                  <c:v>0.73</c:v>
                </c:pt>
                <c:pt idx="331">
                  <c:v>0.73099999999999998</c:v>
                </c:pt>
                <c:pt idx="332">
                  <c:v>0.73199999999999998</c:v>
                </c:pt>
                <c:pt idx="333">
                  <c:v>0.73299999999999998</c:v>
                </c:pt>
                <c:pt idx="334">
                  <c:v>0.73399999999999999</c:v>
                </c:pt>
                <c:pt idx="335">
                  <c:v>0.73499999999999999</c:v>
                </c:pt>
                <c:pt idx="336">
                  <c:v>0.73599999999999999</c:v>
                </c:pt>
                <c:pt idx="337">
                  <c:v>0.73699999999999999</c:v>
                </c:pt>
                <c:pt idx="338">
                  <c:v>0.73799999999999999</c:v>
                </c:pt>
                <c:pt idx="339">
                  <c:v>0.73899999999999999</c:v>
                </c:pt>
                <c:pt idx="340">
                  <c:v>0.74</c:v>
                </c:pt>
                <c:pt idx="341">
                  <c:v>0.74099999999999999</c:v>
                </c:pt>
                <c:pt idx="342">
                  <c:v>0.74199999999999999</c:v>
                </c:pt>
                <c:pt idx="343">
                  <c:v>0.74299999999999999</c:v>
                </c:pt>
                <c:pt idx="344">
                  <c:v>0.74399999999999999</c:v>
                </c:pt>
                <c:pt idx="345">
                  <c:v>0.745</c:v>
                </c:pt>
                <c:pt idx="346">
                  <c:v>0.746</c:v>
                </c:pt>
                <c:pt idx="347">
                  <c:v>0.747</c:v>
                </c:pt>
                <c:pt idx="348">
                  <c:v>0.748</c:v>
                </c:pt>
                <c:pt idx="349">
                  <c:v>0.749</c:v>
                </c:pt>
                <c:pt idx="350">
                  <c:v>0.75</c:v>
                </c:pt>
                <c:pt idx="351">
                  <c:v>0.751</c:v>
                </c:pt>
                <c:pt idx="352">
                  <c:v>0.752</c:v>
                </c:pt>
                <c:pt idx="353">
                  <c:v>0.753</c:v>
                </c:pt>
                <c:pt idx="354">
                  <c:v>0.754</c:v>
                </c:pt>
                <c:pt idx="355">
                  <c:v>0.755</c:v>
                </c:pt>
                <c:pt idx="356">
                  <c:v>0.75600000000000001</c:v>
                </c:pt>
                <c:pt idx="357">
                  <c:v>0.75700000000000001</c:v>
                </c:pt>
                <c:pt idx="358">
                  <c:v>0.75800000000000001</c:v>
                </c:pt>
                <c:pt idx="359">
                  <c:v>0.75900000000000001</c:v>
                </c:pt>
                <c:pt idx="360">
                  <c:v>0.76</c:v>
                </c:pt>
                <c:pt idx="361">
                  <c:v>0.76100000000000001</c:v>
                </c:pt>
                <c:pt idx="362">
                  <c:v>0.76200000000000001</c:v>
                </c:pt>
                <c:pt idx="363">
                  <c:v>0.76300000000000001</c:v>
                </c:pt>
                <c:pt idx="364">
                  <c:v>0.76400000000000001</c:v>
                </c:pt>
                <c:pt idx="365">
                  <c:v>0.76500000000000001</c:v>
                </c:pt>
                <c:pt idx="366">
                  <c:v>0.76600000000000001</c:v>
                </c:pt>
                <c:pt idx="367">
                  <c:v>0.76700000000000002</c:v>
                </c:pt>
                <c:pt idx="368">
                  <c:v>0.76800000000000002</c:v>
                </c:pt>
                <c:pt idx="369">
                  <c:v>0.76900000000000002</c:v>
                </c:pt>
                <c:pt idx="370">
                  <c:v>0.77</c:v>
                </c:pt>
                <c:pt idx="371">
                  <c:v>0.77100000000000002</c:v>
                </c:pt>
                <c:pt idx="372">
                  <c:v>0.77200000000000002</c:v>
                </c:pt>
                <c:pt idx="373">
                  <c:v>0.77300000000000002</c:v>
                </c:pt>
                <c:pt idx="374">
                  <c:v>0.77400000000000002</c:v>
                </c:pt>
                <c:pt idx="375">
                  <c:v>0.77500000000000002</c:v>
                </c:pt>
                <c:pt idx="376">
                  <c:v>0.77600000000000002</c:v>
                </c:pt>
                <c:pt idx="377">
                  <c:v>0.77700000000000002</c:v>
                </c:pt>
                <c:pt idx="378">
                  <c:v>0.77800000000000002</c:v>
                </c:pt>
                <c:pt idx="379">
                  <c:v>0.77900000000000003</c:v>
                </c:pt>
                <c:pt idx="380">
                  <c:v>0.78</c:v>
                </c:pt>
                <c:pt idx="381">
                  <c:v>0.78100000000000003</c:v>
                </c:pt>
                <c:pt idx="382">
                  <c:v>0.78200000000000003</c:v>
                </c:pt>
                <c:pt idx="383">
                  <c:v>0.78300000000000003</c:v>
                </c:pt>
                <c:pt idx="384">
                  <c:v>0.78400000000000003</c:v>
                </c:pt>
                <c:pt idx="385">
                  <c:v>0.78500000000000003</c:v>
                </c:pt>
                <c:pt idx="386">
                  <c:v>0.78600000000000003</c:v>
                </c:pt>
                <c:pt idx="387">
                  <c:v>0.78700000000000003</c:v>
                </c:pt>
                <c:pt idx="388">
                  <c:v>0.78800000000000003</c:v>
                </c:pt>
                <c:pt idx="389">
                  <c:v>0.78900000000000003</c:v>
                </c:pt>
                <c:pt idx="390">
                  <c:v>0.79</c:v>
                </c:pt>
                <c:pt idx="391">
                  <c:v>0.79100000000000004</c:v>
                </c:pt>
                <c:pt idx="392">
                  <c:v>0.79200000000000004</c:v>
                </c:pt>
                <c:pt idx="393">
                  <c:v>0.79300000000000004</c:v>
                </c:pt>
                <c:pt idx="394">
                  <c:v>0.79400000000000004</c:v>
                </c:pt>
                <c:pt idx="395">
                  <c:v>0.79500000000000004</c:v>
                </c:pt>
                <c:pt idx="396">
                  <c:v>0.79600000000000004</c:v>
                </c:pt>
                <c:pt idx="397">
                  <c:v>0.79700000000000004</c:v>
                </c:pt>
                <c:pt idx="398">
                  <c:v>0.79800000000000004</c:v>
                </c:pt>
                <c:pt idx="399">
                  <c:v>0.79900000000000004</c:v>
                </c:pt>
                <c:pt idx="400">
                  <c:v>0.8</c:v>
                </c:pt>
                <c:pt idx="401">
                  <c:v>0.80100000000000005</c:v>
                </c:pt>
                <c:pt idx="402">
                  <c:v>0.80200000000000005</c:v>
                </c:pt>
                <c:pt idx="403">
                  <c:v>0.80300000000000005</c:v>
                </c:pt>
                <c:pt idx="404">
                  <c:v>0.80400000000000005</c:v>
                </c:pt>
                <c:pt idx="405">
                  <c:v>0.80500000000000005</c:v>
                </c:pt>
                <c:pt idx="406">
                  <c:v>0.80600000000000005</c:v>
                </c:pt>
                <c:pt idx="407">
                  <c:v>0.80700000000000005</c:v>
                </c:pt>
                <c:pt idx="408">
                  <c:v>0.80800000000000005</c:v>
                </c:pt>
                <c:pt idx="409">
                  <c:v>0.80900000000000005</c:v>
                </c:pt>
                <c:pt idx="410">
                  <c:v>0.81</c:v>
                </c:pt>
                <c:pt idx="411">
                  <c:v>0.81100000000000005</c:v>
                </c:pt>
                <c:pt idx="412">
                  <c:v>0.81200000000000006</c:v>
                </c:pt>
                <c:pt idx="413">
                  <c:v>0.81299999999999994</c:v>
                </c:pt>
                <c:pt idx="414">
                  <c:v>0.81399999999999995</c:v>
                </c:pt>
                <c:pt idx="415">
                  <c:v>0.81499999999999995</c:v>
                </c:pt>
                <c:pt idx="416">
                  <c:v>0.81599999999999995</c:v>
                </c:pt>
                <c:pt idx="417">
                  <c:v>0.81699999999999995</c:v>
                </c:pt>
                <c:pt idx="418">
                  <c:v>0.81799999999999995</c:v>
                </c:pt>
                <c:pt idx="419">
                  <c:v>0.81899999999999995</c:v>
                </c:pt>
                <c:pt idx="420">
                  <c:v>0.82</c:v>
                </c:pt>
                <c:pt idx="421">
                  <c:v>0.82099999999999995</c:v>
                </c:pt>
                <c:pt idx="422">
                  <c:v>0.82199999999999995</c:v>
                </c:pt>
                <c:pt idx="423">
                  <c:v>0.82299999999999995</c:v>
                </c:pt>
                <c:pt idx="424">
                  <c:v>0.82399999999999995</c:v>
                </c:pt>
                <c:pt idx="425">
                  <c:v>0.82499999999999996</c:v>
                </c:pt>
                <c:pt idx="426">
                  <c:v>0.82599999999999996</c:v>
                </c:pt>
                <c:pt idx="427">
                  <c:v>0.82699999999999996</c:v>
                </c:pt>
                <c:pt idx="428">
                  <c:v>0.82799999999999996</c:v>
                </c:pt>
                <c:pt idx="429">
                  <c:v>0.82899999999999996</c:v>
                </c:pt>
                <c:pt idx="430">
                  <c:v>0.83</c:v>
                </c:pt>
                <c:pt idx="431">
                  <c:v>0.83099999999999996</c:v>
                </c:pt>
                <c:pt idx="432">
                  <c:v>0.83199999999999996</c:v>
                </c:pt>
                <c:pt idx="433">
                  <c:v>0.83299999999999996</c:v>
                </c:pt>
                <c:pt idx="434">
                  <c:v>0.83399999999999996</c:v>
                </c:pt>
                <c:pt idx="435">
                  <c:v>0.83499999999999996</c:v>
                </c:pt>
                <c:pt idx="436">
                  <c:v>0.83599999999999997</c:v>
                </c:pt>
                <c:pt idx="437">
                  <c:v>0.83699999999999997</c:v>
                </c:pt>
                <c:pt idx="438">
                  <c:v>0.83799999999999997</c:v>
                </c:pt>
                <c:pt idx="439">
                  <c:v>0.83899999999999997</c:v>
                </c:pt>
                <c:pt idx="440">
                  <c:v>0.84</c:v>
                </c:pt>
                <c:pt idx="441">
                  <c:v>0.84099999999999997</c:v>
                </c:pt>
                <c:pt idx="442">
                  <c:v>0.84199999999999997</c:v>
                </c:pt>
                <c:pt idx="443">
                  <c:v>0.84299999999999997</c:v>
                </c:pt>
                <c:pt idx="444">
                  <c:v>0.84399999999999997</c:v>
                </c:pt>
                <c:pt idx="445">
                  <c:v>0.84499999999999997</c:v>
                </c:pt>
                <c:pt idx="446">
                  <c:v>0.84599999999999997</c:v>
                </c:pt>
                <c:pt idx="447">
                  <c:v>0.84699999999999998</c:v>
                </c:pt>
                <c:pt idx="448">
                  <c:v>0.84799999999999998</c:v>
                </c:pt>
                <c:pt idx="449">
                  <c:v>0.84899999999999998</c:v>
                </c:pt>
                <c:pt idx="450">
                  <c:v>0.85</c:v>
                </c:pt>
                <c:pt idx="451">
                  <c:v>0.85099999999999998</c:v>
                </c:pt>
                <c:pt idx="452">
                  <c:v>0.85199999999999998</c:v>
                </c:pt>
                <c:pt idx="453">
                  <c:v>0.85299999999999998</c:v>
                </c:pt>
                <c:pt idx="454">
                  <c:v>0.85399999999999998</c:v>
                </c:pt>
                <c:pt idx="455">
                  <c:v>0.85499999999999998</c:v>
                </c:pt>
                <c:pt idx="456">
                  <c:v>0.85599999999999998</c:v>
                </c:pt>
                <c:pt idx="457">
                  <c:v>0.85699999999999998</c:v>
                </c:pt>
                <c:pt idx="458">
                  <c:v>0.85799999999999998</c:v>
                </c:pt>
                <c:pt idx="459">
                  <c:v>0.85899999999999999</c:v>
                </c:pt>
                <c:pt idx="460">
                  <c:v>0.86</c:v>
                </c:pt>
                <c:pt idx="461">
                  <c:v>0.86099999999999999</c:v>
                </c:pt>
                <c:pt idx="462">
                  <c:v>0.86199999999999999</c:v>
                </c:pt>
                <c:pt idx="463">
                  <c:v>0.86299999999999999</c:v>
                </c:pt>
                <c:pt idx="464">
                  <c:v>0.86399999999999999</c:v>
                </c:pt>
                <c:pt idx="465">
                  <c:v>0.86499999999999999</c:v>
                </c:pt>
                <c:pt idx="466">
                  <c:v>0.86599999999999999</c:v>
                </c:pt>
                <c:pt idx="467">
                  <c:v>0.86699999999999999</c:v>
                </c:pt>
                <c:pt idx="468">
                  <c:v>0.86799999999999999</c:v>
                </c:pt>
                <c:pt idx="469">
                  <c:v>0.86899999999999999</c:v>
                </c:pt>
                <c:pt idx="470">
                  <c:v>0.87</c:v>
                </c:pt>
                <c:pt idx="471">
                  <c:v>0.871</c:v>
                </c:pt>
                <c:pt idx="472">
                  <c:v>0.872</c:v>
                </c:pt>
                <c:pt idx="473">
                  <c:v>0.873</c:v>
                </c:pt>
                <c:pt idx="474">
                  <c:v>0.874</c:v>
                </c:pt>
                <c:pt idx="475">
                  <c:v>0.875</c:v>
                </c:pt>
                <c:pt idx="476">
                  <c:v>0.876</c:v>
                </c:pt>
                <c:pt idx="477">
                  <c:v>0.877</c:v>
                </c:pt>
                <c:pt idx="478">
                  <c:v>0.878</c:v>
                </c:pt>
                <c:pt idx="479">
                  <c:v>0.879</c:v>
                </c:pt>
                <c:pt idx="480">
                  <c:v>0.88</c:v>
                </c:pt>
                <c:pt idx="481">
                  <c:v>0.88100000000000001</c:v>
                </c:pt>
                <c:pt idx="482">
                  <c:v>0.88200000000000001</c:v>
                </c:pt>
                <c:pt idx="483">
                  <c:v>0.88300000000000001</c:v>
                </c:pt>
                <c:pt idx="484">
                  <c:v>0.88400000000000001</c:v>
                </c:pt>
                <c:pt idx="485">
                  <c:v>0.88500000000000001</c:v>
                </c:pt>
                <c:pt idx="486">
                  <c:v>0.88600000000000001</c:v>
                </c:pt>
                <c:pt idx="487">
                  <c:v>0.88700000000000001</c:v>
                </c:pt>
                <c:pt idx="488">
                  <c:v>0.88800000000000001</c:v>
                </c:pt>
                <c:pt idx="489">
                  <c:v>0.88900000000000001</c:v>
                </c:pt>
                <c:pt idx="490">
                  <c:v>0.89</c:v>
                </c:pt>
                <c:pt idx="491">
                  <c:v>0.89100000000000001</c:v>
                </c:pt>
                <c:pt idx="492">
                  <c:v>0.89200000000000002</c:v>
                </c:pt>
                <c:pt idx="493">
                  <c:v>0.89300000000000002</c:v>
                </c:pt>
                <c:pt idx="494">
                  <c:v>0.89400000000000002</c:v>
                </c:pt>
                <c:pt idx="495">
                  <c:v>0.89500000000000002</c:v>
                </c:pt>
                <c:pt idx="496">
                  <c:v>0.89600000000000002</c:v>
                </c:pt>
                <c:pt idx="497">
                  <c:v>0.89700000000000002</c:v>
                </c:pt>
                <c:pt idx="498">
                  <c:v>0.89800000000000002</c:v>
                </c:pt>
                <c:pt idx="499">
                  <c:v>0.89900000000000002</c:v>
                </c:pt>
                <c:pt idx="500">
                  <c:v>0.9</c:v>
                </c:pt>
                <c:pt idx="501">
                  <c:v>0.90100000000000002</c:v>
                </c:pt>
                <c:pt idx="502">
                  <c:v>0.90200000000000002</c:v>
                </c:pt>
                <c:pt idx="503">
                  <c:v>0.90300000000000002</c:v>
                </c:pt>
                <c:pt idx="504">
                  <c:v>0.90400000000000003</c:v>
                </c:pt>
                <c:pt idx="505">
                  <c:v>0.90500000000000003</c:v>
                </c:pt>
                <c:pt idx="506">
                  <c:v>0.90600000000000003</c:v>
                </c:pt>
                <c:pt idx="507">
                  <c:v>0.90700000000000003</c:v>
                </c:pt>
                <c:pt idx="508">
                  <c:v>0.90800000000000003</c:v>
                </c:pt>
                <c:pt idx="509">
                  <c:v>0.90900000000000003</c:v>
                </c:pt>
                <c:pt idx="510">
                  <c:v>0.91</c:v>
                </c:pt>
                <c:pt idx="511">
                  <c:v>0.91100000000000003</c:v>
                </c:pt>
                <c:pt idx="512">
                  <c:v>0.91200000000000003</c:v>
                </c:pt>
                <c:pt idx="513">
                  <c:v>0.91300000000000003</c:v>
                </c:pt>
                <c:pt idx="514">
                  <c:v>0.91400000000000003</c:v>
                </c:pt>
                <c:pt idx="515">
                  <c:v>0.91500000000000004</c:v>
                </c:pt>
                <c:pt idx="516">
                  <c:v>0.91600000000000004</c:v>
                </c:pt>
                <c:pt idx="517">
                  <c:v>0.91700000000000004</c:v>
                </c:pt>
                <c:pt idx="518">
                  <c:v>0.91800000000000004</c:v>
                </c:pt>
                <c:pt idx="519">
                  <c:v>0.91900000000000004</c:v>
                </c:pt>
                <c:pt idx="520">
                  <c:v>0.92</c:v>
                </c:pt>
                <c:pt idx="521">
                  <c:v>0.92100000000000004</c:v>
                </c:pt>
                <c:pt idx="522">
                  <c:v>0.92200000000000004</c:v>
                </c:pt>
                <c:pt idx="523">
                  <c:v>0.92300000000000004</c:v>
                </c:pt>
                <c:pt idx="524">
                  <c:v>0.92400000000000004</c:v>
                </c:pt>
                <c:pt idx="525">
                  <c:v>0.92500000000000004</c:v>
                </c:pt>
                <c:pt idx="526">
                  <c:v>0.92600000000000005</c:v>
                </c:pt>
                <c:pt idx="527">
                  <c:v>0.92700000000000005</c:v>
                </c:pt>
                <c:pt idx="528">
                  <c:v>0.92800000000000005</c:v>
                </c:pt>
                <c:pt idx="529">
                  <c:v>0.92900000000000005</c:v>
                </c:pt>
                <c:pt idx="530">
                  <c:v>0.93</c:v>
                </c:pt>
                <c:pt idx="531">
                  <c:v>0.93100000000000005</c:v>
                </c:pt>
                <c:pt idx="532">
                  <c:v>0.93200000000000005</c:v>
                </c:pt>
                <c:pt idx="533">
                  <c:v>0.93300000000000005</c:v>
                </c:pt>
                <c:pt idx="534">
                  <c:v>0.93400000000000005</c:v>
                </c:pt>
                <c:pt idx="535">
                  <c:v>0.93500000000000005</c:v>
                </c:pt>
                <c:pt idx="536">
                  <c:v>0.93600000000000005</c:v>
                </c:pt>
                <c:pt idx="537">
                  <c:v>0.93700000000000006</c:v>
                </c:pt>
                <c:pt idx="538">
                  <c:v>0.93799999999999994</c:v>
                </c:pt>
                <c:pt idx="539">
                  <c:v>0.93899999999999995</c:v>
                </c:pt>
                <c:pt idx="540">
                  <c:v>0.94</c:v>
                </c:pt>
                <c:pt idx="541">
                  <c:v>0.94099999999999995</c:v>
                </c:pt>
                <c:pt idx="542">
                  <c:v>0.94199999999999995</c:v>
                </c:pt>
                <c:pt idx="543">
                  <c:v>0.94299999999999995</c:v>
                </c:pt>
                <c:pt idx="544">
                  <c:v>0.94399999999999995</c:v>
                </c:pt>
                <c:pt idx="545">
                  <c:v>0.94499999999999995</c:v>
                </c:pt>
                <c:pt idx="546">
                  <c:v>0.94599999999999995</c:v>
                </c:pt>
                <c:pt idx="547">
                  <c:v>0.94699999999999995</c:v>
                </c:pt>
                <c:pt idx="548">
                  <c:v>0.94799999999999995</c:v>
                </c:pt>
                <c:pt idx="549">
                  <c:v>0.94899999999999995</c:v>
                </c:pt>
                <c:pt idx="550">
                  <c:v>0.95</c:v>
                </c:pt>
                <c:pt idx="551">
                  <c:v>0.95099999999999996</c:v>
                </c:pt>
                <c:pt idx="552">
                  <c:v>0.95199999999999996</c:v>
                </c:pt>
                <c:pt idx="553">
                  <c:v>0.95299999999999996</c:v>
                </c:pt>
                <c:pt idx="554">
                  <c:v>0.95399999999999996</c:v>
                </c:pt>
                <c:pt idx="555">
                  <c:v>0.95499999999999996</c:v>
                </c:pt>
                <c:pt idx="556">
                  <c:v>0.95599999999999996</c:v>
                </c:pt>
                <c:pt idx="557">
                  <c:v>0.95699999999999996</c:v>
                </c:pt>
                <c:pt idx="558">
                  <c:v>0.95799999999999996</c:v>
                </c:pt>
                <c:pt idx="559">
                  <c:v>0.95899999999999996</c:v>
                </c:pt>
                <c:pt idx="560">
                  <c:v>0.96</c:v>
                </c:pt>
                <c:pt idx="561">
                  <c:v>0.96099999999999997</c:v>
                </c:pt>
                <c:pt idx="562">
                  <c:v>0.96199999999999997</c:v>
                </c:pt>
                <c:pt idx="563">
                  <c:v>0.96299999999999997</c:v>
                </c:pt>
                <c:pt idx="564">
                  <c:v>0.96399999999999997</c:v>
                </c:pt>
                <c:pt idx="565">
                  <c:v>0.96499999999999997</c:v>
                </c:pt>
                <c:pt idx="566">
                  <c:v>0.96599999999999997</c:v>
                </c:pt>
                <c:pt idx="567">
                  <c:v>0.96699999999999997</c:v>
                </c:pt>
                <c:pt idx="568">
                  <c:v>0.96799999999999997</c:v>
                </c:pt>
                <c:pt idx="569">
                  <c:v>0.96899999999999997</c:v>
                </c:pt>
                <c:pt idx="570">
                  <c:v>0.97</c:v>
                </c:pt>
                <c:pt idx="571">
                  <c:v>0.97099999999999997</c:v>
                </c:pt>
                <c:pt idx="572">
                  <c:v>0.97199999999999998</c:v>
                </c:pt>
                <c:pt idx="573">
                  <c:v>0.97299999999999998</c:v>
                </c:pt>
                <c:pt idx="574">
                  <c:v>0.97399999999999998</c:v>
                </c:pt>
                <c:pt idx="575">
                  <c:v>0.97499999999999998</c:v>
                </c:pt>
                <c:pt idx="576">
                  <c:v>0.97599999999999998</c:v>
                </c:pt>
                <c:pt idx="577">
                  <c:v>0.97699999999999998</c:v>
                </c:pt>
                <c:pt idx="578">
                  <c:v>0.97799999999999998</c:v>
                </c:pt>
                <c:pt idx="579">
                  <c:v>0.97899999999999998</c:v>
                </c:pt>
                <c:pt idx="580">
                  <c:v>0.98</c:v>
                </c:pt>
                <c:pt idx="581">
                  <c:v>0.98099999999999998</c:v>
                </c:pt>
                <c:pt idx="582">
                  <c:v>0.98199999999999998</c:v>
                </c:pt>
                <c:pt idx="583">
                  <c:v>0.98299999999999998</c:v>
                </c:pt>
                <c:pt idx="584">
                  <c:v>0.98399999999999999</c:v>
                </c:pt>
                <c:pt idx="585">
                  <c:v>0.98499999999999999</c:v>
                </c:pt>
                <c:pt idx="586">
                  <c:v>0.98599999999999999</c:v>
                </c:pt>
                <c:pt idx="587">
                  <c:v>0.98699999999999999</c:v>
                </c:pt>
                <c:pt idx="588">
                  <c:v>0.98799999999999999</c:v>
                </c:pt>
                <c:pt idx="589">
                  <c:v>0.98899999999999999</c:v>
                </c:pt>
                <c:pt idx="590">
                  <c:v>0.99</c:v>
                </c:pt>
                <c:pt idx="591">
                  <c:v>0.99099999999999999</c:v>
                </c:pt>
                <c:pt idx="592">
                  <c:v>0.99199999999999999</c:v>
                </c:pt>
                <c:pt idx="593">
                  <c:v>0.99299999999999999</c:v>
                </c:pt>
                <c:pt idx="594">
                  <c:v>0.99399999999999999</c:v>
                </c:pt>
                <c:pt idx="595">
                  <c:v>0.995</c:v>
                </c:pt>
                <c:pt idx="596">
                  <c:v>0.996</c:v>
                </c:pt>
                <c:pt idx="597">
                  <c:v>0.997</c:v>
                </c:pt>
                <c:pt idx="598">
                  <c:v>0.998</c:v>
                </c:pt>
                <c:pt idx="599">
                  <c:v>0.999</c:v>
                </c:pt>
                <c:pt idx="600">
                  <c:v>1</c:v>
                </c:pt>
                <c:pt idx="601">
                  <c:v>1.0009999999999999</c:v>
                </c:pt>
                <c:pt idx="602">
                  <c:v>1.002</c:v>
                </c:pt>
                <c:pt idx="603">
                  <c:v>1.0029999999999999</c:v>
                </c:pt>
                <c:pt idx="604">
                  <c:v>1.004</c:v>
                </c:pt>
                <c:pt idx="605">
                  <c:v>1.0049999999999999</c:v>
                </c:pt>
                <c:pt idx="606">
                  <c:v>1.006</c:v>
                </c:pt>
                <c:pt idx="607">
                  <c:v>1.0069999999999999</c:v>
                </c:pt>
                <c:pt idx="608">
                  <c:v>1.008</c:v>
                </c:pt>
                <c:pt idx="609">
                  <c:v>1.0089999999999999</c:v>
                </c:pt>
                <c:pt idx="610">
                  <c:v>1.01</c:v>
                </c:pt>
                <c:pt idx="611">
                  <c:v>1.0109999999999999</c:v>
                </c:pt>
                <c:pt idx="612">
                  <c:v>1.012</c:v>
                </c:pt>
                <c:pt idx="613">
                  <c:v>1.0129999999999999</c:v>
                </c:pt>
                <c:pt idx="614">
                  <c:v>1.014</c:v>
                </c:pt>
                <c:pt idx="615">
                  <c:v>1.0149999999999999</c:v>
                </c:pt>
                <c:pt idx="616">
                  <c:v>1.016</c:v>
                </c:pt>
                <c:pt idx="617">
                  <c:v>1.0169999999999999</c:v>
                </c:pt>
                <c:pt idx="618">
                  <c:v>1.018</c:v>
                </c:pt>
                <c:pt idx="619">
                  <c:v>1.0189999999999999</c:v>
                </c:pt>
                <c:pt idx="620">
                  <c:v>1.02</c:v>
                </c:pt>
                <c:pt idx="621">
                  <c:v>1.0209999999999999</c:v>
                </c:pt>
                <c:pt idx="622">
                  <c:v>1.022</c:v>
                </c:pt>
                <c:pt idx="623">
                  <c:v>1.0229999999999999</c:v>
                </c:pt>
                <c:pt idx="624">
                  <c:v>1.024</c:v>
                </c:pt>
                <c:pt idx="625">
                  <c:v>1.0249999999999999</c:v>
                </c:pt>
                <c:pt idx="626">
                  <c:v>1.026</c:v>
                </c:pt>
                <c:pt idx="627">
                  <c:v>1.0269999999999999</c:v>
                </c:pt>
                <c:pt idx="628">
                  <c:v>1.028</c:v>
                </c:pt>
                <c:pt idx="629">
                  <c:v>1.0289999999999999</c:v>
                </c:pt>
                <c:pt idx="630">
                  <c:v>1.03</c:v>
                </c:pt>
                <c:pt idx="631">
                  <c:v>1.0309999999999999</c:v>
                </c:pt>
                <c:pt idx="632">
                  <c:v>1.032</c:v>
                </c:pt>
                <c:pt idx="633">
                  <c:v>1.0329999999999999</c:v>
                </c:pt>
                <c:pt idx="634">
                  <c:v>1.034</c:v>
                </c:pt>
                <c:pt idx="635">
                  <c:v>1.0349999999999999</c:v>
                </c:pt>
                <c:pt idx="636">
                  <c:v>1.036</c:v>
                </c:pt>
                <c:pt idx="637">
                  <c:v>1.0369999999999999</c:v>
                </c:pt>
                <c:pt idx="638">
                  <c:v>1.038</c:v>
                </c:pt>
                <c:pt idx="639">
                  <c:v>1.0389999999999999</c:v>
                </c:pt>
                <c:pt idx="640">
                  <c:v>1.04</c:v>
                </c:pt>
                <c:pt idx="641">
                  <c:v>1.0409999999999999</c:v>
                </c:pt>
                <c:pt idx="642">
                  <c:v>1.042</c:v>
                </c:pt>
                <c:pt idx="643">
                  <c:v>1.0429999999999999</c:v>
                </c:pt>
                <c:pt idx="644">
                  <c:v>1.044</c:v>
                </c:pt>
                <c:pt idx="645">
                  <c:v>1.0449999999999999</c:v>
                </c:pt>
                <c:pt idx="646">
                  <c:v>1.046</c:v>
                </c:pt>
                <c:pt idx="647">
                  <c:v>1.0469999999999999</c:v>
                </c:pt>
                <c:pt idx="648">
                  <c:v>1.048</c:v>
                </c:pt>
                <c:pt idx="649">
                  <c:v>1.0489999999999999</c:v>
                </c:pt>
                <c:pt idx="650">
                  <c:v>1.05</c:v>
                </c:pt>
                <c:pt idx="651">
                  <c:v>1.0509999999999999</c:v>
                </c:pt>
                <c:pt idx="652">
                  <c:v>1.052</c:v>
                </c:pt>
                <c:pt idx="653">
                  <c:v>1.0529999999999999</c:v>
                </c:pt>
                <c:pt idx="654">
                  <c:v>1.054</c:v>
                </c:pt>
                <c:pt idx="655">
                  <c:v>1.0549999999999999</c:v>
                </c:pt>
                <c:pt idx="656">
                  <c:v>1.056</c:v>
                </c:pt>
                <c:pt idx="657">
                  <c:v>1.0569999999999999</c:v>
                </c:pt>
                <c:pt idx="658">
                  <c:v>1.0580000000000001</c:v>
                </c:pt>
                <c:pt idx="659">
                  <c:v>1.0589999999999999</c:v>
                </c:pt>
                <c:pt idx="660">
                  <c:v>1.06</c:v>
                </c:pt>
                <c:pt idx="661">
                  <c:v>1.0609999999999999</c:v>
                </c:pt>
                <c:pt idx="662">
                  <c:v>1.0620000000000001</c:v>
                </c:pt>
                <c:pt idx="663">
                  <c:v>1.0629999999999999</c:v>
                </c:pt>
                <c:pt idx="664">
                  <c:v>1.0640000000000001</c:v>
                </c:pt>
                <c:pt idx="665">
                  <c:v>1.0649999999999999</c:v>
                </c:pt>
                <c:pt idx="666">
                  <c:v>1.0660000000000001</c:v>
                </c:pt>
                <c:pt idx="667">
                  <c:v>1.0669999999999999</c:v>
                </c:pt>
                <c:pt idx="668">
                  <c:v>1.0680000000000001</c:v>
                </c:pt>
                <c:pt idx="669">
                  <c:v>1.069</c:v>
                </c:pt>
                <c:pt idx="670">
                  <c:v>1.07</c:v>
                </c:pt>
                <c:pt idx="671">
                  <c:v>1.071</c:v>
                </c:pt>
                <c:pt idx="672">
                  <c:v>1.0720000000000001</c:v>
                </c:pt>
                <c:pt idx="673">
                  <c:v>1.073</c:v>
                </c:pt>
                <c:pt idx="674">
                  <c:v>1.0740000000000001</c:v>
                </c:pt>
                <c:pt idx="675">
                  <c:v>1.075</c:v>
                </c:pt>
                <c:pt idx="676">
                  <c:v>1.0760000000000001</c:v>
                </c:pt>
                <c:pt idx="677">
                  <c:v>1.077</c:v>
                </c:pt>
                <c:pt idx="678">
                  <c:v>1.0780000000000001</c:v>
                </c:pt>
                <c:pt idx="679">
                  <c:v>1.079</c:v>
                </c:pt>
                <c:pt idx="680">
                  <c:v>1.08</c:v>
                </c:pt>
                <c:pt idx="681">
                  <c:v>1.081</c:v>
                </c:pt>
                <c:pt idx="682">
                  <c:v>1.0820000000000001</c:v>
                </c:pt>
                <c:pt idx="683">
                  <c:v>1.083</c:v>
                </c:pt>
                <c:pt idx="684">
                  <c:v>1.0840000000000001</c:v>
                </c:pt>
                <c:pt idx="685">
                  <c:v>1.085</c:v>
                </c:pt>
                <c:pt idx="686">
                  <c:v>1.0860000000000001</c:v>
                </c:pt>
                <c:pt idx="687">
                  <c:v>1.087</c:v>
                </c:pt>
                <c:pt idx="688">
                  <c:v>1.0880000000000001</c:v>
                </c:pt>
                <c:pt idx="689">
                  <c:v>1.089</c:v>
                </c:pt>
                <c:pt idx="690">
                  <c:v>1.0900000000000001</c:v>
                </c:pt>
                <c:pt idx="691">
                  <c:v>1.091</c:v>
                </c:pt>
                <c:pt idx="692">
                  <c:v>1.0920000000000001</c:v>
                </c:pt>
                <c:pt idx="693">
                  <c:v>1.093</c:v>
                </c:pt>
                <c:pt idx="694">
                  <c:v>1.0940000000000001</c:v>
                </c:pt>
                <c:pt idx="695">
                  <c:v>1.095</c:v>
                </c:pt>
                <c:pt idx="696">
                  <c:v>1.0960000000000001</c:v>
                </c:pt>
                <c:pt idx="697">
                  <c:v>1.097</c:v>
                </c:pt>
                <c:pt idx="698">
                  <c:v>1.0980000000000001</c:v>
                </c:pt>
                <c:pt idx="699">
                  <c:v>1.099</c:v>
                </c:pt>
                <c:pt idx="700">
                  <c:v>1.1000000000000001</c:v>
                </c:pt>
                <c:pt idx="701">
                  <c:v>1.101</c:v>
                </c:pt>
                <c:pt idx="702">
                  <c:v>1.1020000000000001</c:v>
                </c:pt>
                <c:pt idx="703">
                  <c:v>1.103</c:v>
                </c:pt>
                <c:pt idx="704">
                  <c:v>1.1040000000000001</c:v>
                </c:pt>
                <c:pt idx="705">
                  <c:v>1.105</c:v>
                </c:pt>
                <c:pt idx="706">
                  <c:v>1.1060000000000001</c:v>
                </c:pt>
                <c:pt idx="707">
                  <c:v>1.107</c:v>
                </c:pt>
                <c:pt idx="708">
                  <c:v>1.1080000000000001</c:v>
                </c:pt>
                <c:pt idx="709">
                  <c:v>1.109</c:v>
                </c:pt>
                <c:pt idx="710">
                  <c:v>1.1100000000000001</c:v>
                </c:pt>
                <c:pt idx="711">
                  <c:v>1.111</c:v>
                </c:pt>
                <c:pt idx="712">
                  <c:v>1.1120000000000001</c:v>
                </c:pt>
                <c:pt idx="713">
                  <c:v>1.113</c:v>
                </c:pt>
                <c:pt idx="714">
                  <c:v>1.1140000000000001</c:v>
                </c:pt>
                <c:pt idx="715">
                  <c:v>1.115</c:v>
                </c:pt>
                <c:pt idx="716">
                  <c:v>1.1160000000000001</c:v>
                </c:pt>
                <c:pt idx="717">
                  <c:v>1.117</c:v>
                </c:pt>
                <c:pt idx="718">
                  <c:v>1.1180000000000001</c:v>
                </c:pt>
                <c:pt idx="719">
                  <c:v>1.119</c:v>
                </c:pt>
                <c:pt idx="720">
                  <c:v>1.1200000000000001</c:v>
                </c:pt>
                <c:pt idx="721">
                  <c:v>1.121</c:v>
                </c:pt>
                <c:pt idx="722">
                  <c:v>1.1220000000000001</c:v>
                </c:pt>
                <c:pt idx="723">
                  <c:v>1.123</c:v>
                </c:pt>
                <c:pt idx="724">
                  <c:v>1.1240000000000001</c:v>
                </c:pt>
                <c:pt idx="725">
                  <c:v>1.125</c:v>
                </c:pt>
                <c:pt idx="726">
                  <c:v>1.1259999999999999</c:v>
                </c:pt>
                <c:pt idx="727">
                  <c:v>1.127</c:v>
                </c:pt>
                <c:pt idx="728">
                  <c:v>1.1279999999999999</c:v>
                </c:pt>
                <c:pt idx="729">
                  <c:v>1.129</c:v>
                </c:pt>
                <c:pt idx="730">
                  <c:v>1.1299999999999999</c:v>
                </c:pt>
                <c:pt idx="731">
                  <c:v>1.131</c:v>
                </c:pt>
                <c:pt idx="732">
                  <c:v>1.1319999999999999</c:v>
                </c:pt>
                <c:pt idx="733">
                  <c:v>1.133</c:v>
                </c:pt>
                <c:pt idx="734">
                  <c:v>1.1339999999999999</c:v>
                </c:pt>
                <c:pt idx="735">
                  <c:v>1.135</c:v>
                </c:pt>
                <c:pt idx="736">
                  <c:v>1.1359999999999999</c:v>
                </c:pt>
                <c:pt idx="737">
                  <c:v>1.137</c:v>
                </c:pt>
                <c:pt idx="738">
                  <c:v>1.1379999999999999</c:v>
                </c:pt>
                <c:pt idx="739">
                  <c:v>1.139</c:v>
                </c:pt>
                <c:pt idx="740">
                  <c:v>1.1399999999999999</c:v>
                </c:pt>
                <c:pt idx="741">
                  <c:v>1.141</c:v>
                </c:pt>
                <c:pt idx="742">
                  <c:v>1.1419999999999999</c:v>
                </c:pt>
                <c:pt idx="743">
                  <c:v>1.143</c:v>
                </c:pt>
                <c:pt idx="744">
                  <c:v>1.1439999999999999</c:v>
                </c:pt>
                <c:pt idx="745">
                  <c:v>1.145</c:v>
                </c:pt>
                <c:pt idx="746">
                  <c:v>1.1459999999999999</c:v>
                </c:pt>
                <c:pt idx="747">
                  <c:v>1.147</c:v>
                </c:pt>
                <c:pt idx="748">
                  <c:v>1.1479999999999999</c:v>
                </c:pt>
                <c:pt idx="749">
                  <c:v>1.149</c:v>
                </c:pt>
                <c:pt idx="750">
                  <c:v>1.1499999999999999</c:v>
                </c:pt>
                <c:pt idx="751">
                  <c:v>1.151</c:v>
                </c:pt>
                <c:pt idx="752">
                  <c:v>1.1519999999999999</c:v>
                </c:pt>
                <c:pt idx="753">
                  <c:v>1.153</c:v>
                </c:pt>
                <c:pt idx="754">
                  <c:v>1.1539999999999999</c:v>
                </c:pt>
                <c:pt idx="755">
                  <c:v>1.155</c:v>
                </c:pt>
                <c:pt idx="756">
                  <c:v>1.1559999999999999</c:v>
                </c:pt>
                <c:pt idx="757">
                  <c:v>1.157</c:v>
                </c:pt>
                <c:pt idx="758">
                  <c:v>1.1579999999999999</c:v>
                </c:pt>
                <c:pt idx="759">
                  <c:v>1.159</c:v>
                </c:pt>
                <c:pt idx="760">
                  <c:v>1.1599999999999999</c:v>
                </c:pt>
                <c:pt idx="761">
                  <c:v>1.161</c:v>
                </c:pt>
                <c:pt idx="762">
                  <c:v>1.1619999999999999</c:v>
                </c:pt>
                <c:pt idx="763">
                  <c:v>1.163</c:v>
                </c:pt>
                <c:pt idx="764">
                  <c:v>1.1639999999999999</c:v>
                </c:pt>
                <c:pt idx="765">
                  <c:v>1.165</c:v>
                </c:pt>
                <c:pt idx="766">
                  <c:v>1.1659999999999999</c:v>
                </c:pt>
                <c:pt idx="767">
                  <c:v>1.167</c:v>
                </c:pt>
                <c:pt idx="768">
                  <c:v>1.1679999999999999</c:v>
                </c:pt>
                <c:pt idx="769">
                  <c:v>1.169</c:v>
                </c:pt>
                <c:pt idx="770">
                  <c:v>1.17</c:v>
                </c:pt>
                <c:pt idx="771">
                  <c:v>1.171</c:v>
                </c:pt>
                <c:pt idx="772">
                  <c:v>1.1719999999999999</c:v>
                </c:pt>
                <c:pt idx="773">
                  <c:v>1.173</c:v>
                </c:pt>
                <c:pt idx="774">
                  <c:v>1.1739999999999999</c:v>
                </c:pt>
                <c:pt idx="775">
                  <c:v>1.175</c:v>
                </c:pt>
                <c:pt idx="776">
                  <c:v>1.1759999999999999</c:v>
                </c:pt>
                <c:pt idx="777">
                  <c:v>1.177</c:v>
                </c:pt>
                <c:pt idx="778">
                  <c:v>1.1779999999999999</c:v>
                </c:pt>
                <c:pt idx="779">
                  <c:v>1.179</c:v>
                </c:pt>
                <c:pt idx="780">
                  <c:v>1.18</c:v>
                </c:pt>
                <c:pt idx="781">
                  <c:v>1.181</c:v>
                </c:pt>
                <c:pt idx="782">
                  <c:v>1.1819999999999999</c:v>
                </c:pt>
                <c:pt idx="783">
                  <c:v>1.1830000000000001</c:v>
                </c:pt>
                <c:pt idx="784">
                  <c:v>1.1839999999999999</c:v>
                </c:pt>
                <c:pt idx="785">
                  <c:v>1.1850000000000001</c:v>
                </c:pt>
                <c:pt idx="786">
                  <c:v>1.1859999999999999</c:v>
                </c:pt>
                <c:pt idx="787">
                  <c:v>1.1870000000000001</c:v>
                </c:pt>
                <c:pt idx="788">
                  <c:v>1.1879999999999999</c:v>
                </c:pt>
                <c:pt idx="789">
                  <c:v>1.1890000000000001</c:v>
                </c:pt>
                <c:pt idx="790">
                  <c:v>1.19</c:v>
                </c:pt>
                <c:pt idx="791">
                  <c:v>1.1910000000000001</c:v>
                </c:pt>
                <c:pt idx="792">
                  <c:v>1.1919999999999999</c:v>
                </c:pt>
                <c:pt idx="793">
                  <c:v>1.1930000000000001</c:v>
                </c:pt>
                <c:pt idx="794">
                  <c:v>1.194</c:v>
                </c:pt>
                <c:pt idx="795">
                  <c:v>1.1950000000000001</c:v>
                </c:pt>
                <c:pt idx="796">
                  <c:v>1.196</c:v>
                </c:pt>
                <c:pt idx="797">
                  <c:v>1.1970000000000001</c:v>
                </c:pt>
                <c:pt idx="798">
                  <c:v>1.198</c:v>
                </c:pt>
                <c:pt idx="799">
                  <c:v>1.1990000000000001</c:v>
                </c:pt>
                <c:pt idx="800">
                  <c:v>1.2</c:v>
                </c:pt>
              </c:numCache>
            </c:numRef>
          </c:xVal>
          <c:yVal>
            <c:numRef>
              <c:f>'Chart Data'!$B$2:$B$802</c:f>
              <c:numCache>
                <c:formatCode>0</c:formatCode>
                <c:ptCount val="801"/>
                <c:pt idx="0">
                  <c:v>-0.27903129293700002</c:v>
                </c:pt>
                <c:pt idx="1">
                  <c:v>-0.178149028076</c:v>
                </c:pt>
                <c:pt idx="2">
                  <c:v>-0.22591956458599999</c:v>
                </c:pt>
                <c:pt idx="3">
                  <c:v>0.10263974283000001</c:v>
                </c:pt>
                <c:pt idx="4">
                  <c:v>0.29850431453800003</c:v>
                </c:pt>
                <c:pt idx="5">
                  <c:v>0.42533322559999998</c:v>
                </c:pt>
                <c:pt idx="6">
                  <c:v>0.62798507261000003</c:v>
                </c:pt>
                <c:pt idx="7">
                  <c:v>0.94945221441500005</c:v>
                </c:pt>
                <c:pt idx="8">
                  <c:v>1.2380693753500001</c:v>
                </c:pt>
                <c:pt idx="9">
                  <c:v>1.4259958617299999</c:v>
                </c:pt>
                <c:pt idx="10">
                  <c:v>1.75804926849</c:v>
                </c:pt>
                <c:pt idx="11">
                  <c:v>2.0669839692199998</c:v>
                </c:pt>
                <c:pt idx="12">
                  <c:v>2.3544542874299998</c:v>
                </c:pt>
                <c:pt idx="13">
                  <c:v>2.5085909744200001</c:v>
                </c:pt>
                <c:pt idx="14">
                  <c:v>2.6420927594800001</c:v>
                </c:pt>
                <c:pt idx="15">
                  <c:v>2.7566057699600002</c:v>
                </c:pt>
                <c:pt idx="16">
                  <c:v>2.8536646495700002</c:v>
                </c:pt>
                <c:pt idx="17">
                  <c:v>2.9346995172199999</c:v>
                </c:pt>
                <c:pt idx="18">
                  <c:v>3.0010425122400002</c:v>
                </c:pt>
                <c:pt idx="19">
                  <c:v>3.0539339497700002</c:v>
                </c:pt>
                <c:pt idx="20">
                  <c:v>3.0945281088100001</c:v>
                </c:pt>
                <c:pt idx="21">
                  <c:v>3.1238986741199999</c:v>
                </c:pt>
                <c:pt idx="22">
                  <c:v>3.1430438519599999</c:v>
                </c:pt>
                <c:pt idx="23">
                  <c:v>3.15289117846</c:v>
                </c:pt>
                <c:pt idx="24">
                  <c:v>3.3295167888899999</c:v>
                </c:pt>
                <c:pt idx="25">
                  <c:v>3.3164120328500002</c:v>
                </c:pt>
                <c:pt idx="26">
                  <c:v>3.2966660442700002</c:v>
                </c:pt>
                <c:pt idx="27">
                  <c:v>3.27095778717</c:v>
                </c:pt>
                <c:pt idx="28">
                  <c:v>3.23991579529</c:v>
                </c:pt>
                <c:pt idx="29">
                  <c:v>3.2041214761200001</c:v>
                </c:pt>
                <c:pt idx="30">
                  <c:v>3.1641122126600001</c:v>
                </c:pt>
                <c:pt idx="31">
                  <c:v>3.1203842746800001</c:v>
                </c:pt>
                <c:pt idx="32">
                  <c:v>3.0733955507699999</c:v>
                </c:pt>
                <c:pt idx="33">
                  <c:v>3.1987828619399998</c:v>
                </c:pt>
                <c:pt idx="34">
                  <c:v>3.1396267351599998</c:v>
                </c:pt>
                <c:pt idx="35">
                  <c:v>3.0786322392100001</c:v>
                </c:pt>
                <c:pt idx="36">
                  <c:v>3.0161193976699998</c:v>
                </c:pt>
                <c:pt idx="37">
                  <c:v>2.9523813913299999</c:v>
                </c:pt>
                <c:pt idx="38">
                  <c:v>2.8876864152900001</c:v>
                </c:pt>
                <c:pt idx="39">
                  <c:v>2.9150326639999999</c:v>
                </c:pt>
                <c:pt idx="40">
                  <c:v>2.8454956466799999</c:v>
                </c:pt>
                <c:pt idx="41">
                  <c:v>2.7758077436300002</c:v>
                </c:pt>
                <c:pt idx="42">
                  <c:v>2.70614907103</c:v>
                </c:pt>
                <c:pt idx="43">
                  <c:v>2.6366825351899998</c:v>
                </c:pt>
                <c:pt idx="44">
                  <c:v>2.5675550828199998</c:v>
                </c:pt>
                <c:pt idx="45">
                  <c:v>2.4988988702900001</c:v>
                </c:pt>
                <c:pt idx="46">
                  <c:v>2.4621145658799999</c:v>
                </c:pt>
                <c:pt idx="47">
                  <c:v>2.4229744413900001</c:v>
                </c:pt>
                <c:pt idx="48">
                  <c:v>2.38179578022</c:v>
                </c:pt>
                <c:pt idx="49">
                  <c:v>2.33887052109</c:v>
                </c:pt>
                <c:pt idx="50">
                  <c:v>2.2944669754399998</c:v>
                </c:pt>
                <c:pt idx="51">
                  <c:v>2.2488314377499998</c:v>
                </c:pt>
                <c:pt idx="52">
                  <c:v>2.2021896948399999</c:v>
                </c:pt>
                <c:pt idx="53">
                  <c:v>2.1547484403900001</c:v>
                </c:pt>
                <c:pt idx="54">
                  <c:v>2.1066966002899998</c:v>
                </c:pt>
                <c:pt idx="55">
                  <c:v>2.0582065740600002</c:v>
                </c:pt>
                <c:pt idx="56">
                  <c:v>2.0094353974999999</c:v>
                </c:pt>
                <c:pt idx="57">
                  <c:v>1.93836736327</c:v>
                </c:pt>
                <c:pt idx="58">
                  <c:v>1.8903188149300001</c:v>
                </c:pt>
                <c:pt idx="59">
                  <c:v>1.84234643671</c:v>
                </c:pt>
                <c:pt idx="60">
                  <c:v>1.7945570856799999</c:v>
                </c:pt>
                <c:pt idx="61">
                  <c:v>1.7470470147699999</c:v>
                </c:pt>
                <c:pt idx="62">
                  <c:v>1.6999026529500001</c:v>
                </c:pt>
                <c:pt idx="63">
                  <c:v>1.6532013345100001</c:v>
                </c:pt>
                <c:pt idx="64">
                  <c:v>1.6070119806100001</c:v>
                </c:pt>
                <c:pt idx="65">
                  <c:v>1.5613957359499999</c:v>
                </c:pt>
                <c:pt idx="66">
                  <c:v>1.5164065633699999</c:v>
                </c:pt>
                <c:pt idx="67">
                  <c:v>1.47209179891</c:v>
                </c:pt>
                <c:pt idx="68">
                  <c:v>1.42849266989</c:v>
                </c:pt>
                <c:pt idx="69">
                  <c:v>1.3856447781300001</c:v>
                </c:pt>
                <c:pt idx="70">
                  <c:v>1.34357855062</c:v>
                </c:pt>
                <c:pt idx="71">
                  <c:v>1.30231965959</c:v>
                </c:pt>
                <c:pt idx="72">
                  <c:v>1.2618894139500001</c:v>
                </c:pt>
                <c:pt idx="73">
                  <c:v>1.22230512379</c:v>
                </c:pt>
                <c:pt idx="74">
                  <c:v>1.18358043977</c:v>
                </c:pt>
                <c:pt idx="75">
                  <c:v>1.1457256688799999</c:v>
                </c:pt>
                <c:pt idx="76">
                  <c:v>1.1087480681299999</c:v>
                </c:pt>
                <c:pt idx="77">
                  <c:v>1.0726521175199999</c:v>
                </c:pt>
                <c:pt idx="78">
                  <c:v>1.0374397736600001</c:v>
                </c:pt>
                <c:pt idx="79">
                  <c:v>1.0031107052299999</c:v>
                </c:pt>
                <c:pt idx="80">
                  <c:v>0.96966251153500005</c:v>
                </c:pt>
                <c:pt idx="81">
                  <c:v>0.93709092508699998</c:v>
                </c:pt>
                <c:pt idx="82">
                  <c:v>0.90538999944700005</c:v>
                </c:pt>
                <c:pt idx="83">
                  <c:v>0.87455228312400002</c:v>
                </c:pt>
                <c:pt idx="84">
                  <c:v>0.84456898052999996</c:v>
                </c:pt>
                <c:pt idx="85">
                  <c:v>0.81543010080099998</c:v>
                </c:pt>
                <c:pt idx="86">
                  <c:v>0.78712459531500001</c:v>
                </c:pt>
                <c:pt idx="87">
                  <c:v>0.79092269376500002</c:v>
                </c:pt>
                <c:pt idx="88">
                  <c:v>0.42931984553899999</c:v>
                </c:pt>
                <c:pt idx="89">
                  <c:v>-0.14339323887200001</c:v>
                </c:pt>
                <c:pt idx="90">
                  <c:v>-0.32090260049899999</c:v>
                </c:pt>
                <c:pt idx="91">
                  <c:v>-0.43787124091200003</c:v>
                </c:pt>
                <c:pt idx="92">
                  <c:v>-0.64359618973099997</c:v>
                </c:pt>
                <c:pt idx="93">
                  <c:v>-0.82821298327799997</c:v>
                </c:pt>
                <c:pt idx="94">
                  <c:v>-0.99329120432100004</c:v>
                </c:pt>
                <c:pt idx="95">
                  <c:v>-1.14029754392</c:v>
                </c:pt>
                <c:pt idx="96">
                  <c:v>-1.27060210425</c:v>
                </c:pt>
                <c:pt idx="97">
                  <c:v>-1.43097251665</c:v>
                </c:pt>
                <c:pt idx="98">
                  <c:v>-1.4656230671399999</c:v>
                </c:pt>
                <c:pt idx="99">
                  <c:v>-1.4934900961299999</c:v>
                </c:pt>
                <c:pt idx="100">
                  <c:v>-1.5151528573999999</c:v>
                </c:pt>
                <c:pt idx="101">
                  <c:v>-1.5311502387</c:v>
                </c:pt>
                <c:pt idx="102">
                  <c:v>-1.6814596456799999</c:v>
                </c:pt>
                <c:pt idx="103">
                  <c:v>-1.4422192425</c:v>
                </c:pt>
                <c:pt idx="104">
                  <c:v>-1.32349920375</c:v>
                </c:pt>
                <c:pt idx="105">
                  <c:v>-1.2847739733000001</c:v>
                </c:pt>
                <c:pt idx="106">
                  <c:v>-1.1681892254499999</c:v>
                </c:pt>
                <c:pt idx="107">
                  <c:v>-0.92032649084700002</c:v>
                </c:pt>
                <c:pt idx="108">
                  <c:v>-0.69386195395299999</c:v>
                </c:pt>
                <c:pt idx="109">
                  <c:v>-0.55757825540499995</c:v>
                </c:pt>
                <c:pt idx="110">
                  <c:v>-0.267535107469</c:v>
                </c:pt>
                <c:pt idx="111">
                  <c:v>8.2051314081200005E-3</c:v>
                </c:pt>
                <c:pt idx="112">
                  <c:v>0.27053680605899999</c:v>
                </c:pt>
                <c:pt idx="113">
                  <c:v>0.40688384930299998</c:v>
                </c:pt>
                <c:pt idx="114">
                  <c:v>0.52928795454300004</c:v>
                </c:pt>
                <c:pt idx="115">
                  <c:v>0.63878482114699997</c:v>
                </c:pt>
                <c:pt idx="116">
                  <c:v>0.73634228941299995</c:v>
                </c:pt>
                <c:pt idx="117">
                  <c:v>0.82286449614099999</c:v>
                </c:pt>
                <c:pt idx="118">
                  <c:v>0.89919578626800001</c:v>
                </c:pt>
                <c:pt idx="119">
                  <c:v>0.96612439448999998</c:v>
                </c:pt>
                <c:pt idx="120">
                  <c:v>1.0243859099799999</c:v>
                </c:pt>
                <c:pt idx="121">
                  <c:v>0.827307176137</c:v>
                </c:pt>
                <c:pt idx="122">
                  <c:v>0.64701515622899997</c:v>
                </c:pt>
                <c:pt idx="123">
                  <c:v>0.48234122022699999</c:v>
                </c:pt>
                <c:pt idx="124">
                  <c:v>0.33219079926599998</c:v>
                </c:pt>
                <c:pt idx="125">
                  <c:v>0.19553894129900001</c:v>
                </c:pt>
                <c:pt idx="126">
                  <c:v>7.1426124094799995E-2</c:v>
                </c:pt>
                <c:pt idx="127">
                  <c:v>-4.10456889363E-2</c:v>
                </c:pt>
                <c:pt idx="128">
                  <c:v>-0.14271676383599999</c:v>
                </c:pt>
                <c:pt idx="129">
                  <c:v>-0.234373095063</c:v>
                </c:pt>
                <c:pt idx="130">
                  <c:v>-0.31674970057000001</c:v>
                </c:pt>
                <c:pt idx="131">
                  <c:v>-0.39053372457399999</c:v>
                </c:pt>
                <c:pt idx="132">
                  <c:v>-0.45636735892199998</c:v>
                </c:pt>
                <c:pt idx="133">
                  <c:v>-0.51485059337700001</c:v>
                </c:pt>
                <c:pt idx="134">
                  <c:v>-0.56654380456099995</c:v>
                </c:pt>
                <c:pt idx="135">
                  <c:v>-0.61197019274800002</c:v>
                </c:pt>
                <c:pt idx="136">
                  <c:v>-0.65161807519600001</c:v>
                </c:pt>
                <c:pt idx="137">
                  <c:v>-0.68594304420499996</c:v>
                </c:pt>
                <c:pt idx="138">
                  <c:v>-0.71536999765200004</c:v>
                </c:pt>
                <c:pt idx="139">
                  <c:v>-0.74029504930500001</c:v>
                </c:pt>
                <c:pt idx="140">
                  <c:v>-0.761087325807</c:v>
                </c:pt>
                <c:pt idx="141">
                  <c:v>-0.77809065684599998</c:v>
                </c:pt>
                <c:pt idx="142">
                  <c:v>-0.79162516465999999</c:v>
                </c:pt>
                <c:pt idx="143">
                  <c:v>-0.80198875865999997</c:v>
                </c:pt>
                <c:pt idx="144">
                  <c:v>-0.80945854066900003</c:v>
                </c:pt>
                <c:pt idx="145">
                  <c:v>-0.83645059386999998</c:v>
                </c:pt>
                <c:pt idx="146">
                  <c:v>-0.83801744926199995</c:v>
                </c:pt>
                <c:pt idx="147">
                  <c:v>-0.837441916294</c:v>
                </c:pt>
                <c:pt idx="148">
                  <c:v>-1.0579360741699999</c:v>
                </c:pt>
                <c:pt idx="149">
                  <c:v>-1.25493106469</c:v>
                </c:pt>
                <c:pt idx="150">
                  <c:v>-1.4301945631099999</c:v>
                </c:pt>
                <c:pt idx="151">
                  <c:v>-1.5853777179899999</c:v>
                </c:pt>
                <c:pt idx="152">
                  <c:v>-1.7220223128300001</c:v>
                </c:pt>
                <c:pt idx="153">
                  <c:v>-1.8415675062600001</c:v>
                </c:pt>
                <c:pt idx="154">
                  <c:v>-1.9453561749799999</c:v>
                </c:pt>
                <c:pt idx="155">
                  <c:v>-2.0346408820500002</c:v>
                </c:pt>
                <c:pt idx="156">
                  <c:v>-2.1105894920599999</c:v>
                </c:pt>
                <c:pt idx="157">
                  <c:v>-2.1742904534299998</c:v>
                </c:pt>
                <c:pt idx="158">
                  <c:v>-2.22675776691</c:v>
                </c:pt>
                <c:pt idx="159">
                  <c:v>-2.4850128096300002</c:v>
                </c:pt>
                <c:pt idx="160">
                  <c:v>-2.7127808611700002</c:v>
                </c:pt>
                <c:pt idx="161">
                  <c:v>-2.9124213802700001</c:v>
                </c:pt>
                <c:pt idx="162">
                  <c:v>-3.0861361968100001</c:v>
                </c:pt>
                <c:pt idx="163">
                  <c:v>-3.23597927488</c:v>
                </c:pt>
                <c:pt idx="164">
                  <c:v>-3.3638658986499999</c:v>
                </c:pt>
                <c:pt idx="165">
                  <c:v>-3.4715813138499998</c:v>
                </c:pt>
                <c:pt idx="166">
                  <c:v>-3.5607888561999999</c:v>
                </c:pt>
                <c:pt idx="167">
                  <c:v>-3.6330375963799999</c:v>
                </c:pt>
                <c:pt idx="168">
                  <c:v>-3.6897695291799999</c:v>
                </c:pt>
                <c:pt idx="169">
                  <c:v>-3.7323263332200001</c:v>
                </c:pt>
                <c:pt idx="170">
                  <c:v>-3.7619557260600001</c:v>
                </c:pt>
                <c:pt idx="171">
                  <c:v>-3.7798174379899998</c:v>
                </c:pt>
                <c:pt idx="172">
                  <c:v>-4.03434818705</c:v>
                </c:pt>
                <c:pt idx="173">
                  <c:v>-4.2550611571700001</c:v>
                </c:pt>
                <c:pt idx="174">
                  <c:v>-4.4446495544699998</c:v>
                </c:pt>
                <c:pt idx="175">
                  <c:v>-4.6056243245699999</c:v>
                </c:pt>
                <c:pt idx="176">
                  <c:v>-4.7403255245200002</c:v>
                </c:pt>
                <c:pt idx="177">
                  <c:v>-4.8509330189800002</c:v>
                </c:pt>
                <c:pt idx="178">
                  <c:v>-4.9394765396200002</c:v>
                </c:pt>
                <c:pt idx="179">
                  <c:v>-5.00784514427</c:v>
                </c:pt>
                <c:pt idx="180">
                  <c:v>-5.05779611059</c:v>
                </c:pt>
                <c:pt idx="181">
                  <c:v>-5.09096329677</c:v>
                </c:pt>
                <c:pt idx="182">
                  <c:v>-5.1088650002199998</c:v>
                </c:pt>
                <c:pt idx="183">
                  <c:v>-5.1129113432600004</c:v>
                </c:pt>
                <c:pt idx="184">
                  <c:v>-5.1044112132499997</c:v>
                </c:pt>
                <c:pt idx="185">
                  <c:v>-5.0845787831100004</c:v>
                </c:pt>
                <c:pt idx="186">
                  <c:v>-5.2076424650900002</c:v>
                </c:pt>
                <c:pt idx="187">
                  <c:v>-4.9984402597399997</c:v>
                </c:pt>
                <c:pt idx="188">
                  <c:v>-5.0253745376100003</c:v>
                </c:pt>
                <c:pt idx="189">
                  <c:v>-5.2822926097699998</c:v>
                </c:pt>
                <c:pt idx="190">
                  <c:v>-5.1618356009599999</c:v>
                </c:pt>
                <c:pt idx="191">
                  <c:v>-4.99767862676</c:v>
                </c:pt>
                <c:pt idx="192">
                  <c:v>-4.9381847836499997</c:v>
                </c:pt>
                <c:pt idx="193">
                  <c:v>-4.8726067148599999</c:v>
                </c:pt>
                <c:pt idx="194">
                  <c:v>-4.8016793929599997</c:v>
                </c:pt>
                <c:pt idx="195">
                  <c:v>-4.7260805722199999</c:v>
                </c:pt>
                <c:pt idx="196">
                  <c:v>-4.6464346215600001</c:v>
                </c:pt>
                <c:pt idx="197">
                  <c:v>-4.6088043049799996</c:v>
                </c:pt>
                <c:pt idx="198">
                  <c:v>-4.4567376948000001</c:v>
                </c:pt>
                <c:pt idx="199">
                  <c:v>-4.3085414776000004</c:v>
                </c:pt>
                <c:pt idx="200">
                  <c:v>-4.1641998317300004</c:v>
                </c:pt>
                <c:pt idx="201">
                  <c:v>-4.0236892727900004</c:v>
                </c:pt>
                <c:pt idx="202">
                  <c:v>-4.0264557630500004</c:v>
                </c:pt>
                <c:pt idx="203">
                  <c:v>-3.6481352729099998</c:v>
                </c:pt>
                <c:pt idx="204">
                  <c:v>-3.3983234438099998</c:v>
                </c:pt>
                <c:pt idx="205">
                  <c:v>-3.2138878756199998</c:v>
                </c:pt>
                <c:pt idx="206">
                  <c:v>-2.9817374402299999</c:v>
                </c:pt>
                <c:pt idx="207">
                  <c:v>-2.6249928976799999</c:v>
                </c:pt>
                <c:pt idx="208">
                  <c:v>-2.29595336009</c:v>
                </c:pt>
                <c:pt idx="209">
                  <c:v>-2.0630452777400001</c:v>
                </c:pt>
                <c:pt idx="210">
                  <c:v>-1.68199191461</c:v>
                </c:pt>
                <c:pt idx="211">
                  <c:v>-1.32053784444</c:v>
                </c:pt>
                <c:pt idx="212">
                  <c:v>-0.97748858108799996</c:v>
                </c:pt>
                <c:pt idx="213">
                  <c:v>-0.76513672875799998</c:v>
                </c:pt>
                <c:pt idx="214">
                  <c:v>-0.57117289644900004</c:v>
                </c:pt>
                <c:pt idx="215">
                  <c:v>-0.39430858906600003</c:v>
                </c:pt>
                <c:pt idx="216">
                  <c:v>-0.233337255631</c:v>
                </c:pt>
                <c:pt idx="217">
                  <c:v>-8.7129361136999997E-2</c:v>
                </c:pt>
                <c:pt idx="218">
                  <c:v>4.5372255814E-2</c:v>
                </c:pt>
                <c:pt idx="219">
                  <c:v>0.16515675573899999</c:v>
                </c:pt>
                <c:pt idx="220">
                  <c:v>0.44836416689699998</c:v>
                </c:pt>
                <c:pt idx="221">
                  <c:v>0.53855163265100003</c:v>
                </c:pt>
                <c:pt idx="222">
                  <c:v>0.61887564406600004</c:v>
                </c:pt>
                <c:pt idx="223">
                  <c:v>0.69008377671800003</c:v>
                </c:pt>
                <c:pt idx="224">
                  <c:v>0.75287414770799999</c:v>
                </c:pt>
                <c:pt idx="225">
                  <c:v>0.80789846173699997</c:v>
                </c:pt>
                <c:pt idx="226">
                  <c:v>0.85576487770800003</c:v>
                </c:pt>
                <c:pt idx="227">
                  <c:v>0.89704070610700004</c:v>
                </c:pt>
                <c:pt idx="228">
                  <c:v>0.93225494685700006</c:v>
                </c:pt>
                <c:pt idx="229">
                  <c:v>0.961900676786</c:v>
                </c:pt>
                <c:pt idx="230">
                  <c:v>0.98643729534699998</c:v>
                </c:pt>
                <c:pt idx="231">
                  <c:v>1.00629263673</c:v>
                </c:pt>
                <c:pt idx="232">
                  <c:v>1.0218649560499999</c:v>
                </c:pt>
                <c:pt idx="233">
                  <c:v>1.0335247969200001</c:v>
                </c:pt>
                <c:pt idx="234">
                  <c:v>1.04161674715</c:v>
                </c:pt>
                <c:pt idx="235">
                  <c:v>1.0464610891599999</c:v>
                </c:pt>
                <c:pt idx="236">
                  <c:v>1.0483553511299999</c:v>
                </c:pt>
                <c:pt idx="237">
                  <c:v>1.0475757646699999</c:v>
                </c:pt>
                <c:pt idx="238">
                  <c:v>1.0443786343899999</c:v>
                </c:pt>
                <c:pt idx="239">
                  <c:v>1.03900162461</c:v>
                </c:pt>
                <c:pt idx="240">
                  <c:v>1.0722925860300001</c:v>
                </c:pt>
                <c:pt idx="241">
                  <c:v>1.09986497167</c:v>
                </c:pt>
                <c:pt idx="242">
                  <c:v>1.12219739313</c:v>
                </c:pt>
                <c:pt idx="243">
                  <c:v>0.95714501361899995</c:v>
                </c:pt>
                <c:pt idx="244">
                  <c:v>0.80552280920800001</c:v>
                </c:pt>
                <c:pt idx="245">
                  <c:v>0.66641337364099995</c:v>
                </c:pt>
                <c:pt idx="246">
                  <c:v>0.538956840923</c:v>
                </c:pt>
                <c:pt idx="247">
                  <c:v>0.50761670077599996</c:v>
                </c:pt>
                <c:pt idx="248">
                  <c:v>0.32929335265199999</c:v>
                </c:pt>
                <c:pt idx="249">
                  <c:v>0.167156467788</c:v>
                </c:pt>
                <c:pt idx="250">
                  <c:v>2.0051354320700002E-2</c:v>
                </c:pt>
                <c:pt idx="251">
                  <c:v>-0.113102550259</c:v>
                </c:pt>
                <c:pt idx="252">
                  <c:v>-0.233316163257</c:v>
                </c:pt>
                <c:pt idx="253">
                  <c:v>-0.341534979854</c:v>
                </c:pt>
                <c:pt idx="254">
                  <c:v>-0.43864304991800002</c:v>
                </c:pt>
                <c:pt idx="255">
                  <c:v>-0.52546672253000004</c:v>
                </c:pt>
                <c:pt idx="256">
                  <c:v>-0.60277817140599999</c:v>
                </c:pt>
                <c:pt idx="257">
                  <c:v>-0.67129871369899996</c:v>
                </c:pt>
                <c:pt idx="258">
                  <c:v>-0.57864565161799997</c:v>
                </c:pt>
                <c:pt idx="259">
                  <c:v>-0.63756906847499994</c:v>
                </c:pt>
                <c:pt idx="260">
                  <c:v>-0.68936867880200003</c:v>
                </c:pt>
                <c:pt idx="261">
                  <c:v>-0.73459919347199998</c:v>
                </c:pt>
                <c:pt idx="262">
                  <c:v>-0.77377816068899996</c:v>
                </c:pt>
                <c:pt idx="263">
                  <c:v>-0.80738827145299996</c:v>
                </c:pt>
                <c:pt idx="264">
                  <c:v>-0.83587952855600001</c:v>
                </c:pt>
                <c:pt idx="265">
                  <c:v>-0.85967128690700001</c:v>
                </c:pt>
                <c:pt idx="266">
                  <c:v>-0.87915417259999995</c:v>
                </c:pt>
                <c:pt idx="267">
                  <c:v>-0.89469188769600005</c:v>
                </c:pt>
                <c:pt idx="268">
                  <c:v>-0.90662290728499995</c:v>
                </c:pt>
                <c:pt idx="269">
                  <c:v>-0.91526207507199997</c:v>
                </c:pt>
                <c:pt idx="270">
                  <c:v>-0.92090210331599998</c:v>
                </c:pt>
                <c:pt idx="271">
                  <c:v>-0.74860023241200002</c:v>
                </c:pt>
                <c:pt idx="272">
                  <c:v>-0.75591718689200005</c:v>
                </c:pt>
                <c:pt idx="273">
                  <c:v>-0.76073983987799998</c:v>
                </c:pt>
                <c:pt idx="274">
                  <c:v>-0.76329408452799996</c:v>
                </c:pt>
                <c:pt idx="275">
                  <c:v>-0.76378971298800002</c:v>
                </c:pt>
                <c:pt idx="276">
                  <c:v>-0.76242144960400005</c:v>
                </c:pt>
                <c:pt idx="277">
                  <c:v>-0.75936992164499995</c:v>
                </c:pt>
                <c:pt idx="278">
                  <c:v>-0.75480257118399996</c:v>
                </c:pt>
                <c:pt idx="279">
                  <c:v>-0.748874511563</c:v>
                </c:pt>
                <c:pt idx="280">
                  <c:v>-0.74172933167699995</c:v>
                </c:pt>
                <c:pt idx="281">
                  <c:v>-0.73349985113799998</c:v>
                </c:pt>
                <c:pt idx="282">
                  <c:v>-0.72430882918200001</c:v>
                </c:pt>
                <c:pt idx="283">
                  <c:v>-0.71426963005400002</c:v>
                </c:pt>
                <c:pt idx="284">
                  <c:v>-0.70348684741099998</c:v>
                </c:pt>
                <c:pt idx="285">
                  <c:v>-0.59930364489800003</c:v>
                </c:pt>
                <c:pt idx="286">
                  <c:v>-0.59095661980400005</c:v>
                </c:pt>
                <c:pt idx="287">
                  <c:v>-0.581998288054</c:v>
                </c:pt>
                <c:pt idx="288">
                  <c:v>-0.53006917559599998</c:v>
                </c:pt>
                <c:pt idx="289">
                  <c:v>-0.72632109540900003</c:v>
                </c:pt>
                <c:pt idx="290">
                  <c:v>-0.56180777471999999</c:v>
                </c:pt>
                <c:pt idx="291">
                  <c:v>-0.36872848476999998</c:v>
                </c:pt>
                <c:pt idx="292">
                  <c:v>-0.29407492562999998</c:v>
                </c:pt>
                <c:pt idx="293">
                  <c:v>-0.22582611441799999</c:v>
                </c:pt>
                <c:pt idx="294">
                  <c:v>-0.16353489329500001</c:v>
                </c:pt>
                <c:pt idx="295">
                  <c:v>-0.22417681772199999</c:v>
                </c:pt>
                <c:pt idx="296">
                  <c:v>-0.27851468000899998</c:v>
                </c:pt>
                <c:pt idx="297">
                  <c:v>-0.372507329916</c:v>
                </c:pt>
                <c:pt idx="298">
                  <c:v>-0.34961442969399997</c:v>
                </c:pt>
                <c:pt idx="299">
                  <c:v>-0.32806849491000001</c:v>
                </c:pt>
                <c:pt idx="300">
                  <c:v>-0.30779259334800002</c:v>
                </c:pt>
                <c:pt idx="301">
                  <c:v>-0.28871409299799999</c:v>
                </c:pt>
                <c:pt idx="302">
                  <c:v>-0.410240749934</c:v>
                </c:pt>
                <c:pt idx="303">
                  <c:v>-0.14798031942500001</c:v>
                </c:pt>
                <c:pt idx="304">
                  <c:v>-1.15093351957E-2</c:v>
                </c:pt>
                <c:pt idx="305">
                  <c:v>6.2315424390399998E-2</c:v>
                </c:pt>
                <c:pt idx="306">
                  <c:v>0.18658838559599999</c:v>
                </c:pt>
                <c:pt idx="307">
                  <c:v>0.438185271233</c:v>
                </c:pt>
                <c:pt idx="308">
                  <c:v>0.69607950283999998</c:v>
                </c:pt>
                <c:pt idx="309">
                  <c:v>0.85749589349400002</c:v>
                </c:pt>
                <c:pt idx="310">
                  <c:v>1.16691419011</c:v>
                </c:pt>
                <c:pt idx="311">
                  <c:v>1.45677385181</c:v>
                </c:pt>
                <c:pt idx="312">
                  <c:v>1.7284357878500001</c:v>
                </c:pt>
                <c:pt idx="313">
                  <c:v>1.86975748735</c:v>
                </c:pt>
                <c:pt idx="314">
                  <c:v>1.99318330177</c:v>
                </c:pt>
                <c:pt idx="315">
                  <c:v>2.10012267293</c:v>
                </c:pt>
                <c:pt idx="316">
                  <c:v>2.19189013066</c:v>
                </c:pt>
                <c:pt idx="317">
                  <c:v>2.26971119818</c:v>
                </c:pt>
                <c:pt idx="318">
                  <c:v>2.3347279472100002</c:v>
                </c:pt>
                <c:pt idx="319">
                  <c:v>2.3880042229299998</c:v>
                </c:pt>
                <c:pt idx="320">
                  <c:v>2.4305305578</c:v>
                </c:pt>
                <c:pt idx="321">
                  <c:v>2.4632287921199998</c:v>
                </c:pt>
                <c:pt idx="322">
                  <c:v>2.4869564183000001</c:v>
                </c:pt>
                <c:pt idx="323">
                  <c:v>2.50251066479</c:v>
                </c:pt>
                <c:pt idx="324">
                  <c:v>2.5106323346399999</c:v>
                </c:pt>
                <c:pt idx="325">
                  <c:v>2.5120094130899999</c:v>
                </c:pt>
                <c:pt idx="326">
                  <c:v>2.5072804573999998</c:v>
                </c:pt>
                <c:pt idx="327">
                  <c:v>2.49703778168</c:v>
                </c:pt>
                <c:pt idx="328">
                  <c:v>2.4818304486899998</c:v>
                </c:pt>
                <c:pt idx="329">
                  <c:v>2.4621670797099999</c:v>
                </c:pt>
                <c:pt idx="330">
                  <c:v>2.4385184933300001</c:v>
                </c:pt>
                <c:pt idx="331">
                  <c:v>2.4113201828999999</c:v>
                </c:pt>
                <c:pt idx="332">
                  <c:v>2.3809746424</c:v>
                </c:pt>
                <c:pt idx="333">
                  <c:v>2.3478535493299999</c:v>
                </c:pt>
                <c:pt idx="334">
                  <c:v>2.3122998132400001</c:v>
                </c:pt>
                <c:pt idx="335">
                  <c:v>2.2019338829600001</c:v>
                </c:pt>
                <c:pt idx="336">
                  <c:v>2.09683320782</c:v>
                </c:pt>
                <c:pt idx="337">
                  <c:v>1.9967467217499999</c:v>
                </c:pt>
                <c:pt idx="338">
                  <c:v>1.9014353241899999</c:v>
                </c:pt>
                <c:pt idx="339">
                  <c:v>1.7818931067999999</c:v>
                </c:pt>
                <c:pt idx="340">
                  <c:v>1.69658940676</c:v>
                </c:pt>
                <c:pt idx="341">
                  <c:v>1.61536797204</c:v>
                </c:pt>
                <c:pt idx="342">
                  <c:v>1.6673697374900001</c:v>
                </c:pt>
                <c:pt idx="343">
                  <c:v>1.58865878991</c:v>
                </c:pt>
                <c:pt idx="344">
                  <c:v>1.51365944473</c:v>
                </c:pt>
                <c:pt idx="345">
                  <c:v>1.4421968874</c:v>
                </c:pt>
                <c:pt idx="346">
                  <c:v>1.4255978033700001</c:v>
                </c:pt>
                <c:pt idx="347">
                  <c:v>1.3586953474900001</c:v>
                </c:pt>
                <c:pt idx="348">
                  <c:v>1.2949277513699999</c:v>
                </c:pt>
                <c:pt idx="349">
                  <c:v>1.2341483692899999</c:v>
                </c:pt>
                <c:pt idx="350">
                  <c:v>1.1762174030500001</c:v>
                </c:pt>
                <c:pt idx="351">
                  <c:v>1.12100158283</c:v>
                </c:pt>
                <c:pt idx="352">
                  <c:v>0.95097953183499995</c:v>
                </c:pt>
                <c:pt idx="353">
                  <c:v>0.79487524773399998</c:v>
                </c:pt>
                <c:pt idx="354">
                  <c:v>0.65173558471299997</c:v>
                </c:pt>
                <c:pt idx="355">
                  <c:v>0.52066726352699999</c:v>
                </c:pt>
                <c:pt idx="356">
                  <c:v>0.400833299167</c:v>
                </c:pt>
                <c:pt idx="357">
                  <c:v>0.29144963459000001</c:v>
                </c:pt>
                <c:pt idx="358">
                  <c:v>0.191781968883</c:v>
                </c:pt>
                <c:pt idx="359">
                  <c:v>0.10114276893</c:v>
                </c:pt>
                <c:pt idx="360">
                  <c:v>1.8888454213600001E-2</c:v>
                </c:pt>
                <c:pt idx="361">
                  <c:v>-5.5583255029099998E-2</c:v>
                </c:pt>
                <c:pt idx="362">
                  <c:v>-0.122835835528</c:v>
                </c:pt>
                <c:pt idx="363">
                  <c:v>-0.18339631330699999</c:v>
                </c:pt>
                <c:pt idx="364">
                  <c:v>-0.23775747886500001</c:v>
                </c:pt>
                <c:pt idx="365">
                  <c:v>-0.50938680802500003</c:v>
                </c:pt>
                <c:pt idx="366">
                  <c:v>-0.75395557719700002</c:v>
                </c:pt>
                <c:pt idx="367">
                  <c:v>-0.97345721543800001</c:v>
                </c:pt>
                <c:pt idx="368">
                  <c:v>-1.1291274576799999</c:v>
                </c:pt>
                <c:pt idx="369">
                  <c:v>-1.26729801014</c:v>
                </c:pt>
                <c:pt idx="370">
                  <c:v>-1.3893055402600001</c:v>
                </c:pt>
                <c:pt idx="371">
                  <c:v>-1.4963979596600001</c:v>
                </c:pt>
                <c:pt idx="372">
                  <c:v>-1.58973990207</c:v>
                </c:pt>
                <c:pt idx="373">
                  <c:v>-1.6704178781400001</c:v>
                </c:pt>
                <c:pt idx="374">
                  <c:v>-1.7394451254500001</c:v>
                </c:pt>
                <c:pt idx="375">
                  <c:v>-1.7977661713699999</c:v>
                </c:pt>
                <c:pt idx="376">
                  <c:v>-1.8462611250300001</c:v>
                </c:pt>
                <c:pt idx="377">
                  <c:v>-1.8857497141499999</c:v>
                </c:pt>
                <c:pt idx="378">
                  <c:v>-1.9169950812900001</c:v>
                </c:pt>
                <c:pt idx="379">
                  <c:v>-1.9407073534799999</c:v>
                </c:pt>
                <c:pt idx="380">
                  <c:v>-1.95754699821</c:v>
                </c:pt>
                <c:pt idx="381">
                  <c:v>-1.9681279781900001</c:v>
                </c:pt>
                <c:pt idx="382">
                  <c:v>-1.97302071653</c:v>
                </c:pt>
                <c:pt idx="383">
                  <c:v>-1.9727548832799999</c:v>
                </c:pt>
                <c:pt idx="384">
                  <c:v>-1.96782201373</c:v>
                </c:pt>
                <c:pt idx="385">
                  <c:v>-1.95867796828</c:v>
                </c:pt>
                <c:pt idx="386">
                  <c:v>-1.94574524303</c:v>
                </c:pt>
                <c:pt idx="387">
                  <c:v>-1.9294151399299999</c:v>
                </c:pt>
                <c:pt idx="388">
                  <c:v>-1.8676108489200001</c:v>
                </c:pt>
                <c:pt idx="389">
                  <c:v>-2.05174590245</c:v>
                </c:pt>
                <c:pt idx="390">
                  <c:v>-1.8731161733699999</c:v>
                </c:pt>
                <c:pt idx="391">
                  <c:v>-1.66414479134</c:v>
                </c:pt>
                <c:pt idx="392">
                  <c:v>-1.57203023552</c:v>
                </c:pt>
                <c:pt idx="393">
                  <c:v>-1.4849423562299999</c:v>
                </c:pt>
                <c:pt idx="394">
                  <c:v>-1.2788271229799999</c:v>
                </c:pt>
                <c:pt idx="395">
                  <c:v>-1.1675932502499999</c:v>
                </c:pt>
                <c:pt idx="396">
                  <c:v>-1.0641674789</c:v>
                </c:pt>
                <c:pt idx="397">
                  <c:v>-1.0135409604700001</c:v>
                </c:pt>
                <c:pt idx="398">
                  <c:v>-0.85826648262899996</c:v>
                </c:pt>
                <c:pt idx="399">
                  <c:v>-0.71572687893300002</c:v>
                </c:pt>
                <c:pt idx="400">
                  <c:v>-0.58504930616499995</c:v>
                </c:pt>
                <c:pt idx="401">
                  <c:v>-0.53811138324800001</c:v>
                </c:pt>
                <c:pt idx="402">
                  <c:v>-0.63383658352700001</c:v>
                </c:pt>
                <c:pt idx="403">
                  <c:v>-0.34769819146999997</c:v>
                </c:pt>
                <c:pt idx="404">
                  <c:v>-0.189146491419</c:v>
                </c:pt>
                <c:pt idx="405">
                  <c:v>-9.4919751701099994E-2</c:v>
                </c:pt>
                <c:pt idx="406">
                  <c:v>4.8187679250800003E-2</c:v>
                </c:pt>
                <c:pt idx="407">
                  <c:v>0.29499742554399999</c:v>
                </c:pt>
                <c:pt idx="408">
                  <c:v>0.53848545623599997</c:v>
                </c:pt>
                <c:pt idx="409">
                  <c:v>0.68724142557000001</c:v>
                </c:pt>
                <c:pt idx="410">
                  <c:v>0.98560906125299996</c:v>
                </c:pt>
                <c:pt idx="411">
                  <c:v>1.2659009182100001</c:v>
                </c:pt>
                <c:pt idx="412">
                  <c:v>1.52935955097</c:v>
                </c:pt>
                <c:pt idx="413">
                  <c:v>1.6637321112700001</c:v>
                </c:pt>
                <c:pt idx="414">
                  <c:v>1.7813601301099999</c:v>
                </c:pt>
                <c:pt idx="415">
                  <c:v>1.88355727491</c:v>
                </c:pt>
                <c:pt idx="416">
                  <c:v>1.9715489045400001</c:v>
                </c:pt>
                <c:pt idx="417">
                  <c:v>2.0464775583299999</c:v>
                </c:pt>
                <c:pt idx="418">
                  <c:v>2.1094081198099999</c:v>
                </c:pt>
                <c:pt idx="419">
                  <c:v>2.16133267375</c:v>
                </c:pt>
                <c:pt idx="420">
                  <c:v>2.2031750740899998</c:v>
                </c:pt>
                <c:pt idx="421">
                  <c:v>2.2670774486999998</c:v>
                </c:pt>
                <c:pt idx="422">
                  <c:v>2.3195063081399998</c:v>
                </c:pt>
                <c:pt idx="423">
                  <c:v>2.3614287960699998</c:v>
                </c:pt>
                <c:pt idx="424">
                  <c:v>2.39374501039</c:v>
                </c:pt>
                <c:pt idx="425">
                  <c:v>2.4172922425499999</c:v>
                </c:pt>
                <c:pt idx="426">
                  <c:v>2.4328489628300001</c:v>
                </c:pt>
                <c:pt idx="427">
                  <c:v>2.4411385662399998</c:v>
                </c:pt>
                <c:pt idx="428">
                  <c:v>2.4428328929699998</c:v>
                </c:pt>
                <c:pt idx="429">
                  <c:v>2.43855553653</c:v>
                </c:pt>
                <c:pt idx="430">
                  <c:v>2.4288849516800002</c:v>
                </c:pt>
                <c:pt idx="431">
                  <c:v>2.4143573741200002</c:v>
                </c:pt>
                <c:pt idx="432">
                  <c:v>2.3954695626600002</c:v>
                </c:pt>
                <c:pt idx="433">
                  <c:v>2.3726813743799999</c:v>
                </c:pt>
                <c:pt idx="434">
                  <c:v>2.3979114591799999</c:v>
                </c:pt>
                <c:pt idx="435">
                  <c:v>2.3665448852700002</c:v>
                </c:pt>
                <c:pt idx="436">
                  <c:v>2.3325342451400002</c:v>
                </c:pt>
                <c:pt idx="437">
                  <c:v>2.29621205161</c:v>
                </c:pt>
                <c:pt idx="438">
                  <c:v>2.2578846729199999</c:v>
                </c:pt>
                <c:pt idx="439">
                  <c:v>2.2178340919699999</c:v>
                </c:pt>
                <c:pt idx="440">
                  <c:v>1.9533127211700001</c:v>
                </c:pt>
                <c:pt idx="441">
                  <c:v>1.70931779785</c:v>
                </c:pt>
                <c:pt idx="442">
                  <c:v>1.48447633103</c:v>
                </c:pt>
                <c:pt idx="443">
                  <c:v>1.2775004293000001</c:v>
                </c:pt>
                <c:pt idx="444">
                  <c:v>1.0871822658100001</c:v>
                </c:pt>
                <c:pt idx="445">
                  <c:v>0.91238933208799999</c:v>
                </c:pt>
                <c:pt idx="446">
                  <c:v>0.75205996423200006</c:v>
                </c:pt>
                <c:pt idx="447">
                  <c:v>0.47425476588799997</c:v>
                </c:pt>
                <c:pt idx="448">
                  <c:v>0.22175817980000001</c:v>
                </c:pt>
                <c:pt idx="449">
                  <c:v>-7.2376463573999997E-3</c:v>
                </c:pt>
                <c:pt idx="450">
                  <c:v>-0.21442442319800001</c:v>
                </c:pt>
                <c:pt idx="451">
                  <c:v>-0.31822954276400001</c:v>
                </c:pt>
                <c:pt idx="452">
                  <c:v>-0.489708049541</c:v>
                </c:pt>
                <c:pt idx="453">
                  <c:v>-0.64370341445900003</c:v>
                </c:pt>
                <c:pt idx="454">
                  <c:v>-0.78151308983199996</c:v>
                </c:pt>
                <c:pt idx="455">
                  <c:v>-0.90434955784100002</c:v>
                </c:pt>
                <c:pt idx="456">
                  <c:v>-1.01334553254</c:v>
                </c:pt>
                <c:pt idx="457">
                  <c:v>-1.1095588565600001</c:v>
                </c:pt>
                <c:pt idx="458">
                  <c:v>-1.3113714410499999</c:v>
                </c:pt>
                <c:pt idx="459">
                  <c:v>-1.4908598314299999</c:v>
                </c:pt>
                <c:pt idx="460">
                  <c:v>-1.6497215301199999</c:v>
                </c:pt>
                <c:pt idx="461">
                  <c:v>-1.78954156284</c:v>
                </c:pt>
                <c:pt idx="462">
                  <c:v>-1.9117994120899999</c:v>
                </c:pt>
                <c:pt idx="463">
                  <c:v>-2.0178755418600001</c:v>
                </c:pt>
                <c:pt idx="464">
                  <c:v>-1.95109267628</c:v>
                </c:pt>
                <c:pt idx="465">
                  <c:v>-2.03478244727</c:v>
                </c:pt>
                <c:pt idx="466">
                  <c:v>-2.10566821305</c:v>
                </c:pt>
                <c:pt idx="467">
                  <c:v>-2.19357803245</c:v>
                </c:pt>
                <c:pt idx="468">
                  <c:v>-2.2408036226300001</c:v>
                </c:pt>
                <c:pt idx="469">
                  <c:v>-2.2782051975900002</c:v>
                </c:pt>
                <c:pt idx="470">
                  <c:v>-2.3066286737800001</c:v>
                </c:pt>
                <c:pt idx="471">
                  <c:v>-2.3268608230500001</c:v>
                </c:pt>
                <c:pt idx="472">
                  <c:v>-2.3396330296499999</c:v>
                </c:pt>
                <c:pt idx="473">
                  <c:v>-2.34562482142</c:v>
                </c:pt>
                <c:pt idx="474">
                  <c:v>-2.3454671882499998</c:v>
                </c:pt>
                <c:pt idx="475">
                  <c:v>-2.3397457002299999</c:v>
                </c:pt>
                <c:pt idx="476">
                  <c:v>-2.3290034371099999</c:v>
                </c:pt>
                <c:pt idx="477">
                  <c:v>-2.3137437400300001</c:v>
                </c:pt>
                <c:pt idx="478">
                  <c:v>-2.2944327959100002</c:v>
                </c:pt>
                <c:pt idx="479">
                  <c:v>-2.2715020642899999</c:v>
                </c:pt>
                <c:pt idx="480">
                  <c:v>-2.24535055583</c:v>
                </c:pt>
                <c:pt idx="481">
                  <c:v>-2.2163469711300001</c:v>
                </c:pt>
                <c:pt idx="482">
                  <c:v>-2.1848317081599999</c:v>
                </c:pt>
                <c:pt idx="483">
                  <c:v>-2.1511187459399999</c:v>
                </c:pt>
                <c:pt idx="484">
                  <c:v>-2.1154974118199998</c:v>
                </c:pt>
                <c:pt idx="485">
                  <c:v>-2.0782340391799998</c:v>
                </c:pt>
                <c:pt idx="486">
                  <c:v>-2.03957352217</c:v>
                </c:pt>
                <c:pt idx="487">
                  <c:v>-1.9997407733499999</c:v>
                </c:pt>
                <c:pt idx="488">
                  <c:v>-1.9165031346900001</c:v>
                </c:pt>
                <c:pt idx="489">
                  <c:v>-2.0811281996100002</c:v>
                </c:pt>
                <c:pt idx="490">
                  <c:v>-1.8534930058400001</c:v>
                </c:pt>
                <c:pt idx="491">
                  <c:v>-1.60022632073</c:v>
                </c:pt>
                <c:pt idx="492">
                  <c:v>-1.46818375174</c:v>
                </c:pt>
                <c:pt idx="493">
                  <c:v>-1.3739927214600001</c:v>
                </c:pt>
                <c:pt idx="494">
                  <c:v>-1.2583960892299999</c:v>
                </c:pt>
                <c:pt idx="495">
                  <c:v>-1.15080674902</c:v>
                </c:pt>
                <c:pt idx="496">
                  <c:v>-1.0507186149100001</c:v>
                </c:pt>
                <c:pt idx="497">
                  <c:v>-1.0031441046</c:v>
                </c:pt>
                <c:pt idx="498">
                  <c:v>-0.85065592754200003</c:v>
                </c:pt>
                <c:pt idx="499">
                  <c:v>-0.71065557528400003</c:v>
                </c:pt>
                <c:pt idx="500">
                  <c:v>-0.53079439799000006</c:v>
                </c:pt>
                <c:pt idx="501">
                  <c:v>-0.415278844353</c:v>
                </c:pt>
                <c:pt idx="502">
                  <c:v>-0.44924460399100002</c:v>
                </c:pt>
                <c:pt idx="503">
                  <c:v>-0.10766302389</c:v>
                </c:pt>
                <c:pt idx="504">
                  <c:v>0.10048480706100001</c:v>
                </c:pt>
                <c:pt idx="505">
                  <c:v>0.23889907376799999</c:v>
                </c:pt>
                <c:pt idx="506">
                  <c:v>0.42119502142999998</c:v>
                </c:pt>
                <c:pt idx="507">
                  <c:v>0.72473524823900004</c:v>
                </c:pt>
                <c:pt idx="508">
                  <c:v>0.99766597051499994</c:v>
                </c:pt>
                <c:pt idx="509">
                  <c:v>1.17197059633</c:v>
                </c:pt>
                <c:pt idx="510">
                  <c:v>1.4923026505799999</c:v>
                </c:pt>
                <c:pt idx="511">
                  <c:v>1.7912635296499999</c:v>
                </c:pt>
                <c:pt idx="512">
                  <c:v>2.07036498092</c:v>
                </c:pt>
                <c:pt idx="513">
                  <c:v>2.2176049299799998</c:v>
                </c:pt>
                <c:pt idx="514">
                  <c:v>2.3455584189000001</c:v>
                </c:pt>
                <c:pt idx="515">
                  <c:v>2.45575645082</c:v>
                </c:pt>
                <c:pt idx="516">
                  <c:v>2.5496265672399998</c:v>
                </c:pt>
                <c:pt idx="517">
                  <c:v>2.6284992982099999</c:v>
                </c:pt>
                <c:pt idx="518">
                  <c:v>2.6936142294200001</c:v>
                </c:pt>
                <c:pt idx="519">
                  <c:v>2.7461257082600001</c:v>
                </c:pt>
                <c:pt idx="520">
                  <c:v>2.7649497416500002</c:v>
                </c:pt>
                <c:pt idx="521">
                  <c:v>2.7962728164400001</c:v>
                </c:pt>
                <c:pt idx="522">
                  <c:v>2.8179639786299999</c:v>
                </c:pt>
                <c:pt idx="523">
                  <c:v>2.8308882319599999</c:v>
                </c:pt>
                <c:pt idx="524">
                  <c:v>2.83584911688</c:v>
                </c:pt>
                <c:pt idx="525">
                  <c:v>2.8335926482799998</c:v>
                </c:pt>
                <c:pt idx="526">
                  <c:v>2.8248110153399999</c:v>
                </c:pt>
                <c:pt idx="527">
                  <c:v>2.8101460572499999</c:v>
                </c:pt>
                <c:pt idx="528">
                  <c:v>2.79019252804</c:v>
                </c:pt>
                <c:pt idx="529">
                  <c:v>2.7655011626400001</c:v>
                </c:pt>
                <c:pt idx="530">
                  <c:v>2.7365815559</c:v>
                </c:pt>
                <c:pt idx="531">
                  <c:v>2.7039048654500002</c:v>
                </c:pt>
                <c:pt idx="532">
                  <c:v>2.6679063488599999</c:v>
                </c:pt>
                <c:pt idx="533">
                  <c:v>2.6289877446199998</c:v>
                </c:pt>
                <c:pt idx="534">
                  <c:v>2.5875195064000001</c:v>
                </c:pt>
                <c:pt idx="535">
                  <c:v>2.5438428990299999</c:v>
                </c:pt>
                <c:pt idx="536">
                  <c:v>2.4982719644400002</c:v>
                </c:pt>
                <c:pt idx="537">
                  <c:v>2.4510953653100001</c:v>
                </c:pt>
                <c:pt idx="538">
                  <c:v>2.4025781136300002</c:v>
                </c:pt>
                <c:pt idx="539">
                  <c:v>2.5109280516400001</c:v>
                </c:pt>
                <c:pt idx="540">
                  <c:v>2.4542364988299998</c:v>
                </c:pt>
                <c:pt idx="541">
                  <c:v>2.3971022896099998</c:v>
                </c:pt>
                <c:pt idx="542">
                  <c:v>2.3397034459800001</c:v>
                </c:pt>
                <c:pt idx="543">
                  <c:v>2.2822016783499999</c:v>
                </c:pt>
                <c:pt idx="544">
                  <c:v>2.2247435531500002</c:v>
                </c:pt>
                <c:pt idx="545">
                  <c:v>2.1674615853799999</c:v>
                </c:pt>
                <c:pt idx="546">
                  <c:v>2.2032285058199998</c:v>
                </c:pt>
                <c:pt idx="547">
                  <c:v>2.1430039026999999</c:v>
                </c:pt>
                <c:pt idx="548">
                  <c:v>2.0834131455899998</c:v>
                </c:pt>
                <c:pt idx="549">
                  <c:v>2.0245376567900002</c:v>
                </c:pt>
                <c:pt idx="550">
                  <c:v>1.96644940894</c:v>
                </c:pt>
                <c:pt idx="551">
                  <c:v>1.9092116530700001</c:v>
                </c:pt>
                <c:pt idx="552">
                  <c:v>1.8528795981099999</c:v>
                </c:pt>
                <c:pt idx="553">
                  <c:v>1.79750104491</c:v>
                </c:pt>
                <c:pt idx="554">
                  <c:v>1.7431169774999999</c:v>
                </c:pt>
                <c:pt idx="555">
                  <c:v>1.6897621142899999</c:v>
                </c:pt>
                <c:pt idx="556">
                  <c:v>1.63746542178</c:v>
                </c:pt>
                <c:pt idx="557">
                  <c:v>1.6694057983699999</c:v>
                </c:pt>
                <c:pt idx="558">
                  <c:v>1.54333155317</c:v>
                </c:pt>
                <c:pt idx="559">
                  <c:v>1.4255839380299999</c:v>
                </c:pt>
                <c:pt idx="560">
                  <c:v>1.3156506401600001</c:v>
                </c:pt>
                <c:pt idx="561">
                  <c:v>1.2130495128800001</c:v>
                </c:pt>
                <c:pt idx="562">
                  <c:v>1.1173268517799999</c:v>
                </c:pt>
                <c:pt idx="563">
                  <c:v>1.0280557672099999</c:v>
                </c:pt>
                <c:pt idx="564">
                  <c:v>0.94483464792299998</c:v>
                </c:pt>
                <c:pt idx="565">
                  <c:v>0.86728571079000005</c:v>
                </c:pt>
                <c:pt idx="566">
                  <c:v>0.79505363180599997</c:v>
                </c:pt>
                <c:pt idx="567">
                  <c:v>0.72780425401000004</c:v>
                </c:pt>
                <c:pt idx="568">
                  <c:v>0.66522336797899995</c:v>
                </c:pt>
                <c:pt idx="569">
                  <c:v>0.60701556093999998</c:v>
                </c:pt>
                <c:pt idx="570">
                  <c:v>0.55290313069300001</c:v>
                </c:pt>
                <c:pt idx="571">
                  <c:v>0.50262506075799995</c:v>
                </c:pt>
                <c:pt idx="572">
                  <c:v>0.45593605336900001</c:v>
                </c:pt>
                <c:pt idx="573">
                  <c:v>0.23001525097299999</c:v>
                </c:pt>
                <c:pt idx="574">
                  <c:v>2.50465482989E-2</c:v>
                </c:pt>
                <c:pt idx="575">
                  <c:v>-0.16047637835100001</c:v>
                </c:pt>
                <c:pt idx="576">
                  <c:v>-0.327962760144</c:v>
                </c:pt>
                <c:pt idx="577">
                  <c:v>-0.47873062333499999</c:v>
                </c:pt>
                <c:pt idx="578">
                  <c:v>-0.61401233355100004</c:v>
                </c:pt>
                <c:pt idx="579">
                  <c:v>-0.73495981620700002</c:v>
                </c:pt>
                <c:pt idx="580">
                  <c:v>-0.84264947147199998</c:v>
                </c:pt>
                <c:pt idx="581">
                  <c:v>-0.93808680114999998</c:v>
                </c:pt>
                <c:pt idx="582">
                  <c:v>-1.0222107639</c:v>
                </c:pt>
                <c:pt idx="583">
                  <c:v>-1.0958978742900001</c:v>
                </c:pt>
                <c:pt idx="584">
                  <c:v>-1.1599660602399999</c:v>
                </c:pt>
                <c:pt idx="585">
                  <c:v>-1.2151782928399999</c:v>
                </c:pt>
                <c:pt idx="586">
                  <c:v>-1.2622460013800001</c:v>
                </c:pt>
                <c:pt idx="587">
                  <c:v>-1.5248391210400001</c:v>
                </c:pt>
                <c:pt idx="588">
                  <c:v>-1.78907292552</c:v>
                </c:pt>
                <c:pt idx="589">
                  <c:v>-2.2905647233900002</c:v>
                </c:pt>
                <c:pt idx="590">
                  <c:v>-2.3776561955400002</c:v>
                </c:pt>
                <c:pt idx="591">
                  <c:v>-2.4079192158699998</c:v>
                </c:pt>
                <c:pt idx="592">
                  <c:v>-2.5305037801900001</c:v>
                </c:pt>
                <c:pt idx="593">
                  <c:v>-2.6354039029099998</c:v>
                </c:pt>
                <c:pt idx="594">
                  <c:v>-2.7240529690000002</c:v>
                </c:pt>
                <c:pt idx="595">
                  <c:v>-2.79778661303</c:v>
                </c:pt>
                <c:pt idx="596">
                  <c:v>-2.8578488445099999</c:v>
                </c:pt>
                <c:pt idx="597">
                  <c:v>-2.95088599348</c:v>
                </c:pt>
                <c:pt idx="598">
                  <c:v>-2.9209956686199998</c:v>
                </c:pt>
                <c:pt idx="599">
                  <c:v>-2.8870019943999998</c:v>
                </c:pt>
                <c:pt idx="600">
                  <c:v>-2.84937631244</c:v>
                </c:pt>
                <c:pt idx="601">
                  <c:v>-2.8085537492500001</c:v>
                </c:pt>
                <c:pt idx="602">
                  <c:v>-2.9044119519399998</c:v>
                </c:pt>
                <c:pt idx="603">
                  <c:v>-2.6129931851800001</c:v>
                </c:pt>
                <c:pt idx="604">
                  <c:v>-2.4442754439900001</c:v>
                </c:pt>
                <c:pt idx="605">
                  <c:v>-2.3354861099500002</c:v>
                </c:pt>
                <c:pt idx="606">
                  <c:v>-2.1738725570000001</c:v>
                </c:pt>
                <c:pt idx="607">
                  <c:v>-1.88287398744</c:v>
                </c:pt>
                <c:pt idx="608">
                  <c:v>-1.6150890473399999</c:v>
                </c:pt>
                <c:pt idx="609">
                  <c:v>-1.43922589961</c:v>
                </c:pt>
                <c:pt idx="610">
                  <c:v>-1.1112727252700001</c:v>
                </c:pt>
                <c:pt idx="611">
                  <c:v>-0.79922318782500001</c:v>
                </c:pt>
                <c:pt idx="612">
                  <c:v>-0.50211697720600001</c:v>
                </c:pt>
                <c:pt idx="613">
                  <c:v>-0.33246682226000002</c:v>
                </c:pt>
                <c:pt idx="614">
                  <c:v>-0.17817021880100001</c:v>
                </c:pt>
                <c:pt idx="615">
                  <c:v>-3.8133088349799997E-2</c:v>
                </c:pt>
                <c:pt idx="616">
                  <c:v>8.8668449379799993E-2</c:v>
                </c:pt>
                <c:pt idx="617">
                  <c:v>0.20319232135400001</c:v>
                </c:pt>
                <c:pt idx="618">
                  <c:v>0.30633449901100002</c:v>
                </c:pt>
                <c:pt idx="619">
                  <c:v>0.39893276297899999</c:v>
                </c:pt>
                <c:pt idx="620">
                  <c:v>0.48177024794599999</c:v>
                </c:pt>
                <c:pt idx="621">
                  <c:v>0.55557878016600004</c:v>
                </c:pt>
                <c:pt idx="622">
                  <c:v>0.62104201940699999</c:v>
                </c:pt>
                <c:pt idx="623">
                  <c:v>0.67879841646100003</c:v>
                </c:pt>
                <c:pt idx="624">
                  <c:v>0.72944399675299998</c:v>
                </c:pt>
                <c:pt idx="625">
                  <c:v>0.77353497995499998</c:v>
                </c:pt>
                <c:pt idx="626">
                  <c:v>0.81159024500499999</c:v>
                </c:pt>
                <c:pt idx="627">
                  <c:v>0.844093649349</c:v>
                </c:pt>
                <c:pt idx="628">
                  <c:v>0.87149621079700001</c:v>
                </c:pt>
                <c:pt idx="629">
                  <c:v>0.89421815984399999</c:v>
                </c:pt>
                <c:pt idx="630">
                  <c:v>0.91265086992800004</c:v>
                </c:pt>
                <c:pt idx="631">
                  <c:v>0.92715867262899998</c:v>
                </c:pt>
                <c:pt idx="632">
                  <c:v>0.93808056445700005</c:v>
                </c:pt>
                <c:pt idx="633">
                  <c:v>0.94573181147700003</c:v>
                </c:pt>
                <c:pt idx="634">
                  <c:v>0.950405457673</c:v>
                </c:pt>
                <c:pt idx="635">
                  <c:v>0.95237374263800001</c:v>
                </c:pt>
                <c:pt idx="636">
                  <c:v>0.951889433831</c:v>
                </c:pt>
                <c:pt idx="637">
                  <c:v>0.94918707836799998</c:v>
                </c:pt>
                <c:pt idx="638">
                  <c:v>0.94448417903600002</c:v>
                </c:pt>
                <c:pt idx="639">
                  <c:v>0.93798229892499996</c:v>
                </c:pt>
                <c:pt idx="640">
                  <c:v>0.92986809886199995</c:v>
                </c:pt>
                <c:pt idx="641">
                  <c:v>0.92031431156200005</c:v>
                </c:pt>
                <c:pt idx="642">
                  <c:v>0.90948065620499996</c:v>
                </c:pt>
                <c:pt idx="643">
                  <c:v>0.89751469693700003</c:v>
                </c:pt>
                <c:pt idx="644">
                  <c:v>0.92518026674800002</c:v>
                </c:pt>
                <c:pt idx="645">
                  <c:v>0.94801250437100004</c:v>
                </c:pt>
                <c:pt idx="646">
                  <c:v>0.96641705412199996</c:v>
                </c:pt>
                <c:pt idx="647">
                  <c:v>0.98077148971999994</c:v>
                </c:pt>
                <c:pt idx="648">
                  <c:v>0.99142708746800001</c:v>
                </c:pt>
                <c:pt idx="649">
                  <c:v>0.99871049325200001</c:v>
                </c:pt>
                <c:pt idx="650">
                  <c:v>1.00292528948</c:v>
                </c:pt>
                <c:pt idx="651">
                  <c:v>1.0043534677799999</c:v>
                </c:pt>
                <c:pt idx="652">
                  <c:v>1.0032568128899999</c:v>
                </c:pt>
                <c:pt idx="653">
                  <c:v>0.99987820292100005</c:v>
                </c:pt>
                <c:pt idx="654">
                  <c:v>0.99444283086800001</c:v>
                </c:pt>
                <c:pt idx="655">
                  <c:v>0.98715935192899995</c:v>
                </c:pt>
                <c:pt idx="656">
                  <c:v>0.978220960985</c:v>
                </c:pt>
                <c:pt idx="657">
                  <c:v>1.0192996809999999</c:v>
                </c:pt>
                <c:pt idx="658">
                  <c:v>1.00555266855</c:v>
                </c:pt>
                <c:pt idx="659">
                  <c:v>0.99072208085900004</c:v>
                </c:pt>
                <c:pt idx="660">
                  <c:v>0.97494630932100002</c:v>
                </c:pt>
                <c:pt idx="661">
                  <c:v>0.95835282383300002</c:v>
                </c:pt>
                <c:pt idx="662">
                  <c:v>0.94105890891699995</c:v>
                </c:pt>
                <c:pt idx="663">
                  <c:v>0.92317235401599995</c:v>
                </c:pt>
                <c:pt idx="664">
                  <c:v>0.904792100687</c:v>
                </c:pt>
                <c:pt idx="665">
                  <c:v>0.88600884924900003</c:v>
                </c:pt>
                <c:pt idx="666">
                  <c:v>0.86690562730200005</c:v>
                </c:pt>
                <c:pt idx="667">
                  <c:v>0.84755832239899997</c:v>
                </c:pt>
                <c:pt idx="668">
                  <c:v>0.82803618100300003</c:v>
                </c:pt>
                <c:pt idx="669">
                  <c:v>0.80840227576900003</c:v>
                </c:pt>
                <c:pt idx="670">
                  <c:v>0.78871394302999998</c:v>
                </c:pt>
                <c:pt idx="671">
                  <c:v>0.769023192307</c:v>
                </c:pt>
                <c:pt idx="672">
                  <c:v>0.87871331248700002</c:v>
                </c:pt>
                <c:pt idx="673">
                  <c:v>0.85407682060099999</c:v>
                </c:pt>
                <c:pt idx="674">
                  <c:v>0.82975332021399995</c:v>
                </c:pt>
                <c:pt idx="675">
                  <c:v>0.80577088137399999</c:v>
                </c:pt>
                <c:pt idx="676">
                  <c:v>0.78215409166700001</c:v>
                </c:pt>
                <c:pt idx="677">
                  <c:v>0.75892432914499997</c:v>
                </c:pt>
                <c:pt idx="678">
                  <c:v>0.73610001689299998</c:v>
                </c:pt>
                <c:pt idx="679">
                  <c:v>0.74497906955899995</c:v>
                </c:pt>
                <c:pt idx="680">
                  <c:v>0.75124118450199995</c:v>
                </c:pt>
                <c:pt idx="681">
                  <c:v>0.75512050139999998</c:v>
                </c:pt>
                <c:pt idx="682">
                  <c:v>0.75683454624299995</c:v>
                </c:pt>
                <c:pt idx="683">
                  <c:v>0.75658529493799997</c:v>
                </c:pt>
                <c:pt idx="684">
                  <c:v>0.75456017267499997</c:v>
                </c:pt>
                <c:pt idx="685">
                  <c:v>0.75093299281500003</c:v>
                </c:pt>
                <c:pt idx="686">
                  <c:v>0.90382969945699998</c:v>
                </c:pt>
                <c:pt idx="687">
                  <c:v>0.94276160080399996</c:v>
                </c:pt>
                <c:pt idx="688">
                  <c:v>0.96969307318099995</c:v>
                </c:pt>
                <c:pt idx="689">
                  <c:v>0.74725506521600005</c:v>
                </c:pt>
                <c:pt idx="690">
                  <c:v>0.88456923088600004</c:v>
                </c:pt>
                <c:pt idx="691">
                  <c:v>1.0495974000799999</c:v>
                </c:pt>
                <c:pt idx="692">
                  <c:v>1.09549566951</c:v>
                </c:pt>
                <c:pt idx="693">
                  <c:v>1.13442042904</c:v>
                </c:pt>
                <c:pt idx="694">
                  <c:v>1.1669427106400001</c:v>
                </c:pt>
                <c:pt idx="695">
                  <c:v>1.19359443416</c:v>
                </c:pt>
                <c:pt idx="696">
                  <c:v>1.2148708640899999</c:v>
                </c:pt>
                <c:pt idx="697">
                  <c:v>1.1857447345100001</c:v>
                </c:pt>
                <c:pt idx="698">
                  <c:v>1.2636248794</c:v>
                </c:pt>
                <c:pt idx="699">
                  <c:v>1.3310881295999999</c:v>
                </c:pt>
                <c:pt idx="700">
                  <c:v>1.3889653177200001</c:v>
                </c:pt>
                <c:pt idx="701">
                  <c:v>1.43803101328</c:v>
                </c:pt>
                <c:pt idx="702">
                  <c:v>1.3395307102</c:v>
                </c:pt>
                <c:pt idx="703">
                  <c:v>1.6184642950599999</c:v>
                </c:pt>
                <c:pt idx="704">
                  <c:v>1.7658201627700001</c:v>
                </c:pt>
                <c:pt idx="705">
                  <c:v>1.84526647131</c:v>
                </c:pt>
                <c:pt idx="706">
                  <c:v>1.9703851482000001</c:v>
                </c:pt>
                <c:pt idx="707">
                  <c:v>2.2185043852900002</c:v>
                </c:pt>
                <c:pt idx="708">
                  <c:v>2.4377350893199998</c:v>
                </c:pt>
                <c:pt idx="709">
                  <c:v>2.5913068345900001</c:v>
                </c:pt>
                <c:pt idx="710">
                  <c:v>2.8895030135200002</c:v>
                </c:pt>
                <c:pt idx="711">
                  <c:v>3.1651111867899999</c:v>
                </c:pt>
                <c:pt idx="712">
                  <c:v>3.4198144445600001</c:v>
                </c:pt>
                <c:pt idx="713">
                  <c:v>3.5417682364899998</c:v>
                </c:pt>
                <c:pt idx="714">
                  <c:v>3.64369225045</c:v>
                </c:pt>
                <c:pt idx="715">
                  <c:v>3.7272501385100001</c:v>
                </c:pt>
                <c:pt idx="716">
                  <c:v>3.7939909204500002</c:v>
                </c:pt>
                <c:pt idx="717">
                  <c:v>3.8453562079300001</c:v>
                </c:pt>
                <c:pt idx="718">
                  <c:v>3.88268699682</c:v>
                </c:pt>
                <c:pt idx="719">
                  <c:v>3.9072300524000001</c:v>
                </c:pt>
                <c:pt idx="720">
                  <c:v>3.9201439110299998</c:v>
                </c:pt>
                <c:pt idx="721">
                  <c:v>3.9225045206</c:v>
                </c:pt>
                <c:pt idx="722">
                  <c:v>3.9153105406900002</c:v>
                </c:pt>
                <c:pt idx="723">
                  <c:v>3.8994883220599998</c:v>
                </c:pt>
                <c:pt idx="724">
                  <c:v>3.87589658444</c:v>
                </c:pt>
                <c:pt idx="725">
                  <c:v>3.8453308098900001</c:v>
                </c:pt>
                <c:pt idx="726">
                  <c:v>3.8085273685700001</c:v>
                </c:pt>
                <c:pt idx="727">
                  <c:v>3.7661673924899999</c:v>
                </c:pt>
                <c:pt idx="728">
                  <c:v>3.7188804119599999</c:v>
                </c:pt>
                <c:pt idx="729">
                  <c:v>3.6672477688099998</c:v>
                </c:pt>
                <c:pt idx="730">
                  <c:v>3.6118058193000002</c:v>
                </c:pt>
                <c:pt idx="731">
                  <c:v>3.55304893938</c:v>
                </c:pt>
                <c:pt idx="732">
                  <c:v>3.4914323436700001</c:v>
                </c:pt>
                <c:pt idx="733">
                  <c:v>3.4273747294499999</c:v>
                </c:pt>
                <c:pt idx="734">
                  <c:v>3.3612607557900001</c:v>
                </c:pt>
                <c:pt idx="735">
                  <c:v>3.2934433678100001</c:v>
                </c:pt>
                <c:pt idx="736">
                  <c:v>3.2242459751600001</c:v>
                </c:pt>
                <c:pt idx="737">
                  <c:v>3.1539644934300002</c:v>
                </c:pt>
                <c:pt idx="738">
                  <c:v>3.08286925669</c:v>
                </c:pt>
                <c:pt idx="739">
                  <c:v>3.0112068088799999</c:v>
                </c:pt>
                <c:pt idx="740">
                  <c:v>2.82180725022</c:v>
                </c:pt>
                <c:pt idx="741">
                  <c:v>2.6437195792399999</c:v>
                </c:pt>
                <c:pt idx="742">
                  <c:v>2.3453465607599999</c:v>
                </c:pt>
                <c:pt idx="743">
                  <c:v>2.0410107170699998</c:v>
                </c:pt>
                <c:pt idx="744">
                  <c:v>1.7878825002200001</c:v>
                </c:pt>
                <c:pt idx="745">
                  <c:v>1.3315831810400001</c:v>
                </c:pt>
                <c:pt idx="746">
                  <c:v>0.91553922070899996</c:v>
                </c:pt>
                <c:pt idx="747">
                  <c:v>0.53690940460900005</c:v>
                </c:pt>
                <c:pt idx="748">
                  <c:v>0.193033903333</c:v>
                </c:pt>
                <c:pt idx="749">
                  <c:v>-0.118576661832</c:v>
                </c:pt>
                <c:pt idx="750">
                  <c:v>-0.40025151827200001</c:v>
                </c:pt>
                <c:pt idx="751">
                  <c:v>-0.65416944223200002</c:v>
                </c:pt>
                <c:pt idx="752">
                  <c:v>-0.88236789376199998</c:v>
                </c:pt>
                <c:pt idx="753">
                  <c:v>-1.0867516184999999</c:v>
                </c:pt>
                <c:pt idx="754">
                  <c:v>-1.2691007465199999</c:v>
                </c:pt>
                <c:pt idx="755">
                  <c:v>-1.4310784169699999</c:v>
                </c:pt>
                <c:pt idx="756">
                  <c:v>-1.5742379552700001</c:v>
                </c:pt>
                <c:pt idx="757">
                  <c:v>-1.8309739891800001</c:v>
                </c:pt>
                <c:pt idx="758">
                  <c:v>-2.0589232611799999</c:v>
                </c:pt>
                <c:pt idx="759">
                  <c:v>-2.2602830007799999</c:v>
                </c:pt>
                <c:pt idx="760">
                  <c:v>-2.43710458851</c:v>
                </c:pt>
                <c:pt idx="761">
                  <c:v>-2.5913025559</c:v>
                </c:pt>
                <c:pt idx="762">
                  <c:v>-2.7246630545500001</c:v>
                </c:pt>
                <c:pt idx="763">
                  <c:v>-2.8388518246499999</c:v>
                </c:pt>
                <c:pt idx="764">
                  <c:v>-2.9354216915200002</c:v>
                </c:pt>
                <c:pt idx="765">
                  <c:v>-3.01581961737</c:v>
                </c:pt>
                <c:pt idx="766">
                  <c:v>-3.0813933338599999</c:v>
                </c:pt>
                <c:pt idx="767">
                  <c:v>-3.3807569398899999</c:v>
                </c:pt>
                <c:pt idx="768">
                  <c:v>-3.6435909684499999</c:v>
                </c:pt>
                <c:pt idx="769">
                  <c:v>-3.8727464995799998</c:v>
                </c:pt>
                <c:pt idx="770">
                  <c:v>-4.0708834037899999</c:v>
                </c:pt>
                <c:pt idx="771">
                  <c:v>-4.2404822114099998</c:v>
                </c:pt>
                <c:pt idx="772">
                  <c:v>-4.3838552789099996</c:v>
                </c:pt>
                <c:pt idx="773">
                  <c:v>-4.5031572927100001</c:v>
                </c:pt>
                <c:pt idx="774">
                  <c:v>-4.6003951483499996</c:v>
                </c:pt>
                <c:pt idx="775">
                  <c:v>-4.6774372411399998</c:v>
                </c:pt>
                <c:pt idx="776">
                  <c:v>-4.73602220207</c:v>
                </c:pt>
                <c:pt idx="777">
                  <c:v>-4.7777671111000002</c:v>
                </c:pt>
                <c:pt idx="778">
                  <c:v>-4.7950514767100003</c:v>
                </c:pt>
                <c:pt idx="779">
                  <c:v>-4.7784186476499997</c:v>
                </c:pt>
                <c:pt idx="780">
                  <c:v>-4.7520028429199996</c:v>
                </c:pt>
                <c:pt idx="781">
                  <c:v>-4.7167978675600004</c:v>
                </c:pt>
                <c:pt idx="782">
                  <c:v>-4.6737238591999999</c:v>
                </c:pt>
                <c:pt idx="783">
                  <c:v>-4.6236321098499999</c:v>
                </c:pt>
                <c:pt idx="784">
                  <c:v>-4.56730959253</c:v>
                </c:pt>
                <c:pt idx="785">
                  <c:v>-4.5054832102200004</c:v>
                </c:pt>
                <c:pt idx="786">
                  <c:v>-4.6618306182799998</c:v>
                </c:pt>
                <c:pt idx="787">
                  <c:v>-4.7922111173599999</c:v>
                </c:pt>
                <c:pt idx="788">
                  <c:v>-4.8563467109599996</c:v>
                </c:pt>
                <c:pt idx="789">
                  <c:v>-5.1473279699400001</c:v>
                </c:pt>
                <c:pt idx="790">
                  <c:v>-5.0580136298699996</c:v>
                </c:pt>
                <c:pt idx="791">
                  <c:v>-4.9222826553500001</c:v>
                </c:pt>
                <c:pt idx="792">
                  <c:v>-5.0060833860800003</c:v>
                </c:pt>
                <c:pt idx="793">
                  <c:v>-5.0700021079799997</c:v>
                </c:pt>
                <c:pt idx="794">
                  <c:v>-5.1157788092500001</c:v>
                </c:pt>
                <c:pt idx="795">
                  <c:v>-5.1450310483599999</c:v>
                </c:pt>
                <c:pt idx="796">
                  <c:v>-5.1592617573500004</c:v>
                </c:pt>
                <c:pt idx="797">
                  <c:v>-5.2053547603499997</c:v>
                </c:pt>
                <c:pt idx="798">
                  <c:v>-5.1276252060500003</c:v>
                </c:pt>
                <c:pt idx="799">
                  <c:v>-5.0450961863000003</c:v>
                </c:pt>
                <c:pt idx="800">
                  <c:v>-4.9584207315900004</c:v>
                </c:pt>
              </c:numCache>
            </c:numRef>
          </c:yVal>
          <c:smooth val="1"/>
          <c:extLst>
            <c:ext xmlns:c16="http://schemas.microsoft.com/office/drawing/2014/chart" uri="{C3380CC4-5D6E-409C-BE32-E72D297353CC}">
              <c16:uniqueId val="{00000000-7D6F-4690-A6EC-E964F644B0F2}"/>
            </c:ext>
          </c:extLst>
        </c:ser>
        <c:dLbls>
          <c:showLegendKey val="0"/>
          <c:showVal val="0"/>
          <c:showCatName val="0"/>
          <c:showSerName val="0"/>
          <c:showPercent val="0"/>
          <c:showBubbleSize val="0"/>
        </c:dLbls>
        <c:axId val="48650112"/>
        <c:axId val="48672768"/>
      </c:scatterChart>
      <c:valAx>
        <c:axId val="48672768"/>
        <c:scaling>
          <c:orientation val="minMax"/>
          <c:max val="4"/>
          <c:min val="-6"/>
        </c:scaling>
        <c:delete val="0"/>
        <c:axPos val="l"/>
        <c:title>
          <c:tx>
            <c:rich>
              <a:bodyPr/>
              <a:lstStyle/>
              <a:p>
                <a:r>
                  <a:rPr lang="en-US" sz="1650">
                    <a:solidFill>
                      <a:srgbClr val="617184"/>
                    </a:solidFill>
                    <a:latin typeface="Arial"/>
                    <a:ea typeface="Arial"/>
                    <a:cs typeface="Arial"/>
                  </a:rPr>
                  <a:t>Total (a.u.)</a:t>
                </a:r>
              </a:p>
            </c:rich>
          </c:tx>
          <c:overlay val="0"/>
        </c:title>
        <c:numFmt formatCode="0" sourceLinked="1"/>
        <c:majorTickMark val="none"/>
        <c:minorTickMark val="none"/>
        <c:tickLblPos val="nextTo"/>
        <c:spPr>
          <a:ln w="9525">
            <a:solidFill>
              <a:srgbClr val="D9E1E8"/>
            </a:solidFill>
          </a:ln>
        </c:spPr>
        <c:txPr>
          <a:bodyPr anchorCtr="1"/>
          <a:lstStyle/>
          <a:p>
            <a:pPr>
              <a:defRPr sz="1500">
                <a:solidFill>
                  <a:srgbClr val="617184"/>
                </a:solidFill>
                <a:latin typeface="Arial"/>
                <a:ea typeface="Arial"/>
                <a:cs typeface="Arial"/>
              </a:defRPr>
            </a:pPr>
            <a:endParaRPr lang="zh-CN"/>
          </a:p>
        </c:txPr>
        <c:crossAx val="48650112"/>
        <c:crosses val="autoZero"/>
        <c:crossBetween val="midCat"/>
        <c:majorUnit val="2"/>
      </c:valAx>
      <c:valAx>
        <c:axId val="48650112"/>
        <c:scaling>
          <c:orientation val="minMax"/>
          <c:max val="1.2"/>
          <c:min val="0.4"/>
        </c:scaling>
        <c:delete val="0"/>
        <c:axPos val="b"/>
        <c:title>
          <c:tx>
            <c:rich>
              <a:bodyPr/>
              <a:lstStyle/>
              <a:p>
                <a:r>
                  <a:rPr lang="en-US" sz="1650">
                    <a:solidFill>
                      <a:srgbClr val="617184"/>
                    </a:solidFill>
                    <a:latin typeface="Arial"/>
                    <a:ea typeface="Arial"/>
                    <a:cs typeface="Arial"/>
                  </a:rPr>
                  <a:t>Time (s)</a:t>
                </a:r>
              </a:p>
            </c:rich>
          </c:tx>
          <c:overlay val="0"/>
        </c:title>
        <c:numFmt formatCode="General" sourceLinked="1"/>
        <c:majorTickMark val="none"/>
        <c:minorTickMark val="none"/>
        <c:tickLblPos val="nextTo"/>
        <c:spPr>
          <a:ln w="9525">
            <a:solidFill>
              <a:srgbClr val="D9E1E8"/>
            </a:solidFill>
          </a:ln>
        </c:spPr>
        <c:txPr>
          <a:bodyPr anchorCtr="1"/>
          <a:lstStyle/>
          <a:p>
            <a:pPr>
              <a:defRPr sz="1500">
                <a:solidFill>
                  <a:srgbClr val="617184"/>
                </a:solidFill>
                <a:latin typeface="Arial"/>
                <a:ea typeface="Arial"/>
                <a:cs typeface="Arial"/>
              </a:defRPr>
            </a:pPr>
            <a:endParaRPr lang="zh-CN"/>
          </a:p>
        </c:txPr>
        <c:crossAx val="48672768"/>
        <c:crosses val="autoZero"/>
        <c:crossBetween val="midCat"/>
        <c:majorUnit val="0.2"/>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scatterChart>
        <c:scatterStyle val="lineMarker"/>
        <c:varyColors val="1"/>
        <c:ser>
          <c:idx val="0"/>
          <c:order val="0"/>
          <c:tx>
            <c:v>Neuron 0</c:v>
          </c:tx>
          <c:spPr>
            <a:ln w="0">
              <a:noFill/>
            </a:ln>
          </c:spPr>
          <c:marker>
            <c:symbol val="square"/>
            <c:size val="5"/>
            <c:spPr>
              <a:noFill/>
            </c:spPr>
          </c:marker>
          <c:xVal>
            <c:numRef>
              <c:f>'Chart Data'!$A$2:$A$5</c:f>
              <c:numCache>
                <c:formatCode>General</c:formatCode>
                <c:ptCount val="4"/>
                <c:pt idx="0">
                  <c:v>0.59372700594200001</c:v>
                </c:pt>
                <c:pt idx="1">
                  <c:v>0.79372700594199996</c:v>
                </c:pt>
                <c:pt idx="2">
                  <c:v>0.99372700594200003</c:v>
                </c:pt>
                <c:pt idx="3">
                  <c:v>1.19372700594</c:v>
                </c:pt>
              </c:numCache>
            </c:numRef>
          </c:xVal>
          <c:yVal>
            <c:numRef>
              <c:f>'Chart Data'!$B$2:$B$5</c:f>
              <c:numCache>
                <c:formatCode>0</c:formatCode>
                <c:ptCount val="4"/>
                <c:pt idx="0">
                  <c:v>0</c:v>
                </c:pt>
                <c:pt idx="1">
                  <c:v>0</c:v>
                </c:pt>
                <c:pt idx="2">
                  <c:v>0</c:v>
                </c:pt>
                <c:pt idx="3">
                  <c:v>0</c:v>
                </c:pt>
              </c:numCache>
            </c:numRef>
          </c:yVal>
          <c:smooth val="1"/>
          <c:extLst>
            <c:ext xmlns:c16="http://schemas.microsoft.com/office/drawing/2014/chart" uri="{C3380CC4-5D6E-409C-BE32-E72D297353CC}">
              <c16:uniqueId val="{00000000-04D7-428B-BB6C-4C0CC62BA8AB}"/>
            </c:ext>
          </c:extLst>
        </c:ser>
        <c:ser>
          <c:idx val="1"/>
          <c:order val="1"/>
          <c:tx>
            <c:v>Neuron 1</c:v>
          </c:tx>
          <c:spPr>
            <a:ln w="0">
              <a:noFill/>
            </a:ln>
          </c:spPr>
          <c:marker>
            <c:symbol val="square"/>
            <c:size val="5"/>
            <c:spPr>
              <a:noFill/>
            </c:spPr>
          </c:marker>
          <c:xVal>
            <c:numRef>
              <c:f>'Chart Data'!$C$2:$C$5</c:f>
              <c:numCache>
                <c:formatCode>General</c:formatCode>
                <c:ptCount val="4"/>
                <c:pt idx="0">
                  <c:v>0.42253571532</c:v>
                </c:pt>
                <c:pt idx="1">
                  <c:v>0.62253571531999996</c:v>
                </c:pt>
                <c:pt idx="2">
                  <c:v>0.82253571532000003</c:v>
                </c:pt>
                <c:pt idx="3">
                  <c:v>1.0225357153200001</c:v>
                </c:pt>
              </c:numCache>
            </c:numRef>
          </c:xVal>
          <c:yVal>
            <c:numRef>
              <c:f>'Chart Data'!$D$2:$D$5</c:f>
              <c:numCache>
                <c:formatCode>0</c:formatCode>
                <c:ptCount val="4"/>
                <c:pt idx="0">
                  <c:v>1</c:v>
                </c:pt>
                <c:pt idx="1">
                  <c:v>1</c:v>
                </c:pt>
                <c:pt idx="2">
                  <c:v>1</c:v>
                </c:pt>
                <c:pt idx="3">
                  <c:v>1</c:v>
                </c:pt>
              </c:numCache>
            </c:numRef>
          </c:yVal>
          <c:smooth val="1"/>
          <c:extLst>
            <c:ext xmlns:c16="http://schemas.microsoft.com/office/drawing/2014/chart" uri="{C3380CC4-5D6E-409C-BE32-E72D297353CC}">
              <c16:uniqueId val="{00000001-04D7-428B-BB6C-4C0CC62BA8AB}"/>
            </c:ext>
          </c:extLst>
        </c:ser>
        <c:ser>
          <c:idx val="2"/>
          <c:order val="2"/>
          <c:tx>
            <c:v>Neuron 2</c:v>
          </c:tx>
          <c:spPr>
            <a:ln w="0">
              <a:noFill/>
            </a:ln>
          </c:spPr>
          <c:marker>
            <c:symbol val="square"/>
            <c:size val="5"/>
            <c:spPr>
              <a:noFill/>
            </c:spPr>
          </c:marker>
          <c:xVal>
            <c:numRef>
              <c:f>'Chart Data'!$E$2:$E$5</c:f>
              <c:numCache>
                <c:formatCode>General</c:formatCode>
                <c:ptCount val="4"/>
                <c:pt idx="0">
                  <c:v>0.41159969709100003</c:v>
                </c:pt>
                <c:pt idx="1">
                  <c:v>0.61159969709100004</c:v>
                </c:pt>
                <c:pt idx="2">
                  <c:v>0.81159969709099999</c:v>
                </c:pt>
                <c:pt idx="3">
                  <c:v>1.0115996970900001</c:v>
                </c:pt>
              </c:numCache>
            </c:numRef>
          </c:xVal>
          <c:yVal>
            <c:numRef>
              <c:f>'Chart Data'!$F$2:$F$5</c:f>
              <c:numCache>
                <c:formatCode>0</c:formatCode>
                <c:ptCount val="4"/>
                <c:pt idx="0">
                  <c:v>2</c:v>
                </c:pt>
                <c:pt idx="1">
                  <c:v>2</c:v>
                </c:pt>
                <c:pt idx="2">
                  <c:v>2</c:v>
                </c:pt>
                <c:pt idx="3">
                  <c:v>2</c:v>
                </c:pt>
              </c:numCache>
            </c:numRef>
          </c:yVal>
          <c:smooth val="1"/>
          <c:extLst>
            <c:ext xmlns:c16="http://schemas.microsoft.com/office/drawing/2014/chart" uri="{C3380CC4-5D6E-409C-BE32-E72D297353CC}">
              <c16:uniqueId val="{00000002-04D7-428B-BB6C-4C0CC62BA8AB}"/>
            </c:ext>
          </c:extLst>
        </c:ser>
        <c:ser>
          <c:idx val="3"/>
          <c:order val="3"/>
          <c:tx>
            <c:v>Neuron 3</c:v>
          </c:tx>
          <c:spPr>
            <a:ln w="0">
              <a:noFill/>
            </a:ln>
          </c:spPr>
          <c:marker>
            <c:symbol val="square"/>
            <c:size val="5"/>
            <c:spPr>
              <a:noFill/>
            </c:spPr>
          </c:marker>
          <c:xVal>
            <c:numRef>
              <c:f>'Chart Data'!$G$2:$G$5</c:f>
              <c:numCache>
                <c:formatCode>General</c:formatCode>
                <c:ptCount val="4"/>
                <c:pt idx="0">
                  <c:v>0.40493292420999999</c:v>
                </c:pt>
                <c:pt idx="1">
                  <c:v>0.60493292421</c:v>
                </c:pt>
                <c:pt idx="2">
                  <c:v>0.80493292420999996</c:v>
                </c:pt>
                <c:pt idx="3">
                  <c:v>1.00493292421</c:v>
                </c:pt>
              </c:numCache>
            </c:numRef>
          </c:xVal>
          <c:yVal>
            <c:numRef>
              <c:f>'Chart Data'!$H$2:$H$5</c:f>
              <c:numCache>
                <c:formatCode>0</c:formatCode>
                <c:ptCount val="4"/>
                <c:pt idx="0">
                  <c:v>3</c:v>
                </c:pt>
                <c:pt idx="1">
                  <c:v>3</c:v>
                </c:pt>
                <c:pt idx="2">
                  <c:v>3</c:v>
                </c:pt>
                <c:pt idx="3">
                  <c:v>3</c:v>
                </c:pt>
              </c:numCache>
            </c:numRef>
          </c:yVal>
          <c:smooth val="1"/>
          <c:extLst>
            <c:ext xmlns:c16="http://schemas.microsoft.com/office/drawing/2014/chart" uri="{C3380CC4-5D6E-409C-BE32-E72D297353CC}">
              <c16:uniqueId val="{00000003-04D7-428B-BB6C-4C0CC62BA8AB}"/>
            </c:ext>
          </c:extLst>
        </c:ser>
        <c:ser>
          <c:idx val="4"/>
          <c:order val="4"/>
          <c:tx>
            <c:v>Neuron 4</c:v>
          </c:tx>
          <c:spPr>
            <a:ln w="0">
              <a:noFill/>
            </a:ln>
          </c:spPr>
          <c:marker>
            <c:symbol val="square"/>
            <c:size val="5"/>
            <c:spPr>
              <a:noFill/>
            </c:spPr>
          </c:marker>
          <c:xVal>
            <c:numRef>
              <c:f>'Chart Data'!$I$2:$I$5</c:f>
              <c:numCache>
                <c:formatCode>General</c:formatCode>
                <c:ptCount val="4"/>
                <c:pt idx="0">
                  <c:v>0.58280093202200001</c:v>
                </c:pt>
                <c:pt idx="1">
                  <c:v>0.78280093202199996</c:v>
                </c:pt>
                <c:pt idx="2">
                  <c:v>0.98280093202200003</c:v>
                </c:pt>
                <c:pt idx="3">
                  <c:v>1.1828009320199999</c:v>
                </c:pt>
              </c:numCache>
            </c:numRef>
          </c:xVal>
          <c:yVal>
            <c:numRef>
              <c:f>'Chart Data'!$J$2:$J$5</c:f>
              <c:numCache>
                <c:formatCode>0</c:formatCode>
                <c:ptCount val="4"/>
                <c:pt idx="0">
                  <c:v>4</c:v>
                </c:pt>
                <c:pt idx="1">
                  <c:v>4</c:v>
                </c:pt>
                <c:pt idx="2">
                  <c:v>4</c:v>
                </c:pt>
                <c:pt idx="3">
                  <c:v>4</c:v>
                </c:pt>
              </c:numCache>
            </c:numRef>
          </c:yVal>
          <c:smooth val="1"/>
          <c:extLst>
            <c:ext xmlns:c16="http://schemas.microsoft.com/office/drawing/2014/chart" uri="{C3380CC4-5D6E-409C-BE32-E72D297353CC}">
              <c16:uniqueId val="{00000004-04D7-428B-BB6C-4C0CC62BA8AB}"/>
            </c:ext>
          </c:extLst>
        </c:ser>
        <c:ser>
          <c:idx val="5"/>
          <c:order val="5"/>
          <c:tx>
            <c:v>Neuron 5</c:v>
          </c:tx>
          <c:spPr>
            <a:ln w="0">
              <a:noFill/>
            </a:ln>
          </c:spPr>
          <c:marker>
            <c:symbol val="square"/>
            <c:size val="5"/>
            <c:spPr>
              <a:noFill/>
            </c:spPr>
          </c:marker>
          <c:xVal>
            <c:numRef>
              <c:f>'Chart Data'!$K$2:$K$5</c:f>
              <c:numCache>
                <c:formatCode>General</c:formatCode>
                <c:ptCount val="4"/>
                <c:pt idx="0">
                  <c:v>0.58279972601700003</c:v>
                </c:pt>
                <c:pt idx="1">
                  <c:v>0.78279972601699999</c:v>
                </c:pt>
                <c:pt idx="2">
                  <c:v>0.98279972601700005</c:v>
                </c:pt>
                <c:pt idx="3">
                  <c:v>1.1827997260200001</c:v>
                </c:pt>
              </c:numCache>
            </c:numRef>
          </c:xVal>
          <c:yVal>
            <c:numRef>
              <c:f>'Chart Data'!$L$2:$L$5</c:f>
              <c:numCache>
                <c:formatCode>0</c:formatCode>
                <c:ptCount val="4"/>
                <c:pt idx="0">
                  <c:v>5</c:v>
                </c:pt>
                <c:pt idx="1">
                  <c:v>5</c:v>
                </c:pt>
                <c:pt idx="2">
                  <c:v>5</c:v>
                </c:pt>
                <c:pt idx="3">
                  <c:v>5</c:v>
                </c:pt>
              </c:numCache>
            </c:numRef>
          </c:yVal>
          <c:smooth val="1"/>
          <c:extLst>
            <c:ext xmlns:c16="http://schemas.microsoft.com/office/drawing/2014/chart" uri="{C3380CC4-5D6E-409C-BE32-E72D297353CC}">
              <c16:uniqueId val="{00000005-04D7-428B-BB6C-4C0CC62BA8AB}"/>
            </c:ext>
          </c:extLst>
        </c:ser>
        <c:ser>
          <c:idx val="6"/>
          <c:order val="6"/>
          <c:tx>
            <c:v>Neuron 6</c:v>
          </c:tx>
          <c:spPr>
            <a:ln w="0">
              <a:noFill/>
            </a:ln>
          </c:spPr>
          <c:marker>
            <c:symbol val="square"/>
            <c:size val="5"/>
            <c:spPr>
              <a:noFill/>
            </c:spPr>
          </c:marker>
          <c:xVal>
            <c:numRef>
              <c:f>'Chart Data'!$M$2:$M$5</c:f>
              <c:numCache>
                <c:formatCode>General</c:formatCode>
                <c:ptCount val="4"/>
                <c:pt idx="0">
                  <c:v>0.57790418060799997</c:v>
                </c:pt>
                <c:pt idx="1">
                  <c:v>0.77790418060800004</c:v>
                </c:pt>
                <c:pt idx="2">
                  <c:v>0.977904180608</c:v>
                </c:pt>
                <c:pt idx="3">
                  <c:v>1.1779041806099999</c:v>
                </c:pt>
              </c:numCache>
            </c:numRef>
          </c:xVal>
          <c:yVal>
            <c:numRef>
              <c:f>'Chart Data'!$N$2:$N$5</c:f>
              <c:numCache>
                <c:formatCode>0</c:formatCode>
                <c:ptCount val="4"/>
                <c:pt idx="0">
                  <c:v>6</c:v>
                </c:pt>
                <c:pt idx="1">
                  <c:v>6</c:v>
                </c:pt>
                <c:pt idx="2">
                  <c:v>6</c:v>
                </c:pt>
                <c:pt idx="3">
                  <c:v>6</c:v>
                </c:pt>
              </c:numCache>
            </c:numRef>
          </c:yVal>
          <c:smooth val="1"/>
          <c:extLst>
            <c:ext xmlns:c16="http://schemas.microsoft.com/office/drawing/2014/chart" uri="{C3380CC4-5D6E-409C-BE32-E72D297353CC}">
              <c16:uniqueId val="{00000006-04D7-428B-BB6C-4C0CC62BA8AB}"/>
            </c:ext>
          </c:extLst>
        </c:ser>
        <c:ser>
          <c:idx val="7"/>
          <c:order val="7"/>
          <c:tx>
            <c:v>Neuron 7</c:v>
          </c:tx>
          <c:spPr>
            <a:ln w="0">
              <a:noFill/>
            </a:ln>
          </c:spPr>
          <c:marker>
            <c:symbol val="square"/>
            <c:size val="5"/>
            <c:spPr>
              <a:noFill/>
            </c:spPr>
          </c:marker>
          <c:xVal>
            <c:numRef>
              <c:f>'Chart Data'!$O$2:$O$5</c:f>
              <c:numCache>
                <c:formatCode>General</c:formatCode>
                <c:ptCount val="4"/>
                <c:pt idx="0">
                  <c:v>0.418308807289</c:v>
                </c:pt>
                <c:pt idx="1">
                  <c:v>0.61830880728899995</c:v>
                </c:pt>
                <c:pt idx="2">
                  <c:v>0.81830880728900002</c:v>
                </c:pt>
                <c:pt idx="3">
                  <c:v>1.01830880729</c:v>
                </c:pt>
              </c:numCache>
            </c:numRef>
          </c:xVal>
          <c:yVal>
            <c:numRef>
              <c:f>'Chart Data'!$P$2:$P$5</c:f>
              <c:numCache>
                <c:formatCode>0</c:formatCode>
                <c:ptCount val="4"/>
                <c:pt idx="0">
                  <c:v>7</c:v>
                </c:pt>
                <c:pt idx="1">
                  <c:v>7</c:v>
                </c:pt>
                <c:pt idx="2">
                  <c:v>7</c:v>
                </c:pt>
                <c:pt idx="3">
                  <c:v>7</c:v>
                </c:pt>
              </c:numCache>
            </c:numRef>
          </c:yVal>
          <c:smooth val="1"/>
          <c:extLst>
            <c:ext xmlns:c16="http://schemas.microsoft.com/office/drawing/2014/chart" uri="{C3380CC4-5D6E-409C-BE32-E72D297353CC}">
              <c16:uniqueId val="{00000007-04D7-428B-BB6C-4C0CC62BA8AB}"/>
            </c:ext>
          </c:extLst>
        </c:ser>
        <c:ser>
          <c:idx val="8"/>
          <c:order val="8"/>
          <c:tx>
            <c:v>Neuron 8</c:v>
          </c:tx>
          <c:spPr>
            <a:ln w="0">
              <a:noFill/>
            </a:ln>
          </c:spPr>
          <c:marker>
            <c:symbol val="square"/>
            <c:size val="5"/>
            <c:spPr>
              <a:noFill/>
            </c:spPr>
          </c:marker>
          <c:xVal>
            <c:numRef>
              <c:f>'Chart Data'!$Q$2:$Q$5</c:f>
              <c:numCache>
                <c:formatCode>General</c:formatCode>
                <c:ptCount val="4"/>
                <c:pt idx="0">
                  <c:v>0.405055750587</c:v>
                </c:pt>
                <c:pt idx="1">
                  <c:v>0.60505575058700001</c:v>
                </c:pt>
                <c:pt idx="2">
                  <c:v>0.80505575058699996</c:v>
                </c:pt>
                <c:pt idx="3">
                  <c:v>1.00505575059</c:v>
                </c:pt>
              </c:numCache>
            </c:numRef>
          </c:xVal>
          <c:yVal>
            <c:numRef>
              <c:f>'Chart Data'!$R$2:$R$5</c:f>
              <c:numCache>
                <c:formatCode>0</c:formatCode>
                <c:ptCount val="4"/>
                <c:pt idx="0">
                  <c:v>8</c:v>
                </c:pt>
                <c:pt idx="1">
                  <c:v>8</c:v>
                </c:pt>
                <c:pt idx="2">
                  <c:v>8</c:v>
                </c:pt>
                <c:pt idx="3">
                  <c:v>8</c:v>
                </c:pt>
              </c:numCache>
            </c:numRef>
          </c:yVal>
          <c:smooth val="1"/>
          <c:extLst>
            <c:ext xmlns:c16="http://schemas.microsoft.com/office/drawing/2014/chart" uri="{C3380CC4-5D6E-409C-BE32-E72D297353CC}">
              <c16:uniqueId val="{00000008-04D7-428B-BB6C-4C0CC62BA8AB}"/>
            </c:ext>
          </c:extLst>
        </c:ser>
        <c:ser>
          <c:idx val="9"/>
          <c:order val="9"/>
          <c:tx>
            <c:v>Neuron 9</c:v>
          </c:tx>
          <c:spPr>
            <a:ln w="0">
              <a:noFill/>
            </a:ln>
          </c:spPr>
          <c:marker>
            <c:symbol val="square"/>
            <c:size val="5"/>
            <c:spPr>
              <a:noFill/>
            </c:spPr>
          </c:marker>
          <c:xVal>
            <c:numRef>
              <c:f>'Chart Data'!$S$2:$S$5</c:f>
              <c:numCache>
                <c:formatCode>General</c:formatCode>
                <c:ptCount val="4"/>
                <c:pt idx="0">
                  <c:v>0.41040362888999998</c:v>
                </c:pt>
                <c:pt idx="1">
                  <c:v>0.61040362888999999</c:v>
                </c:pt>
                <c:pt idx="2">
                  <c:v>0.81040362888999995</c:v>
                </c:pt>
                <c:pt idx="3">
                  <c:v>1.01040362889</c:v>
                </c:pt>
              </c:numCache>
            </c:numRef>
          </c:xVal>
          <c:yVal>
            <c:numRef>
              <c:f>'Chart Data'!$T$2:$T$5</c:f>
              <c:numCache>
                <c:formatCode>0</c:formatCode>
                <c:ptCount val="4"/>
                <c:pt idx="0">
                  <c:v>9</c:v>
                </c:pt>
                <c:pt idx="1">
                  <c:v>9</c:v>
                </c:pt>
                <c:pt idx="2">
                  <c:v>9</c:v>
                </c:pt>
                <c:pt idx="3">
                  <c:v>9</c:v>
                </c:pt>
              </c:numCache>
            </c:numRef>
          </c:yVal>
          <c:smooth val="1"/>
          <c:extLst>
            <c:ext xmlns:c16="http://schemas.microsoft.com/office/drawing/2014/chart" uri="{C3380CC4-5D6E-409C-BE32-E72D297353CC}">
              <c16:uniqueId val="{00000009-04D7-428B-BB6C-4C0CC62BA8AB}"/>
            </c:ext>
          </c:extLst>
        </c:ser>
        <c:ser>
          <c:idx val="10"/>
          <c:order val="10"/>
          <c:tx>
            <c:v>Neuron 10</c:v>
          </c:tx>
          <c:spPr>
            <a:ln w="0">
              <a:noFill/>
            </a:ln>
          </c:spPr>
          <c:marker>
            <c:symbol val="square"/>
            <c:size val="5"/>
            <c:spPr>
              <a:noFill/>
            </c:spPr>
          </c:marker>
          <c:xVal>
            <c:numRef>
              <c:f>'Chart Data'!$U$2:$U$5</c:f>
              <c:numCache>
                <c:formatCode>General</c:formatCode>
                <c:ptCount val="4"/>
                <c:pt idx="0">
                  <c:v>0.57602922471499995</c:v>
                </c:pt>
                <c:pt idx="1">
                  <c:v>0.77602922471500002</c:v>
                </c:pt>
                <c:pt idx="2">
                  <c:v>0.97602922471499998</c:v>
                </c:pt>
                <c:pt idx="3">
                  <c:v>1.1760292247099999</c:v>
                </c:pt>
              </c:numCache>
            </c:numRef>
          </c:xVal>
          <c:yVal>
            <c:numRef>
              <c:f>'Chart Data'!$V$2:$V$5</c:f>
              <c:numCache>
                <c:formatCode>0</c:formatCode>
                <c:ptCount val="4"/>
                <c:pt idx="0">
                  <c:v>10</c:v>
                </c:pt>
                <c:pt idx="1">
                  <c:v>10</c:v>
                </c:pt>
                <c:pt idx="2">
                  <c:v>10</c:v>
                </c:pt>
                <c:pt idx="3">
                  <c:v>10</c:v>
                </c:pt>
              </c:numCache>
            </c:numRef>
          </c:yVal>
          <c:smooth val="1"/>
          <c:extLst>
            <c:ext xmlns:c16="http://schemas.microsoft.com/office/drawing/2014/chart" uri="{C3380CC4-5D6E-409C-BE32-E72D297353CC}">
              <c16:uniqueId val="{0000000A-04D7-428B-BB6C-4C0CC62BA8AB}"/>
            </c:ext>
          </c:extLst>
        </c:ser>
        <c:ser>
          <c:idx val="11"/>
          <c:order val="11"/>
          <c:tx>
            <c:v>Neuron 11</c:v>
          </c:tx>
          <c:spPr>
            <a:ln w="0">
              <a:noFill/>
            </a:ln>
          </c:spPr>
          <c:marker>
            <c:symbol val="square"/>
            <c:size val="5"/>
            <c:spPr>
              <a:noFill/>
            </c:spPr>
          </c:marker>
          <c:xVal>
            <c:numRef>
              <c:f>'Chart Data'!$W$2:$W$5</c:f>
              <c:numCache>
                <c:formatCode>General</c:formatCode>
                <c:ptCount val="4"/>
                <c:pt idx="0">
                  <c:v>0.42349549260800001</c:v>
                </c:pt>
                <c:pt idx="1">
                  <c:v>0.62349549260799997</c:v>
                </c:pt>
                <c:pt idx="2">
                  <c:v>0.82349549260800003</c:v>
                </c:pt>
                <c:pt idx="3">
                  <c:v>1.0234954926099999</c:v>
                </c:pt>
              </c:numCache>
            </c:numRef>
          </c:xVal>
          <c:yVal>
            <c:numRef>
              <c:f>'Chart Data'!$X$2:$X$5</c:f>
              <c:numCache>
                <c:formatCode>0</c:formatCode>
                <c:ptCount val="4"/>
                <c:pt idx="0">
                  <c:v>11</c:v>
                </c:pt>
                <c:pt idx="1">
                  <c:v>11</c:v>
                </c:pt>
                <c:pt idx="2">
                  <c:v>11</c:v>
                </c:pt>
                <c:pt idx="3">
                  <c:v>11</c:v>
                </c:pt>
              </c:numCache>
            </c:numRef>
          </c:yVal>
          <c:smooth val="1"/>
          <c:extLst>
            <c:ext xmlns:c16="http://schemas.microsoft.com/office/drawing/2014/chart" uri="{C3380CC4-5D6E-409C-BE32-E72D297353CC}">
              <c16:uniqueId val="{0000000B-04D7-428B-BB6C-4C0CC62BA8AB}"/>
            </c:ext>
          </c:extLst>
        </c:ser>
        <c:ser>
          <c:idx val="12"/>
          <c:order val="12"/>
          <c:tx>
            <c:v>Neuron 12</c:v>
          </c:tx>
          <c:spPr>
            <a:ln w="0">
              <a:noFill/>
            </a:ln>
          </c:spPr>
          <c:marker>
            <c:symbol val="square"/>
            <c:size val="5"/>
            <c:spPr>
              <a:noFill/>
            </c:spPr>
          </c:marker>
          <c:xVal>
            <c:numRef>
              <c:f>'Chart Data'!$Y$2:$Y$11</c:f>
              <c:numCache>
                <c:formatCode>General</c:formatCode>
                <c:ptCount val="10"/>
                <c:pt idx="0">
                  <c:v>0.40502343372100003</c:v>
                </c:pt>
                <c:pt idx="1">
                  <c:v>0.44515923147100001</c:v>
                </c:pt>
                <c:pt idx="2">
                  <c:v>0.48568151603699999</c:v>
                </c:pt>
                <c:pt idx="3">
                  <c:v>0.558232261929</c:v>
                </c:pt>
                <c:pt idx="4">
                  <c:v>0.707017828101</c:v>
                </c:pt>
                <c:pt idx="5">
                  <c:v>0.82012524145700005</c:v>
                </c:pt>
                <c:pt idx="6">
                  <c:v>0.88896983996800005</c:v>
                </c:pt>
                <c:pt idx="7">
                  <c:v>1.0782440147500001</c:v>
                </c:pt>
                <c:pt idx="8">
                  <c:v>1.10829092049</c:v>
                </c:pt>
                <c:pt idx="9">
                  <c:v>1.1773940228899999</c:v>
                </c:pt>
              </c:numCache>
            </c:numRef>
          </c:xVal>
          <c:yVal>
            <c:numRef>
              <c:f>'Chart Data'!$Z$2:$Z$11</c:f>
              <c:numCache>
                <c:formatCode>0</c:formatCode>
                <c:ptCount val="10"/>
                <c:pt idx="0">
                  <c:v>12</c:v>
                </c:pt>
                <c:pt idx="1">
                  <c:v>12</c:v>
                </c:pt>
                <c:pt idx="2">
                  <c:v>12</c:v>
                </c:pt>
                <c:pt idx="3">
                  <c:v>12</c:v>
                </c:pt>
                <c:pt idx="4">
                  <c:v>12</c:v>
                </c:pt>
                <c:pt idx="5">
                  <c:v>12</c:v>
                </c:pt>
                <c:pt idx="6">
                  <c:v>12</c:v>
                </c:pt>
                <c:pt idx="7">
                  <c:v>12</c:v>
                </c:pt>
                <c:pt idx="8">
                  <c:v>12</c:v>
                </c:pt>
                <c:pt idx="9">
                  <c:v>12</c:v>
                </c:pt>
              </c:numCache>
            </c:numRef>
          </c:yVal>
          <c:smooth val="1"/>
          <c:extLst>
            <c:ext xmlns:c16="http://schemas.microsoft.com/office/drawing/2014/chart" uri="{C3380CC4-5D6E-409C-BE32-E72D297353CC}">
              <c16:uniqueId val="{0000000C-04D7-428B-BB6C-4C0CC62BA8AB}"/>
            </c:ext>
          </c:extLst>
        </c:ser>
        <c:ser>
          <c:idx val="13"/>
          <c:order val="13"/>
          <c:tx>
            <c:v>Neuron 13</c:v>
          </c:tx>
          <c:spPr>
            <a:ln w="0">
              <a:noFill/>
            </a:ln>
          </c:spPr>
          <c:marker>
            <c:symbol val="square"/>
            <c:size val="5"/>
            <c:spPr>
              <a:noFill/>
            </c:spPr>
          </c:marker>
          <c:xVal>
            <c:numRef>
              <c:f>'Chart Data'!$AA$2:$AA$5</c:f>
              <c:numCache>
                <c:formatCode>General</c:formatCode>
                <c:ptCount val="4"/>
                <c:pt idx="0">
                  <c:v>0.52048614935000004</c:v>
                </c:pt>
                <c:pt idx="1">
                  <c:v>0.55787839974499998</c:v>
                </c:pt>
                <c:pt idx="2">
                  <c:v>0.57133118592099996</c:v>
                </c:pt>
                <c:pt idx="3">
                  <c:v>1.16606874462</c:v>
                </c:pt>
              </c:numCache>
            </c:numRef>
          </c:xVal>
          <c:yVal>
            <c:numRef>
              <c:f>'Chart Data'!$AB$2:$AB$5</c:f>
              <c:numCache>
                <c:formatCode>0</c:formatCode>
                <c:ptCount val="4"/>
                <c:pt idx="0">
                  <c:v>13</c:v>
                </c:pt>
                <c:pt idx="1">
                  <c:v>13</c:v>
                </c:pt>
                <c:pt idx="2">
                  <c:v>13</c:v>
                </c:pt>
                <c:pt idx="3">
                  <c:v>13</c:v>
                </c:pt>
              </c:numCache>
            </c:numRef>
          </c:yVal>
          <c:smooth val="1"/>
          <c:extLst>
            <c:ext xmlns:c16="http://schemas.microsoft.com/office/drawing/2014/chart" uri="{C3380CC4-5D6E-409C-BE32-E72D297353CC}">
              <c16:uniqueId val="{0000000D-04D7-428B-BB6C-4C0CC62BA8AB}"/>
            </c:ext>
          </c:extLst>
        </c:ser>
        <c:ser>
          <c:idx val="14"/>
          <c:order val="14"/>
          <c:tx>
            <c:v>Neuron 14</c:v>
          </c:tx>
          <c:spPr>
            <a:ln w="0">
              <a:noFill/>
            </a:ln>
          </c:spPr>
          <c:marker>
            <c:symbol val="square"/>
            <c:size val="5"/>
            <c:spPr>
              <a:noFill/>
            </c:spPr>
          </c:marker>
          <c:xVal>
            <c:numRef>
              <c:f>'Chart Data'!$AC$2:$AC$8</c:f>
              <c:numCache>
                <c:formatCode>General</c:formatCode>
                <c:ptCount val="7"/>
                <c:pt idx="0">
                  <c:v>0.48708332176699998</c:v>
                </c:pt>
                <c:pt idx="1">
                  <c:v>0.54697487713500004</c:v>
                </c:pt>
                <c:pt idx="2">
                  <c:v>0.76422603684799995</c:v>
                </c:pt>
                <c:pt idx="3">
                  <c:v>0.83893535318000001</c:v>
                </c:pt>
                <c:pt idx="4">
                  <c:v>0.98575753236200003</c:v>
                </c:pt>
                <c:pt idx="5">
                  <c:v>1.1440022919599999</c:v>
                </c:pt>
                <c:pt idx="6">
                  <c:v>1.18488001186</c:v>
                </c:pt>
              </c:numCache>
            </c:numRef>
          </c:xVal>
          <c:yVal>
            <c:numRef>
              <c:f>'Chart Data'!$AD$2:$AD$8</c:f>
              <c:numCache>
                <c:formatCode>0</c:formatCode>
                <c:ptCount val="7"/>
                <c:pt idx="0">
                  <c:v>14</c:v>
                </c:pt>
                <c:pt idx="1">
                  <c:v>14</c:v>
                </c:pt>
                <c:pt idx="2">
                  <c:v>14</c:v>
                </c:pt>
                <c:pt idx="3">
                  <c:v>14</c:v>
                </c:pt>
                <c:pt idx="4">
                  <c:v>14</c:v>
                </c:pt>
                <c:pt idx="5">
                  <c:v>14</c:v>
                </c:pt>
                <c:pt idx="6">
                  <c:v>14</c:v>
                </c:pt>
              </c:numCache>
            </c:numRef>
          </c:yVal>
          <c:smooth val="1"/>
          <c:extLst>
            <c:ext xmlns:c16="http://schemas.microsoft.com/office/drawing/2014/chart" uri="{C3380CC4-5D6E-409C-BE32-E72D297353CC}">
              <c16:uniqueId val="{0000000E-04D7-428B-BB6C-4C0CC62BA8AB}"/>
            </c:ext>
          </c:extLst>
        </c:ser>
        <c:ser>
          <c:idx val="15"/>
          <c:order val="15"/>
          <c:tx>
            <c:v>Neuron 15</c:v>
          </c:tx>
          <c:spPr>
            <a:ln w="0">
              <a:noFill/>
            </a:ln>
          </c:spPr>
          <c:marker>
            <c:symbol val="square"/>
            <c:size val="5"/>
            <c:spPr>
              <a:noFill/>
            </c:spPr>
          </c:marker>
          <c:xVal>
            <c:numRef>
              <c:f>'Chart Data'!$AE$2:$AE$6</c:f>
              <c:numCache>
                <c:formatCode>General</c:formatCode>
                <c:ptCount val="5"/>
                <c:pt idx="0">
                  <c:v>0.64623946947300004</c:v>
                </c:pt>
                <c:pt idx="1">
                  <c:v>0.73448486937900004</c:v>
                </c:pt>
                <c:pt idx="2">
                  <c:v>0.80044543740600005</c:v>
                </c:pt>
                <c:pt idx="3">
                  <c:v>0.95692685404699995</c:v>
                </c:pt>
                <c:pt idx="4">
                  <c:v>0.98730648361200002</c:v>
                </c:pt>
              </c:numCache>
            </c:numRef>
          </c:xVal>
          <c:yVal>
            <c:numRef>
              <c:f>'Chart Data'!$AF$2:$AF$6</c:f>
              <c:numCache>
                <c:formatCode>0</c:formatCode>
                <c:ptCount val="5"/>
                <c:pt idx="0">
                  <c:v>15</c:v>
                </c:pt>
                <c:pt idx="1">
                  <c:v>15</c:v>
                </c:pt>
                <c:pt idx="2">
                  <c:v>15</c:v>
                </c:pt>
                <c:pt idx="3">
                  <c:v>15</c:v>
                </c:pt>
                <c:pt idx="4">
                  <c:v>15</c:v>
                </c:pt>
              </c:numCache>
            </c:numRef>
          </c:yVal>
          <c:smooth val="1"/>
          <c:extLst>
            <c:ext xmlns:c16="http://schemas.microsoft.com/office/drawing/2014/chart" uri="{C3380CC4-5D6E-409C-BE32-E72D297353CC}">
              <c16:uniqueId val="{0000000F-04D7-428B-BB6C-4C0CC62BA8AB}"/>
            </c:ext>
          </c:extLst>
        </c:ser>
        <c:ser>
          <c:idx val="16"/>
          <c:order val="16"/>
          <c:tx>
            <c:v>Neuron 16</c:v>
          </c:tx>
          <c:spPr>
            <a:ln w="0">
              <a:noFill/>
            </a:ln>
          </c:spPr>
          <c:marker>
            <c:symbol val="square"/>
            <c:size val="5"/>
            <c:spPr>
              <a:noFill/>
            </c:spPr>
          </c:marker>
          <c:xVal>
            <c:numRef>
              <c:f>'Chart Data'!$AG$2:$AG$5</c:f>
              <c:numCache>
                <c:formatCode>General</c:formatCode>
                <c:ptCount val="4"/>
                <c:pt idx="0">
                  <c:v>0.58450602105000005</c:v>
                </c:pt>
                <c:pt idx="1">
                  <c:v>0.84563860280699998</c:v>
                </c:pt>
                <c:pt idx="2">
                  <c:v>1.1406815080199999</c:v>
                </c:pt>
                <c:pt idx="3">
                  <c:v>1.1560673611200001</c:v>
                </c:pt>
              </c:numCache>
            </c:numRef>
          </c:xVal>
          <c:yVal>
            <c:numRef>
              <c:f>'Chart Data'!$AH$2:$AH$5</c:f>
              <c:numCache>
                <c:formatCode>0</c:formatCode>
                <c:ptCount val="4"/>
                <c:pt idx="0">
                  <c:v>16</c:v>
                </c:pt>
                <c:pt idx="1">
                  <c:v>16</c:v>
                </c:pt>
                <c:pt idx="2">
                  <c:v>16</c:v>
                </c:pt>
                <c:pt idx="3">
                  <c:v>16</c:v>
                </c:pt>
              </c:numCache>
            </c:numRef>
          </c:yVal>
          <c:smooth val="1"/>
          <c:extLst>
            <c:ext xmlns:c16="http://schemas.microsoft.com/office/drawing/2014/chart" uri="{C3380CC4-5D6E-409C-BE32-E72D297353CC}">
              <c16:uniqueId val="{00000010-04D7-428B-BB6C-4C0CC62BA8AB}"/>
            </c:ext>
          </c:extLst>
        </c:ser>
        <c:ser>
          <c:idx val="17"/>
          <c:order val="17"/>
          <c:tx>
            <c:v>Neuron 17</c:v>
          </c:tx>
          <c:spPr>
            <a:ln w="0">
              <a:noFill/>
            </a:ln>
          </c:spPr>
          <c:marker>
            <c:symbol val="square"/>
            <c:size val="5"/>
            <c:spPr>
              <a:noFill/>
            </c:spPr>
          </c:marker>
          <c:xVal>
            <c:numRef>
              <c:f>'Chart Data'!$AI$2:$AI$5</c:f>
              <c:numCache>
                <c:formatCode>General</c:formatCode>
                <c:ptCount val="4"/>
                <c:pt idx="0">
                  <c:v>0.63942825426600003</c:v>
                </c:pt>
                <c:pt idx="1">
                  <c:v>0.76724148094099998</c:v>
                </c:pt>
                <c:pt idx="2">
                  <c:v>0.79271595966399999</c:v>
                </c:pt>
                <c:pt idx="3">
                  <c:v>1.04254122853</c:v>
                </c:pt>
              </c:numCache>
            </c:numRef>
          </c:xVal>
          <c:yVal>
            <c:numRef>
              <c:f>'Chart Data'!$AJ$2:$AJ$5</c:f>
              <c:numCache>
                <c:formatCode>0</c:formatCode>
                <c:ptCount val="4"/>
                <c:pt idx="0">
                  <c:v>17</c:v>
                </c:pt>
                <c:pt idx="1">
                  <c:v>17</c:v>
                </c:pt>
                <c:pt idx="2">
                  <c:v>17</c:v>
                </c:pt>
                <c:pt idx="3">
                  <c:v>17</c:v>
                </c:pt>
              </c:numCache>
            </c:numRef>
          </c:yVal>
          <c:smooth val="1"/>
          <c:extLst>
            <c:ext xmlns:c16="http://schemas.microsoft.com/office/drawing/2014/chart" uri="{C3380CC4-5D6E-409C-BE32-E72D297353CC}">
              <c16:uniqueId val="{00000011-04D7-428B-BB6C-4C0CC62BA8AB}"/>
            </c:ext>
          </c:extLst>
        </c:ser>
        <c:ser>
          <c:idx val="18"/>
          <c:order val="18"/>
          <c:tx>
            <c:v>Neuron 18</c:v>
          </c:tx>
          <c:spPr>
            <a:ln w="0">
              <a:noFill/>
            </a:ln>
          </c:spPr>
          <c:marker>
            <c:symbol val="square"/>
            <c:size val="5"/>
            <c:spPr>
              <a:noFill/>
            </c:spPr>
          </c:marker>
          <c:xVal>
            <c:numRef>
              <c:f>'Chart Data'!$AK$2:$AK$6</c:f>
              <c:numCache>
                <c:formatCode>General</c:formatCode>
                <c:ptCount val="5"/>
                <c:pt idx="0">
                  <c:v>0.69381988315499998</c:v>
                </c:pt>
                <c:pt idx="1">
                  <c:v>0.75116764775199996</c:v>
                </c:pt>
                <c:pt idx="2">
                  <c:v>0.85682404272799995</c:v>
                </c:pt>
                <c:pt idx="3">
                  <c:v>1.1385738722400001</c:v>
                </c:pt>
                <c:pt idx="4">
                  <c:v>1.1905349036199999</c:v>
                </c:pt>
              </c:numCache>
            </c:numRef>
          </c:xVal>
          <c:yVal>
            <c:numRef>
              <c:f>'Chart Data'!$AL$2:$AL$6</c:f>
              <c:numCache>
                <c:formatCode>0</c:formatCode>
                <c:ptCount val="5"/>
                <c:pt idx="0">
                  <c:v>18</c:v>
                </c:pt>
                <c:pt idx="1">
                  <c:v>18</c:v>
                </c:pt>
                <c:pt idx="2">
                  <c:v>18</c:v>
                </c:pt>
                <c:pt idx="3">
                  <c:v>18</c:v>
                </c:pt>
                <c:pt idx="4">
                  <c:v>18</c:v>
                </c:pt>
              </c:numCache>
            </c:numRef>
          </c:yVal>
          <c:smooth val="1"/>
          <c:extLst>
            <c:ext xmlns:c16="http://schemas.microsoft.com/office/drawing/2014/chart" uri="{C3380CC4-5D6E-409C-BE32-E72D297353CC}">
              <c16:uniqueId val="{00000012-04D7-428B-BB6C-4C0CC62BA8AB}"/>
            </c:ext>
          </c:extLst>
        </c:ser>
        <c:ser>
          <c:idx val="19"/>
          <c:order val="19"/>
          <c:tx>
            <c:v>Neuron 19</c:v>
          </c:tx>
          <c:spPr>
            <a:ln w="0">
              <a:noFill/>
            </a:ln>
          </c:spPr>
          <c:marker>
            <c:symbol val="square"/>
            <c:size val="5"/>
            <c:spPr>
              <a:noFill/>
            </c:spPr>
          </c:marker>
          <c:xVal>
            <c:numRef>
              <c:f>'Chart Data'!$AM$2:$AM$4</c:f>
              <c:numCache>
                <c:formatCode>General</c:formatCode>
                <c:ptCount val="3"/>
                <c:pt idx="0">
                  <c:v>0.48746177631900001</c:v>
                </c:pt>
                <c:pt idx="1">
                  <c:v>0.64248175671200003</c:v>
                </c:pt>
                <c:pt idx="2">
                  <c:v>0.97195141497299997</c:v>
                </c:pt>
              </c:numCache>
            </c:numRef>
          </c:xVal>
          <c:yVal>
            <c:numRef>
              <c:f>'Chart Data'!$AN$2:$AN$4</c:f>
              <c:numCache>
                <c:formatCode>0</c:formatCode>
                <c:ptCount val="3"/>
                <c:pt idx="0">
                  <c:v>19</c:v>
                </c:pt>
                <c:pt idx="1">
                  <c:v>19</c:v>
                </c:pt>
                <c:pt idx="2">
                  <c:v>19</c:v>
                </c:pt>
              </c:numCache>
            </c:numRef>
          </c:yVal>
          <c:smooth val="1"/>
          <c:extLst>
            <c:ext xmlns:c16="http://schemas.microsoft.com/office/drawing/2014/chart" uri="{C3380CC4-5D6E-409C-BE32-E72D297353CC}">
              <c16:uniqueId val="{00000013-04D7-428B-BB6C-4C0CC62BA8AB}"/>
            </c:ext>
          </c:extLst>
        </c:ser>
        <c:dLbls>
          <c:showLegendKey val="0"/>
          <c:showVal val="0"/>
          <c:showCatName val="0"/>
          <c:showSerName val="0"/>
          <c:showPercent val="0"/>
          <c:showBubbleSize val="0"/>
        </c:dLbls>
        <c:axId val="48650112"/>
        <c:axId val="48672768"/>
      </c:scatterChart>
      <c:valAx>
        <c:axId val="48672768"/>
        <c:scaling>
          <c:orientation val="minMax"/>
          <c:max val="20"/>
          <c:min val="0"/>
        </c:scaling>
        <c:delete val="0"/>
        <c:axPos val="l"/>
        <c:title>
          <c:tx>
            <c:rich>
              <a:bodyPr/>
              <a:lstStyle/>
              <a:p>
                <a:r>
                  <a:rPr lang="en-US" sz="1650">
                    <a:solidFill>
                      <a:srgbClr val="617184"/>
                    </a:solidFill>
                    <a:latin typeface="Arial"/>
                    <a:ea typeface="Arial"/>
                    <a:cs typeface="Arial"/>
                  </a:rPr>
                  <a:t>Source</a:t>
                </a:r>
              </a:p>
            </c:rich>
          </c:tx>
          <c:overlay val="0"/>
        </c:title>
        <c:numFmt formatCode="0" sourceLinked="1"/>
        <c:majorTickMark val="none"/>
        <c:minorTickMark val="none"/>
        <c:tickLblPos val="nextTo"/>
        <c:spPr>
          <a:ln w="9525">
            <a:solidFill>
              <a:srgbClr val="D9E1E8"/>
            </a:solidFill>
          </a:ln>
        </c:spPr>
        <c:txPr>
          <a:bodyPr anchorCtr="1"/>
          <a:lstStyle/>
          <a:p>
            <a:pPr>
              <a:defRPr sz="1500">
                <a:solidFill>
                  <a:srgbClr val="617184"/>
                </a:solidFill>
                <a:latin typeface="Arial"/>
                <a:ea typeface="Arial"/>
                <a:cs typeface="Arial"/>
              </a:defRPr>
            </a:pPr>
            <a:endParaRPr lang="zh-CN"/>
          </a:p>
        </c:txPr>
        <c:crossAx val="48650112"/>
        <c:crosses val="autoZero"/>
        <c:crossBetween val="midCat"/>
        <c:majorUnit val="10"/>
      </c:valAx>
      <c:valAx>
        <c:axId val="48650112"/>
        <c:scaling>
          <c:orientation val="minMax"/>
          <c:max val="1.2"/>
          <c:min val="0.4"/>
        </c:scaling>
        <c:delete val="0"/>
        <c:axPos val="b"/>
        <c:numFmt formatCode="General" sourceLinked="1"/>
        <c:majorTickMark val="none"/>
        <c:minorTickMark val="none"/>
        <c:tickLblPos val="nextTo"/>
        <c:spPr>
          <a:ln w="9525">
            <a:solidFill>
              <a:srgbClr val="D9E1E8"/>
            </a:solidFill>
          </a:ln>
        </c:spPr>
        <c:txPr>
          <a:bodyPr anchorCtr="1"/>
          <a:lstStyle/>
          <a:p>
            <a:pPr>
              <a:defRPr sz="1500">
                <a:solidFill>
                  <a:srgbClr val="617184"/>
                </a:solidFill>
                <a:latin typeface="Arial"/>
                <a:ea typeface="Arial"/>
                <a:cs typeface="Arial"/>
              </a:defRPr>
            </a:pPr>
            <a:endParaRPr lang="zh-CN"/>
          </a:p>
        </c:txPr>
        <c:crossAx val="48672768"/>
        <c:crosses val="autoZero"/>
        <c:crossBetween val="midCat"/>
        <c:majorUnit val="0.4"/>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scatterChart>
        <c:scatterStyle val="lineMarker"/>
        <c:varyColors val="1"/>
        <c:ser>
          <c:idx val="0"/>
          <c:order val="0"/>
          <c:tx>
            <c:v>Total</c:v>
          </c:tx>
          <c:spPr>
            <a:ln w="20955">
              <a:solidFill>
                <a:srgbClr val="176B87"/>
              </a:solidFill>
            </a:ln>
          </c:spPr>
          <c:marker>
            <c:symbol val="none"/>
          </c:marker>
          <c:xVal>
            <c:numRef>
              <c:f>'Chart Data'!$A$2:$A$802</c:f>
              <c:numCache>
                <c:formatCode>General</c:formatCode>
                <c:ptCount val="801"/>
                <c:pt idx="0">
                  <c:v>0.4</c:v>
                </c:pt>
                <c:pt idx="1">
                  <c:v>0.40100000000000002</c:v>
                </c:pt>
                <c:pt idx="2">
                  <c:v>0.40200000000000002</c:v>
                </c:pt>
                <c:pt idx="3">
                  <c:v>0.40300000000000002</c:v>
                </c:pt>
                <c:pt idx="4">
                  <c:v>0.40400000000000003</c:v>
                </c:pt>
                <c:pt idx="5">
                  <c:v>0.40500000000000003</c:v>
                </c:pt>
                <c:pt idx="6">
                  <c:v>0.40600000000000003</c:v>
                </c:pt>
                <c:pt idx="7">
                  <c:v>0.40699999999999997</c:v>
                </c:pt>
                <c:pt idx="8">
                  <c:v>0.40799999999999997</c:v>
                </c:pt>
                <c:pt idx="9">
                  <c:v>0.40899999999999997</c:v>
                </c:pt>
                <c:pt idx="10">
                  <c:v>0.41</c:v>
                </c:pt>
                <c:pt idx="11">
                  <c:v>0.41099999999999998</c:v>
                </c:pt>
                <c:pt idx="12">
                  <c:v>0.41199999999999998</c:v>
                </c:pt>
                <c:pt idx="13">
                  <c:v>0.41299999999999998</c:v>
                </c:pt>
                <c:pt idx="14">
                  <c:v>0.41399999999999998</c:v>
                </c:pt>
                <c:pt idx="15">
                  <c:v>0.41499999999999998</c:v>
                </c:pt>
                <c:pt idx="16">
                  <c:v>0.41599999999999998</c:v>
                </c:pt>
                <c:pt idx="17">
                  <c:v>0.41699999999999998</c:v>
                </c:pt>
                <c:pt idx="18">
                  <c:v>0.41799999999999998</c:v>
                </c:pt>
                <c:pt idx="19">
                  <c:v>0.41899999999999998</c:v>
                </c:pt>
                <c:pt idx="20">
                  <c:v>0.42</c:v>
                </c:pt>
                <c:pt idx="21">
                  <c:v>0.42099999999999999</c:v>
                </c:pt>
                <c:pt idx="22">
                  <c:v>0.42199999999999999</c:v>
                </c:pt>
                <c:pt idx="23">
                  <c:v>0.42299999999999999</c:v>
                </c:pt>
                <c:pt idx="24">
                  <c:v>0.42399999999999999</c:v>
                </c:pt>
                <c:pt idx="25">
                  <c:v>0.42499999999999999</c:v>
                </c:pt>
                <c:pt idx="26">
                  <c:v>0.42599999999999999</c:v>
                </c:pt>
                <c:pt idx="27">
                  <c:v>0.42699999999999999</c:v>
                </c:pt>
                <c:pt idx="28">
                  <c:v>0.42799999999999999</c:v>
                </c:pt>
                <c:pt idx="29">
                  <c:v>0.42899999999999999</c:v>
                </c:pt>
                <c:pt idx="30">
                  <c:v>0.43</c:v>
                </c:pt>
                <c:pt idx="31">
                  <c:v>0.43099999999999999</c:v>
                </c:pt>
                <c:pt idx="32">
                  <c:v>0.432</c:v>
                </c:pt>
                <c:pt idx="33">
                  <c:v>0.433</c:v>
                </c:pt>
                <c:pt idx="34">
                  <c:v>0.434</c:v>
                </c:pt>
                <c:pt idx="35">
                  <c:v>0.435</c:v>
                </c:pt>
                <c:pt idx="36">
                  <c:v>0.436</c:v>
                </c:pt>
                <c:pt idx="37">
                  <c:v>0.437</c:v>
                </c:pt>
                <c:pt idx="38">
                  <c:v>0.438</c:v>
                </c:pt>
                <c:pt idx="39">
                  <c:v>0.439</c:v>
                </c:pt>
                <c:pt idx="40">
                  <c:v>0.44</c:v>
                </c:pt>
                <c:pt idx="41">
                  <c:v>0.441</c:v>
                </c:pt>
                <c:pt idx="42">
                  <c:v>0.442</c:v>
                </c:pt>
                <c:pt idx="43">
                  <c:v>0.443</c:v>
                </c:pt>
                <c:pt idx="44">
                  <c:v>0.44400000000000001</c:v>
                </c:pt>
                <c:pt idx="45">
                  <c:v>0.44500000000000001</c:v>
                </c:pt>
                <c:pt idx="46">
                  <c:v>0.44600000000000001</c:v>
                </c:pt>
                <c:pt idx="47">
                  <c:v>0.44700000000000001</c:v>
                </c:pt>
                <c:pt idx="48">
                  <c:v>0.44800000000000001</c:v>
                </c:pt>
                <c:pt idx="49">
                  <c:v>0.44900000000000001</c:v>
                </c:pt>
                <c:pt idx="50">
                  <c:v>0.45</c:v>
                </c:pt>
                <c:pt idx="51">
                  <c:v>0.45100000000000001</c:v>
                </c:pt>
                <c:pt idx="52">
                  <c:v>0.45200000000000001</c:v>
                </c:pt>
                <c:pt idx="53">
                  <c:v>0.45300000000000001</c:v>
                </c:pt>
                <c:pt idx="54">
                  <c:v>0.45400000000000001</c:v>
                </c:pt>
                <c:pt idx="55">
                  <c:v>0.45500000000000002</c:v>
                </c:pt>
                <c:pt idx="56">
                  <c:v>0.45600000000000002</c:v>
                </c:pt>
                <c:pt idx="57">
                  <c:v>0.45700000000000002</c:v>
                </c:pt>
                <c:pt idx="58">
                  <c:v>0.45800000000000002</c:v>
                </c:pt>
                <c:pt idx="59">
                  <c:v>0.45900000000000002</c:v>
                </c:pt>
                <c:pt idx="60">
                  <c:v>0.46</c:v>
                </c:pt>
                <c:pt idx="61">
                  <c:v>0.46100000000000002</c:v>
                </c:pt>
                <c:pt idx="62">
                  <c:v>0.46200000000000002</c:v>
                </c:pt>
                <c:pt idx="63">
                  <c:v>0.46300000000000002</c:v>
                </c:pt>
                <c:pt idx="64">
                  <c:v>0.46400000000000002</c:v>
                </c:pt>
                <c:pt idx="65">
                  <c:v>0.46500000000000002</c:v>
                </c:pt>
                <c:pt idx="66">
                  <c:v>0.46600000000000003</c:v>
                </c:pt>
                <c:pt idx="67">
                  <c:v>0.46700000000000003</c:v>
                </c:pt>
                <c:pt idx="68">
                  <c:v>0.46800000000000003</c:v>
                </c:pt>
                <c:pt idx="69">
                  <c:v>0.46899999999999997</c:v>
                </c:pt>
                <c:pt idx="70">
                  <c:v>0.47</c:v>
                </c:pt>
                <c:pt idx="71">
                  <c:v>0.47099999999999997</c:v>
                </c:pt>
                <c:pt idx="72">
                  <c:v>0.47199999999999998</c:v>
                </c:pt>
                <c:pt idx="73">
                  <c:v>0.47299999999999998</c:v>
                </c:pt>
                <c:pt idx="74">
                  <c:v>0.47399999999999998</c:v>
                </c:pt>
                <c:pt idx="75">
                  <c:v>0.47499999999999998</c:v>
                </c:pt>
                <c:pt idx="76">
                  <c:v>0.47599999999999998</c:v>
                </c:pt>
                <c:pt idx="77">
                  <c:v>0.47699999999999998</c:v>
                </c:pt>
                <c:pt idx="78">
                  <c:v>0.47799999999999998</c:v>
                </c:pt>
                <c:pt idx="79">
                  <c:v>0.47899999999999998</c:v>
                </c:pt>
                <c:pt idx="80">
                  <c:v>0.48</c:v>
                </c:pt>
                <c:pt idx="81">
                  <c:v>0.48099999999999998</c:v>
                </c:pt>
                <c:pt idx="82">
                  <c:v>0.48199999999999998</c:v>
                </c:pt>
                <c:pt idx="83">
                  <c:v>0.48299999999999998</c:v>
                </c:pt>
                <c:pt idx="84">
                  <c:v>0.48399999999999999</c:v>
                </c:pt>
                <c:pt idx="85">
                  <c:v>0.48499999999999999</c:v>
                </c:pt>
                <c:pt idx="86">
                  <c:v>0.48599999999999999</c:v>
                </c:pt>
                <c:pt idx="87">
                  <c:v>0.48699999999999999</c:v>
                </c:pt>
                <c:pt idx="88">
                  <c:v>0.48799999999999999</c:v>
                </c:pt>
                <c:pt idx="89">
                  <c:v>0.48899999999999999</c:v>
                </c:pt>
                <c:pt idx="90">
                  <c:v>0.49</c:v>
                </c:pt>
                <c:pt idx="91">
                  <c:v>0.49099999999999999</c:v>
                </c:pt>
                <c:pt idx="92">
                  <c:v>0.49199999999999999</c:v>
                </c:pt>
                <c:pt idx="93">
                  <c:v>0.49299999999999999</c:v>
                </c:pt>
                <c:pt idx="94">
                  <c:v>0.49399999999999999</c:v>
                </c:pt>
                <c:pt idx="95">
                  <c:v>0.495</c:v>
                </c:pt>
                <c:pt idx="96">
                  <c:v>0.496</c:v>
                </c:pt>
                <c:pt idx="97">
                  <c:v>0.497</c:v>
                </c:pt>
                <c:pt idx="98">
                  <c:v>0.498</c:v>
                </c:pt>
                <c:pt idx="99">
                  <c:v>0.499</c:v>
                </c:pt>
                <c:pt idx="100">
                  <c:v>0.5</c:v>
                </c:pt>
                <c:pt idx="101">
                  <c:v>0.501</c:v>
                </c:pt>
                <c:pt idx="102">
                  <c:v>0.502</c:v>
                </c:pt>
                <c:pt idx="103">
                  <c:v>0.503</c:v>
                </c:pt>
                <c:pt idx="104">
                  <c:v>0.504</c:v>
                </c:pt>
                <c:pt idx="105">
                  <c:v>0.505</c:v>
                </c:pt>
                <c:pt idx="106">
                  <c:v>0.50600000000000001</c:v>
                </c:pt>
                <c:pt idx="107">
                  <c:v>0.50700000000000001</c:v>
                </c:pt>
                <c:pt idx="108">
                  <c:v>0.50800000000000001</c:v>
                </c:pt>
                <c:pt idx="109">
                  <c:v>0.50900000000000001</c:v>
                </c:pt>
                <c:pt idx="110">
                  <c:v>0.51</c:v>
                </c:pt>
                <c:pt idx="111">
                  <c:v>0.51100000000000001</c:v>
                </c:pt>
                <c:pt idx="112">
                  <c:v>0.51200000000000001</c:v>
                </c:pt>
                <c:pt idx="113">
                  <c:v>0.51300000000000001</c:v>
                </c:pt>
                <c:pt idx="114">
                  <c:v>0.51400000000000001</c:v>
                </c:pt>
                <c:pt idx="115">
                  <c:v>0.51500000000000001</c:v>
                </c:pt>
                <c:pt idx="116">
                  <c:v>0.51600000000000001</c:v>
                </c:pt>
                <c:pt idx="117">
                  <c:v>0.51700000000000002</c:v>
                </c:pt>
                <c:pt idx="118">
                  <c:v>0.51800000000000002</c:v>
                </c:pt>
                <c:pt idx="119">
                  <c:v>0.51900000000000002</c:v>
                </c:pt>
                <c:pt idx="120">
                  <c:v>0.52</c:v>
                </c:pt>
                <c:pt idx="121">
                  <c:v>0.52100000000000002</c:v>
                </c:pt>
                <c:pt idx="122">
                  <c:v>0.52200000000000002</c:v>
                </c:pt>
                <c:pt idx="123">
                  <c:v>0.52300000000000002</c:v>
                </c:pt>
                <c:pt idx="124">
                  <c:v>0.52400000000000002</c:v>
                </c:pt>
                <c:pt idx="125">
                  <c:v>0.52500000000000002</c:v>
                </c:pt>
                <c:pt idx="126">
                  <c:v>0.52600000000000002</c:v>
                </c:pt>
                <c:pt idx="127">
                  <c:v>0.52700000000000002</c:v>
                </c:pt>
                <c:pt idx="128">
                  <c:v>0.52800000000000002</c:v>
                </c:pt>
                <c:pt idx="129">
                  <c:v>0.52900000000000003</c:v>
                </c:pt>
                <c:pt idx="130">
                  <c:v>0.53</c:v>
                </c:pt>
                <c:pt idx="131">
                  <c:v>0.53100000000000003</c:v>
                </c:pt>
                <c:pt idx="132">
                  <c:v>0.53200000000000003</c:v>
                </c:pt>
                <c:pt idx="133">
                  <c:v>0.53300000000000003</c:v>
                </c:pt>
                <c:pt idx="134">
                  <c:v>0.53400000000000003</c:v>
                </c:pt>
                <c:pt idx="135">
                  <c:v>0.53500000000000003</c:v>
                </c:pt>
                <c:pt idx="136">
                  <c:v>0.53600000000000003</c:v>
                </c:pt>
                <c:pt idx="137">
                  <c:v>0.53700000000000003</c:v>
                </c:pt>
                <c:pt idx="138">
                  <c:v>0.53800000000000003</c:v>
                </c:pt>
                <c:pt idx="139">
                  <c:v>0.53900000000000003</c:v>
                </c:pt>
                <c:pt idx="140">
                  <c:v>0.54</c:v>
                </c:pt>
                <c:pt idx="141">
                  <c:v>0.54100000000000004</c:v>
                </c:pt>
                <c:pt idx="142">
                  <c:v>0.54200000000000004</c:v>
                </c:pt>
                <c:pt idx="143">
                  <c:v>0.54300000000000004</c:v>
                </c:pt>
                <c:pt idx="144">
                  <c:v>0.54400000000000004</c:v>
                </c:pt>
                <c:pt idx="145">
                  <c:v>0.54500000000000004</c:v>
                </c:pt>
                <c:pt idx="146">
                  <c:v>0.54600000000000004</c:v>
                </c:pt>
                <c:pt idx="147">
                  <c:v>0.54700000000000004</c:v>
                </c:pt>
                <c:pt idx="148">
                  <c:v>0.54800000000000004</c:v>
                </c:pt>
                <c:pt idx="149">
                  <c:v>0.54900000000000004</c:v>
                </c:pt>
                <c:pt idx="150">
                  <c:v>0.55000000000000004</c:v>
                </c:pt>
                <c:pt idx="151">
                  <c:v>0.55100000000000005</c:v>
                </c:pt>
                <c:pt idx="152">
                  <c:v>0.55200000000000005</c:v>
                </c:pt>
                <c:pt idx="153">
                  <c:v>0.55300000000000005</c:v>
                </c:pt>
                <c:pt idx="154">
                  <c:v>0.55400000000000005</c:v>
                </c:pt>
                <c:pt idx="155">
                  <c:v>0.55500000000000005</c:v>
                </c:pt>
                <c:pt idx="156">
                  <c:v>0.55600000000000005</c:v>
                </c:pt>
                <c:pt idx="157">
                  <c:v>0.55700000000000005</c:v>
                </c:pt>
                <c:pt idx="158">
                  <c:v>0.55800000000000005</c:v>
                </c:pt>
                <c:pt idx="159">
                  <c:v>0.55900000000000005</c:v>
                </c:pt>
                <c:pt idx="160">
                  <c:v>0.56000000000000005</c:v>
                </c:pt>
                <c:pt idx="161">
                  <c:v>0.56100000000000005</c:v>
                </c:pt>
                <c:pt idx="162">
                  <c:v>0.56200000000000006</c:v>
                </c:pt>
                <c:pt idx="163">
                  <c:v>0.56299999999999994</c:v>
                </c:pt>
                <c:pt idx="164">
                  <c:v>0.56399999999999995</c:v>
                </c:pt>
                <c:pt idx="165">
                  <c:v>0.56499999999999995</c:v>
                </c:pt>
                <c:pt idx="166">
                  <c:v>0.56599999999999995</c:v>
                </c:pt>
                <c:pt idx="167">
                  <c:v>0.56699999999999995</c:v>
                </c:pt>
                <c:pt idx="168">
                  <c:v>0.56799999999999995</c:v>
                </c:pt>
                <c:pt idx="169">
                  <c:v>0.56899999999999995</c:v>
                </c:pt>
                <c:pt idx="170">
                  <c:v>0.56999999999999995</c:v>
                </c:pt>
                <c:pt idx="171">
                  <c:v>0.57099999999999995</c:v>
                </c:pt>
                <c:pt idx="172">
                  <c:v>0.57199999999999995</c:v>
                </c:pt>
                <c:pt idx="173">
                  <c:v>0.57299999999999995</c:v>
                </c:pt>
                <c:pt idx="174">
                  <c:v>0.57399999999999995</c:v>
                </c:pt>
                <c:pt idx="175">
                  <c:v>0.57499999999999996</c:v>
                </c:pt>
                <c:pt idx="176">
                  <c:v>0.57599999999999996</c:v>
                </c:pt>
                <c:pt idx="177">
                  <c:v>0.57699999999999996</c:v>
                </c:pt>
                <c:pt idx="178">
                  <c:v>0.57799999999999996</c:v>
                </c:pt>
                <c:pt idx="179">
                  <c:v>0.57899999999999996</c:v>
                </c:pt>
                <c:pt idx="180">
                  <c:v>0.57999999999999996</c:v>
                </c:pt>
                <c:pt idx="181">
                  <c:v>0.58099999999999996</c:v>
                </c:pt>
                <c:pt idx="182">
                  <c:v>0.58199999999999996</c:v>
                </c:pt>
                <c:pt idx="183">
                  <c:v>0.58299999999999996</c:v>
                </c:pt>
                <c:pt idx="184">
                  <c:v>0.58399999999999996</c:v>
                </c:pt>
                <c:pt idx="185">
                  <c:v>0.58499999999999996</c:v>
                </c:pt>
                <c:pt idx="186">
                  <c:v>0.58599999999999997</c:v>
                </c:pt>
                <c:pt idx="187">
                  <c:v>0.58699999999999997</c:v>
                </c:pt>
                <c:pt idx="188">
                  <c:v>0.58799999999999997</c:v>
                </c:pt>
                <c:pt idx="189">
                  <c:v>0.58899999999999997</c:v>
                </c:pt>
                <c:pt idx="190">
                  <c:v>0.59</c:v>
                </c:pt>
                <c:pt idx="191">
                  <c:v>0.59099999999999997</c:v>
                </c:pt>
                <c:pt idx="192">
                  <c:v>0.59199999999999997</c:v>
                </c:pt>
                <c:pt idx="193">
                  <c:v>0.59299999999999997</c:v>
                </c:pt>
                <c:pt idx="194">
                  <c:v>0.59399999999999997</c:v>
                </c:pt>
                <c:pt idx="195">
                  <c:v>0.59499999999999997</c:v>
                </c:pt>
                <c:pt idx="196">
                  <c:v>0.59599999999999997</c:v>
                </c:pt>
                <c:pt idx="197">
                  <c:v>0.59699999999999998</c:v>
                </c:pt>
                <c:pt idx="198">
                  <c:v>0.59799999999999998</c:v>
                </c:pt>
                <c:pt idx="199">
                  <c:v>0.59899999999999998</c:v>
                </c:pt>
                <c:pt idx="200">
                  <c:v>0.6</c:v>
                </c:pt>
                <c:pt idx="201">
                  <c:v>0.60099999999999998</c:v>
                </c:pt>
                <c:pt idx="202">
                  <c:v>0.60199999999999998</c:v>
                </c:pt>
                <c:pt idx="203">
                  <c:v>0.60299999999999998</c:v>
                </c:pt>
                <c:pt idx="204">
                  <c:v>0.60399999999999998</c:v>
                </c:pt>
                <c:pt idx="205">
                  <c:v>0.60499999999999998</c:v>
                </c:pt>
                <c:pt idx="206">
                  <c:v>0.60599999999999998</c:v>
                </c:pt>
                <c:pt idx="207">
                  <c:v>0.60699999999999998</c:v>
                </c:pt>
                <c:pt idx="208">
                  <c:v>0.60799999999999998</c:v>
                </c:pt>
                <c:pt idx="209">
                  <c:v>0.60899999999999999</c:v>
                </c:pt>
                <c:pt idx="210">
                  <c:v>0.61</c:v>
                </c:pt>
                <c:pt idx="211">
                  <c:v>0.61099999999999999</c:v>
                </c:pt>
                <c:pt idx="212">
                  <c:v>0.61199999999999999</c:v>
                </c:pt>
                <c:pt idx="213">
                  <c:v>0.61299999999999999</c:v>
                </c:pt>
                <c:pt idx="214">
                  <c:v>0.61399999999999999</c:v>
                </c:pt>
                <c:pt idx="215">
                  <c:v>0.61499999999999999</c:v>
                </c:pt>
                <c:pt idx="216">
                  <c:v>0.61599999999999999</c:v>
                </c:pt>
                <c:pt idx="217">
                  <c:v>0.61699999999999999</c:v>
                </c:pt>
                <c:pt idx="218">
                  <c:v>0.61799999999999999</c:v>
                </c:pt>
                <c:pt idx="219">
                  <c:v>0.61899999999999999</c:v>
                </c:pt>
                <c:pt idx="220">
                  <c:v>0.62</c:v>
                </c:pt>
                <c:pt idx="221">
                  <c:v>0.621</c:v>
                </c:pt>
                <c:pt idx="222">
                  <c:v>0.622</c:v>
                </c:pt>
                <c:pt idx="223">
                  <c:v>0.623</c:v>
                </c:pt>
                <c:pt idx="224">
                  <c:v>0.624</c:v>
                </c:pt>
                <c:pt idx="225">
                  <c:v>0.625</c:v>
                </c:pt>
                <c:pt idx="226">
                  <c:v>0.626</c:v>
                </c:pt>
                <c:pt idx="227">
                  <c:v>0.627</c:v>
                </c:pt>
                <c:pt idx="228">
                  <c:v>0.628</c:v>
                </c:pt>
                <c:pt idx="229">
                  <c:v>0.629</c:v>
                </c:pt>
                <c:pt idx="230">
                  <c:v>0.63</c:v>
                </c:pt>
                <c:pt idx="231">
                  <c:v>0.63100000000000001</c:v>
                </c:pt>
                <c:pt idx="232">
                  <c:v>0.63200000000000001</c:v>
                </c:pt>
                <c:pt idx="233">
                  <c:v>0.63300000000000001</c:v>
                </c:pt>
                <c:pt idx="234">
                  <c:v>0.63400000000000001</c:v>
                </c:pt>
                <c:pt idx="235">
                  <c:v>0.63500000000000001</c:v>
                </c:pt>
                <c:pt idx="236">
                  <c:v>0.63600000000000001</c:v>
                </c:pt>
                <c:pt idx="237">
                  <c:v>0.63700000000000001</c:v>
                </c:pt>
                <c:pt idx="238">
                  <c:v>0.63800000000000001</c:v>
                </c:pt>
                <c:pt idx="239">
                  <c:v>0.63900000000000001</c:v>
                </c:pt>
                <c:pt idx="240">
                  <c:v>0.64</c:v>
                </c:pt>
                <c:pt idx="241">
                  <c:v>0.64100000000000001</c:v>
                </c:pt>
                <c:pt idx="242">
                  <c:v>0.64200000000000002</c:v>
                </c:pt>
                <c:pt idx="243">
                  <c:v>0.64300000000000002</c:v>
                </c:pt>
                <c:pt idx="244">
                  <c:v>0.64400000000000002</c:v>
                </c:pt>
                <c:pt idx="245">
                  <c:v>0.64500000000000002</c:v>
                </c:pt>
                <c:pt idx="246">
                  <c:v>0.64600000000000002</c:v>
                </c:pt>
                <c:pt idx="247">
                  <c:v>0.64700000000000002</c:v>
                </c:pt>
                <c:pt idx="248">
                  <c:v>0.64800000000000002</c:v>
                </c:pt>
                <c:pt idx="249">
                  <c:v>0.64900000000000002</c:v>
                </c:pt>
                <c:pt idx="250">
                  <c:v>0.65</c:v>
                </c:pt>
                <c:pt idx="251">
                  <c:v>0.65100000000000002</c:v>
                </c:pt>
                <c:pt idx="252">
                  <c:v>0.65200000000000002</c:v>
                </c:pt>
                <c:pt idx="253">
                  <c:v>0.65300000000000002</c:v>
                </c:pt>
                <c:pt idx="254">
                  <c:v>0.65400000000000003</c:v>
                </c:pt>
                <c:pt idx="255">
                  <c:v>0.65500000000000003</c:v>
                </c:pt>
                <c:pt idx="256">
                  <c:v>0.65600000000000003</c:v>
                </c:pt>
                <c:pt idx="257">
                  <c:v>0.65700000000000003</c:v>
                </c:pt>
                <c:pt idx="258">
                  <c:v>0.65800000000000003</c:v>
                </c:pt>
                <c:pt idx="259">
                  <c:v>0.65900000000000003</c:v>
                </c:pt>
                <c:pt idx="260">
                  <c:v>0.66</c:v>
                </c:pt>
                <c:pt idx="261">
                  <c:v>0.66100000000000003</c:v>
                </c:pt>
                <c:pt idx="262">
                  <c:v>0.66200000000000003</c:v>
                </c:pt>
                <c:pt idx="263">
                  <c:v>0.66300000000000003</c:v>
                </c:pt>
                <c:pt idx="264">
                  <c:v>0.66400000000000003</c:v>
                </c:pt>
                <c:pt idx="265">
                  <c:v>0.66500000000000004</c:v>
                </c:pt>
                <c:pt idx="266">
                  <c:v>0.66600000000000004</c:v>
                </c:pt>
                <c:pt idx="267">
                  <c:v>0.66700000000000004</c:v>
                </c:pt>
                <c:pt idx="268">
                  <c:v>0.66800000000000004</c:v>
                </c:pt>
                <c:pt idx="269">
                  <c:v>0.66900000000000004</c:v>
                </c:pt>
                <c:pt idx="270">
                  <c:v>0.67</c:v>
                </c:pt>
                <c:pt idx="271">
                  <c:v>0.67100000000000004</c:v>
                </c:pt>
                <c:pt idx="272">
                  <c:v>0.67200000000000004</c:v>
                </c:pt>
                <c:pt idx="273">
                  <c:v>0.67300000000000004</c:v>
                </c:pt>
                <c:pt idx="274">
                  <c:v>0.67400000000000004</c:v>
                </c:pt>
                <c:pt idx="275">
                  <c:v>0.67500000000000004</c:v>
                </c:pt>
                <c:pt idx="276">
                  <c:v>0.67600000000000005</c:v>
                </c:pt>
                <c:pt idx="277">
                  <c:v>0.67700000000000005</c:v>
                </c:pt>
                <c:pt idx="278">
                  <c:v>0.67800000000000005</c:v>
                </c:pt>
                <c:pt idx="279">
                  <c:v>0.67900000000000005</c:v>
                </c:pt>
                <c:pt idx="280">
                  <c:v>0.68</c:v>
                </c:pt>
                <c:pt idx="281">
                  <c:v>0.68100000000000005</c:v>
                </c:pt>
                <c:pt idx="282">
                  <c:v>0.68200000000000005</c:v>
                </c:pt>
                <c:pt idx="283">
                  <c:v>0.68300000000000005</c:v>
                </c:pt>
                <c:pt idx="284">
                  <c:v>0.68400000000000005</c:v>
                </c:pt>
                <c:pt idx="285">
                  <c:v>0.68500000000000005</c:v>
                </c:pt>
                <c:pt idx="286">
                  <c:v>0.68600000000000005</c:v>
                </c:pt>
                <c:pt idx="287">
                  <c:v>0.68700000000000006</c:v>
                </c:pt>
                <c:pt idx="288">
                  <c:v>0.68799999999999994</c:v>
                </c:pt>
                <c:pt idx="289">
                  <c:v>0.68899999999999995</c:v>
                </c:pt>
                <c:pt idx="290">
                  <c:v>0.69</c:v>
                </c:pt>
                <c:pt idx="291">
                  <c:v>0.69099999999999995</c:v>
                </c:pt>
                <c:pt idx="292">
                  <c:v>0.69199999999999995</c:v>
                </c:pt>
                <c:pt idx="293">
                  <c:v>0.69299999999999995</c:v>
                </c:pt>
                <c:pt idx="294">
                  <c:v>0.69399999999999995</c:v>
                </c:pt>
                <c:pt idx="295">
                  <c:v>0.69499999999999995</c:v>
                </c:pt>
                <c:pt idx="296">
                  <c:v>0.69599999999999995</c:v>
                </c:pt>
                <c:pt idx="297">
                  <c:v>0.69699999999999995</c:v>
                </c:pt>
                <c:pt idx="298">
                  <c:v>0.69799999999999995</c:v>
                </c:pt>
                <c:pt idx="299">
                  <c:v>0.69899999999999995</c:v>
                </c:pt>
                <c:pt idx="300">
                  <c:v>0.7</c:v>
                </c:pt>
                <c:pt idx="301">
                  <c:v>0.70099999999999996</c:v>
                </c:pt>
                <c:pt idx="302">
                  <c:v>0.70199999999999996</c:v>
                </c:pt>
                <c:pt idx="303">
                  <c:v>0.70299999999999996</c:v>
                </c:pt>
                <c:pt idx="304">
                  <c:v>0.70399999999999996</c:v>
                </c:pt>
                <c:pt idx="305">
                  <c:v>0.70499999999999996</c:v>
                </c:pt>
                <c:pt idx="306">
                  <c:v>0.70599999999999996</c:v>
                </c:pt>
                <c:pt idx="307">
                  <c:v>0.70699999999999996</c:v>
                </c:pt>
                <c:pt idx="308">
                  <c:v>0.70799999999999996</c:v>
                </c:pt>
                <c:pt idx="309">
                  <c:v>0.70899999999999996</c:v>
                </c:pt>
                <c:pt idx="310">
                  <c:v>0.71</c:v>
                </c:pt>
                <c:pt idx="311">
                  <c:v>0.71099999999999997</c:v>
                </c:pt>
                <c:pt idx="312">
                  <c:v>0.71199999999999997</c:v>
                </c:pt>
                <c:pt idx="313">
                  <c:v>0.71299999999999997</c:v>
                </c:pt>
                <c:pt idx="314">
                  <c:v>0.71399999999999997</c:v>
                </c:pt>
                <c:pt idx="315">
                  <c:v>0.71499999999999997</c:v>
                </c:pt>
                <c:pt idx="316">
                  <c:v>0.71599999999999997</c:v>
                </c:pt>
                <c:pt idx="317">
                  <c:v>0.71699999999999997</c:v>
                </c:pt>
                <c:pt idx="318">
                  <c:v>0.71799999999999997</c:v>
                </c:pt>
                <c:pt idx="319">
                  <c:v>0.71899999999999997</c:v>
                </c:pt>
                <c:pt idx="320">
                  <c:v>0.72</c:v>
                </c:pt>
                <c:pt idx="321">
                  <c:v>0.72099999999999997</c:v>
                </c:pt>
                <c:pt idx="322">
                  <c:v>0.72199999999999998</c:v>
                </c:pt>
                <c:pt idx="323">
                  <c:v>0.72299999999999998</c:v>
                </c:pt>
                <c:pt idx="324">
                  <c:v>0.72399999999999998</c:v>
                </c:pt>
                <c:pt idx="325">
                  <c:v>0.72499999999999998</c:v>
                </c:pt>
                <c:pt idx="326">
                  <c:v>0.72599999999999998</c:v>
                </c:pt>
                <c:pt idx="327">
                  <c:v>0.72699999999999998</c:v>
                </c:pt>
                <c:pt idx="328">
                  <c:v>0.72799999999999998</c:v>
                </c:pt>
                <c:pt idx="329">
                  <c:v>0.72899999999999998</c:v>
                </c:pt>
                <c:pt idx="330">
                  <c:v>0.73</c:v>
                </c:pt>
                <c:pt idx="331">
                  <c:v>0.73099999999999998</c:v>
                </c:pt>
                <c:pt idx="332">
                  <c:v>0.73199999999999998</c:v>
                </c:pt>
                <c:pt idx="333">
                  <c:v>0.73299999999999998</c:v>
                </c:pt>
                <c:pt idx="334">
                  <c:v>0.73399999999999999</c:v>
                </c:pt>
                <c:pt idx="335">
                  <c:v>0.73499999999999999</c:v>
                </c:pt>
                <c:pt idx="336">
                  <c:v>0.73599999999999999</c:v>
                </c:pt>
                <c:pt idx="337">
                  <c:v>0.73699999999999999</c:v>
                </c:pt>
                <c:pt idx="338">
                  <c:v>0.73799999999999999</c:v>
                </c:pt>
                <c:pt idx="339">
                  <c:v>0.73899999999999999</c:v>
                </c:pt>
                <c:pt idx="340">
                  <c:v>0.74</c:v>
                </c:pt>
                <c:pt idx="341">
                  <c:v>0.74099999999999999</c:v>
                </c:pt>
                <c:pt idx="342">
                  <c:v>0.74199999999999999</c:v>
                </c:pt>
                <c:pt idx="343">
                  <c:v>0.74299999999999999</c:v>
                </c:pt>
                <c:pt idx="344">
                  <c:v>0.74399999999999999</c:v>
                </c:pt>
                <c:pt idx="345">
                  <c:v>0.745</c:v>
                </c:pt>
                <c:pt idx="346">
                  <c:v>0.746</c:v>
                </c:pt>
                <c:pt idx="347">
                  <c:v>0.747</c:v>
                </c:pt>
                <c:pt idx="348">
                  <c:v>0.748</c:v>
                </c:pt>
                <c:pt idx="349">
                  <c:v>0.749</c:v>
                </c:pt>
                <c:pt idx="350">
                  <c:v>0.75</c:v>
                </c:pt>
                <c:pt idx="351">
                  <c:v>0.751</c:v>
                </c:pt>
                <c:pt idx="352">
                  <c:v>0.752</c:v>
                </c:pt>
                <c:pt idx="353">
                  <c:v>0.753</c:v>
                </c:pt>
                <c:pt idx="354">
                  <c:v>0.754</c:v>
                </c:pt>
                <c:pt idx="355">
                  <c:v>0.755</c:v>
                </c:pt>
                <c:pt idx="356">
                  <c:v>0.75600000000000001</c:v>
                </c:pt>
                <c:pt idx="357">
                  <c:v>0.75700000000000001</c:v>
                </c:pt>
                <c:pt idx="358">
                  <c:v>0.75800000000000001</c:v>
                </c:pt>
                <c:pt idx="359">
                  <c:v>0.75900000000000001</c:v>
                </c:pt>
                <c:pt idx="360">
                  <c:v>0.76</c:v>
                </c:pt>
                <c:pt idx="361">
                  <c:v>0.76100000000000001</c:v>
                </c:pt>
                <c:pt idx="362">
                  <c:v>0.76200000000000001</c:v>
                </c:pt>
                <c:pt idx="363">
                  <c:v>0.76300000000000001</c:v>
                </c:pt>
                <c:pt idx="364">
                  <c:v>0.76400000000000001</c:v>
                </c:pt>
                <c:pt idx="365">
                  <c:v>0.76500000000000001</c:v>
                </c:pt>
                <c:pt idx="366">
                  <c:v>0.76600000000000001</c:v>
                </c:pt>
                <c:pt idx="367">
                  <c:v>0.76700000000000002</c:v>
                </c:pt>
                <c:pt idx="368">
                  <c:v>0.76800000000000002</c:v>
                </c:pt>
                <c:pt idx="369">
                  <c:v>0.76900000000000002</c:v>
                </c:pt>
                <c:pt idx="370">
                  <c:v>0.77</c:v>
                </c:pt>
                <c:pt idx="371">
                  <c:v>0.77100000000000002</c:v>
                </c:pt>
                <c:pt idx="372">
                  <c:v>0.77200000000000002</c:v>
                </c:pt>
                <c:pt idx="373">
                  <c:v>0.77300000000000002</c:v>
                </c:pt>
                <c:pt idx="374">
                  <c:v>0.77400000000000002</c:v>
                </c:pt>
                <c:pt idx="375">
                  <c:v>0.77500000000000002</c:v>
                </c:pt>
                <c:pt idx="376">
                  <c:v>0.77600000000000002</c:v>
                </c:pt>
                <c:pt idx="377">
                  <c:v>0.77700000000000002</c:v>
                </c:pt>
                <c:pt idx="378">
                  <c:v>0.77800000000000002</c:v>
                </c:pt>
                <c:pt idx="379">
                  <c:v>0.77900000000000003</c:v>
                </c:pt>
                <c:pt idx="380">
                  <c:v>0.78</c:v>
                </c:pt>
                <c:pt idx="381">
                  <c:v>0.78100000000000003</c:v>
                </c:pt>
                <c:pt idx="382">
                  <c:v>0.78200000000000003</c:v>
                </c:pt>
                <c:pt idx="383">
                  <c:v>0.78300000000000003</c:v>
                </c:pt>
                <c:pt idx="384">
                  <c:v>0.78400000000000003</c:v>
                </c:pt>
                <c:pt idx="385">
                  <c:v>0.78500000000000003</c:v>
                </c:pt>
                <c:pt idx="386">
                  <c:v>0.78600000000000003</c:v>
                </c:pt>
                <c:pt idx="387">
                  <c:v>0.78700000000000003</c:v>
                </c:pt>
                <c:pt idx="388">
                  <c:v>0.78800000000000003</c:v>
                </c:pt>
                <c:pt idx="389">
                  <c:v>0.78900000000000003</c:v>
                </c:pt>
                <c:pt idx="390">
                  <c:v>0.79</c:v>
                </c:pt>
                <c:pt idx="391">
                  <c:v>0.79100000000000004</c:v>
                </c:pt>
                <c:pt idx="392">
                  <c:v>0.79200000000000004</c:v>
                </c:pt>
                <c:pt idx="393">
                  <c:v>0.79300000000000004</c:v>
                </c:pt>
                <c:pt idx="394">
                  <c:v>0.79400000000000004</c:v>
                </c:pt>
                <c:pt idx="395">
                  <c:v>0.79500000000000004</c:v>
                </c:pt>
                <c:pt idx="396">
                  <c:v>0.79600000000000004</c:v>
                </c:pt>
                <c:pt idx="397">
                  <c:v>0.79700000000000004</c:v>
                </c:pt>
                <c:pt idx="398">
                  <c:v>0.79800000000000004</c:v>
                </c:pt>
                <c:pt idx="399">
                  <c:v>0.79900000000000004</c:v>
                </c:pt>
                <c:pt idx="400">
                  <c:v>0.8</c:v>
                </c:pt>
                <c:pt idx="401">
                  <c:v>0.80100000000000005</c:v>
                </c:pt>
                <c:pt idx="402">
                  <c:v>0.80200000000000005</c:v>
                </c:pt>
                <c:pt idx="403">
                  <c:v>0.80300000000000005</c:v>
                </c:pt>
                <c:pt idx="404">
                  <c:v>0.80400000000000005</c:v>
                </c:pt>
                <c:pt idx="405">
                  <c:v>0.80500000000000005</c:v>
                </c:pt>
                <c:pt idx="406">
                  <c:v>0.80600000000000005</c:v>
                </c:pt>
                <c:pt idx="407">
                  <c:v>0.80700000000000005</c:v>
                </c:pt>
                <c:pt idx="408">
                  <c:v>0.80800000000000005</c:v>
                </c:pt>
                <c:pt idx="409">
                  <c:v>0.80900000000000005</c:v>
                </c:pt>
                <c:pt idx="410">
                  <c:v>0.81</c:v>
                </c:pt>
                <c:pt idx="411">
                  <c:v>0.81100000000000005</c:v>
                </c:pt>
                <c:pt idx="412">
                  <c:v>0.81200000000000006</c:v>
                </c:pt>
                <c:pt idx="413">
                  <c:v>0.81299999999999994</c:v>
                </c:pt>
                <c:pt idx="414">
                  <c:v>0.81399999999999995</c:v>
                </c:pt>
                <c:pt idx="415">
                  <c:v>0.81499999999999995</c:v>
                </c:pt>
                <c:pt idx="416">
                  <c:v>0.81599999999999995</c:v>
                </c:pt>
                <c:pt idx="417">
                  <c:v>0.81699999999999995</c:v>
                </c:pt>
                <c:pt idx="418">
                  <c:v>0.81799999999999995</c:v>
                </c:pt>
                <c:pt idx="419">
                  <c:v>0.81899999999999995</c:v>
                </c:pt>
                <c:pt idx="420">
                  <c:v>0.82</c:v>
                </c:pt>
                <c:pt idx="421">
                  <c:v>0.82099999999999995</c:v>
                </c:pt>
                <c:pt idx="422">
                  <c:v>0.82199999999999995</c:v>
                </c:pt>
                <c:pt idx="423">
                  <c:v>0.82299999999999995</c:v>
                </c:pt>
                <c:pt idx="424">
                  <c:v>0.82399999999999995</c:v>
                </c:pt>
                <c:pt idx="425">
                  <c:v>0.82499999999999996</c:v>
                </c:pt>
                <c:pt idx="426">
                  <c:v>0.82599999999999996</c:v>
                </c:pt>
                <c:pt idx="427">
                  <c:v>0.82699999999999996</c:v>
                </c:pt>
                <c:pt idx="428">
                  <c:v>0.82799999999999996</c:v>
                </c:pt>
                <c:pt idx="429">
                  <c:v>0.82899999999999996</c:v>
                </c:pt>
                <c:pt idx="430">
                  <c:v>0.83</c:v>
                </c:pt>
                <c:pt idx="431">
                  <c:v>0.83099999999999996</c:v>
                </c:pt>
                <c:pt idx="432">
                  <c:v>0.83199999999999996</c:v>
                </c:pt>
                <c:pt idx="433">
                  <c:v>0.83299999999999996</c:v>
                </c:pt>
                <c:pt idx="434">
                  <c:v>0.83399999999999996</c:v>
                </c:pt>
                <c:pt idx="435">
                  <c:v>0.83499999999999996</c:v>
                </c:pt>
                <c:pt idx="436">
                  <c:v>0.83599999999999997</c:v>
                </c:pt>
                <c:pt idx="437">
                  <c:v>0.83699999999999997</c:v>
                </c:pt>
                <c:pt idx="438">
                  <c:v>0.83799999999999997</c:v>
                </c:pt>
                <c:pt idx="439">
                  <c:v>0.83899999999999997</c:v>
                </c:pt>
                <c:pt idx="440">
                  <c:v>0.84</c:v>
                </c:pt>
                <c:pt idx="441">
                  <c:v>0.84099999999999997</c:v>
                </c:pt>
                <c:pt idx="442">
                  <c:v>0.84199999999999997</c:v>
                </c:pt>
                <c:pt idx="443">
                  <c:v>0.84299999999999997</c:v>
                </c:pt>
                <c:pt idx="444">
                  <c:v>0.84399999999999997</c:v>
                </c:pt>
                <c:pt idx="445">
                  <c:v>0.84499999999999997</c:v>
                </c:pt>
                <c:pt idx="446">
                  <c:v>0.84599999999999997</c:v>
                </c:pt>
                <c:pt idx="447">
                  <c:v>0.84699999999999998</c:v>
                </c:pt>
                <c:pt idx="448">
                  <c:v>0.84799999999999998</c:v>
                </c:pt>
                <c:pt idx="449">
                  <c:v>0.84899999999999998</c:v>
                </c:pt>
                <c:pt idx="450">
                  <c:v>0.85</c:v>
                </c:pt>
                <c:pt idx="451">
                  <c:v>0.85099999999999998</c:v>
                </c:pt>
                <c:pt idx="452">
                  <c:v>0.85199999999999998</c:v>
                </c:pt>
                <c:pt idx="453">
                  <c:v>0.85299999999999998</c:v>
                </c:pt>
                <c:pt idx="454">
                  <c:v>0.85399999999999998</c:v>
                </c:pt>
                <c:pt idx="455">
                  <c:v>0.85499999999999998</c:v>
                </c:pt>
                <c:pt idx="456">
                  <c:v>0.85599999999999998</c:v>
                </c:pt>
                <c:pt idx="457">
                  <c:v>0.85699999999999998</c:v>
                </c:pt>
                <c:pt idx="458">
                  <c:v>0.85799999999999998</c:v>
                </c:pt>
                <c:pt idx="459">
                  <c:v>0.85899999999999999</c:v>
                </c:pt>
                <c:pt idx="460">
                  <c:v>0.86</c:v>
                </c:pt>
                <c:pt idx="461">
                  <c:v>0.86099999999999999</c:v>
                </c:pt>
                <c:pt idx="462">
                  <c:v>0.86199999999999999</c:v>
                </c:pt>
                <c:pt idx="463">
                  <c:v>0.86299999999999999</c:v>
                </c:pt>
                <c:pt idx="464">
                  <c:v>0.86399999999999999</c:v>
                </c:pt>
                <c:pt idx="465">
                  <c:v>0.86499999999999999</c:v>
                </c:pt>
                <c:pt idx="466">
                  <c:v>0.86599999999999999</c:v>
                </c:pt>
                <c:pt idx="467">
                  <c:v>0.86699999999999999</c:v>
                </c:pt>
                <c:pt idx="468">
                  <c:v>0.86799999999999999</c:v>
                </c:pt>
                <c:pt idx="469">
                  <c:v>0.86899999999999999</c:v>
                </c:pt>
                <c:pt idx="470">
                  <c:v>0.87</c:v>
                </c:pt>
                <c:pt idx="471">
                  <c:v>0.871</c:v>
                </c:pt>
                <c:pt idx="472">
                  <c:v>0.872</c:v>
                </c:pt>
                <c:pt idx="473">
                  <c:v>0.873</c:v>
                </c:pt>
                <c:pt idx="474">
                  <c:v>0.874</c:v>
                </c:pt>
                <c:pt idx="475">
                  <c:v>0.875</c:v>
                </c:pt>
                <c:pt idx="476">
                  <c:v>0.876</c:v>
                </c:pt>
                <c:pt idx="477">
                  <c:v>0.877</c:v>
                </c:pt>
                <c:pt idx="478">
                  <c:v>0.878</c:v>
                </c:pt>
                <c:pt idx="479">
                  <c:v>0.879</c:v>
                </c:pt>
                <c:pt idx="480">
                  <c:v>0.88</c:v>
                </c:pt>
                <c:pt idx="481">
                  <c:v>0.88100000000000001</c:v>
                </c:pt>
                <c:pt idx="482">
                  <c:v>0.88200000000000001</c:v>
                </c:pt>
                <c:pt idx="483">
                  <c:v>0.88300000000000001</c:v>
                </c:pt>
                <c:pt idx="484">
                  <c:v>0.88400000000000001</c:v>
                </c:pt>
                <c:pt idx="485">
                  <c:v>0.88500000000000001</c:v>
                </c:pt>
                <c:pt idx="486">
                  <c:v>0.88600000000000001</c:v>
                </c:pt>
                <c:pt idx="487">
                  <c:v>0.88700000000000001</c:v>
                </c:pt>
                <c:pt idx="488">
                  <c:v>0.88800000000000001</c:v>
                </c:pt>
                <c:pt idx="489">
                  <c:v>0.88900000000000001</c:v>
                </c:pt>
                <c:pt idx="490">
                  <c:v>0.89</c:v>
                </c:pt>
                <c:pt idx="491">
                  <c:v>0.89100000000000001</c:v>
                </c:pt>
                <c:pt idx="492">
                  <c:v>0.89200000000000002</c:v>
                </c:pt>
                <c:pt idx="493">
                  <c:v>0.89300000000000002</c:v>
                </c:pt>
                <c:pt idx="494">
                  <c:v>0.89400000000000002</c:v>
                </c:pt>
                <c:pt idx="495">
                  <c:v>0.89500000000000002</c:v>
                </c:pt>
                <c:pt idx="496">
                  <c:v>0.89600000000000002</c:v>
                </c:pt>
                <c:pt idx="497">
                  <c:v>0.89700000000000002</c:v>
                </c:pt>
                <c:pt idx="498">
                  <c:v>0.89800000000000002</c:v>
                </c:pt>
                <c:pt idx="499">
                  <c:v>0.89900000000000002</c:v>
                </c:pt>
                <c:pt idx="500">
                  <c:v>0.9</c:v>
                </c:pt>
                <c:pt idx="501">
                  <c:v>0.90100000000000002</c:v>
                </c:pt>
                <c:pt idx="502">
                  <c:v>0.90200000000000002</c:v>
                </c:pt>
                <c:pt idx="503">
                  <c:v>0.90300000000000002</c:v>
                </c:pt>
                <c:pt idx="504">
                  <c:v>0.90400000000000003</c:v>
                </c:pt>
                <c:pt idx="505">
                  <c:v>0.90500000000000003</c:v>
                </c:pt>
                <c:pt idx="506">
                  <c:v>0.90600000000000003</c:v>
                </c:pt>
                <c:pt idx="507">
                  <c:v>0.90700000000000003</c:v>
                </c:pt>
                <c:pt idx="508">
                  <c:v>0.90800000000000003</c:v>
                </c:pt>
                <c:pt idx="509">
                  <c:v>0.90900000000000003</c:v>
                </c:pt>
                <c:pt idx="510">
                  <c:v>0.91</c:v>
                </c:pt>
                <c:pt idx="511">
                  <c:v>0.91100000000000003</c:v>
                </c:pt>
                <c:pt idx="512">
                  <c:v>0.91200000000000003</c:v>
                </c:pt>
                <c:pt idx="513">
                  <c:v>0.91300000000000003</c:v>
                </c:pt>
                <c:pt idx="514">
                  <c:v>0.91400000000000003</c:v>
                </c:pt>
                <c:pt idx="515">
                  <c:v>0.91500000000000004</c:v>
                </c:pt>
                <c:pt idx="516">
                  <c:v>0.91600000000000004</c:v>
                </c:pt>
                <c:pt idx="517">
                  <c:v>0.91700000000000004</c:v>
                </c:pt>
                <c:pt idx="518">
                  <c:v>0.91800000000000004</c:v>
                </c:pt>
                <c:pt idx="519">
                  <c:v>0.91900000000000004</c:v>
                </c:pt>
                <c:pt idx="520">
                  <c:v>0.92</c:v>
                </c:pt>
                <c:pt idx="521">
                  <c:v>0.92100000000000004</c:v>
                </c:pt>
                <c:pt idx="522">
                  <c:v>0.92200000000000004</c:v>
                </c:pt>
                <c:pt idx="523">
                  <c:v>0.92300000000000004</c:v>
                </c:pt>
                <c:pt idx="524">
                  <c:v>0.92400000000000004</c:v>
                </c:pt>
                <c:pt idx="525">
                  <c:v>0.92500000000000004</c:v>
                </c:pt>
                <c:pt idx="526">
                  <c:v>0.92600000000000005</c:v>
                </c:pt>
                <c:pt idx="527">
                  <c:v>0.92700000000000005</c:v>
                </c:pt>
                <c:pt idx="528">
                  <c:v>0.92800000000000005</c:v>
                </c:pt>
                <c:pt idx="529">
                  <c:v>0.92900000000000005</c:v>
                </c:pt>
                <c:pt idx="530">
                  <c:v>0.93</c:v>
                </c:pt>
                <c:pt idx="531">
                  <c:v>0.93100000000000005</c:v>
                </c:pt>
                <c:pt idx="532">
                  <c:v>0.93200000000000005</c:v>
                </c:pt>
                <c:pt idx="533">
                  <c:v>0.93300000000000005</c:v>
                </c:pt>
                <c:pt idx="534">
                  <c:v>0.93400000000000005</c:v>
                </c:pt>
                <c:pt idx="535">
                  <c:v>0.93500000000000005</c:v>
                </c:pt>
                <c:pt idx="536">
                  <c:v>0.93600000000000005</c:v>
                </c:pt>
                <c:pt idx="537">
                  <c:v>0.93700000000000006</c:v>
                </c:pt>
                <c:pt idx="538">
                  <c:v>0.93799999999999994</c:v>
                </c:pt>
                <c:pt idx="539">
                  <c:v>0.93899999999999995</c:v>
                </c:pt>
                <c:pt idx="540">
                  <c:v>0.94</c:v>
                </c:pt>
                <c:pt idx="541">
                  <c:v>0.94099999999999995</c:v>
                </c:pt>
                <c:pt idx="542">
                  <c:v>0.94199999999999995</c:v>
                </c:pt>
                <c:pt idx="543">
                  <c:v>0.94299999999999995</c:v>
                </c:pt>
                <c:pt idx="544">
                  <c:v>0.94399999999999995</c:v>
                </c:pt>
                <c:pt idx="545">
                  <c:v>0.94499999999999995</c:v>
                </c:pt>
                <c:pt idx="546">
                  <c:v>0.94599999999999995</c:v>
                </c:pt>
                <c:pt idx="547">
                  <c:v>0.94699999999999995</c:v>
                </c:pt>
                <c:pt idx="548">
                  <c:v>0.94799999999999995</c:v>
                </c:pt>
                <c:pt idx="549">
                  <c:v>0.94899999999999995</c:v>
                </c:pt>
                <c:pt idx="550">
                  <c:v>0.95</c:v>
                </c:pt>
                <c:pt idx="551">
                  <c:v>0.95099999999999996</c:v>
                </c:pt>
                <c:pt idx="552">
                  <c:v>0.95199999999999996</c:v>
                </c:pt>
                <c:pt idx="553">
                  <c:v>0.95299999999999996</c:v>
                </c:pt>
                <c:pt idx="554">
                  <c:v>0.95399999999999996</c:v>
                </c:pt>
                <c:pt idx="555">
                  <c:v>0.95499999999999996</c:v>
                </c:pt>
                <c:pt idx="556">
                  <c:v>0.95599999999999996</c:v>
                </c:pt>
                <c:pt idx="557">
                  <c:v>0.95699999999999996</c:v>
                </c:pt>
                <c:pt idx="558">
                  <c:v>0.95799999999999996</c:v>
                </c:pt>
                <c:pt idx="559">
                  <c:v>0.95899999999999996</c:v>
                </c:pt>
                <c:pt idx="560">
                  <c:v>0.96</c:v>
                </c:pt>
                <c:pt idx="561">
                  <c:v>0.96099999999999997</c:v>
                </c:pt>
                <c:pt idx="562">
                  <c:v>0.96199999999999997</c:v>
                </c:pt>
                <c:pt idx="563">
                  <c:v>0.96299999999999997</c:v>
                </c:pt>
                <c:pt idx="564">
                  <c:v>0.96399999999999997</c:v>
                </c:pt>
                <c:pt idx="565">
                  <c:v>0.96499999999999997</c:v>
                </c:pt>
                <c:pt idx="566">
                  <c:v>0.96599999999999997</c:v>
                </c:pt>
                <c:pt idx="567">
                  <c:v>0.96699999999999997</c:v>
                </c:pt>
                <c:pt idx="568">
                  <c:v>0.96799999999999997</c:v>
                </c:pt>
                <c:pt idx="569">
                  <c:v>0.96899999999999997</c:v>
                </c:pt>
                <c:pt idx="570">
                  <c:v>0.97</c:v>
                </c:pt>
                <c:pt idx="571">
                  <c:v>0.97099999999999997</c:v>
                </c:pt>
                <c:pt idx="572">
                  <c:v>0.97199999999999998</c:v>
                </c:pt>
                <c:pt idx="573">
                  <c:v>0.97299999999999998</c:v>
                </c:pt>
                <c:pt idx="574">
                  <c:v>0.97399999999999998</c:v>
                </c:pt>
                <c:pt idx="575">
                  <c:v>0.97499999999999998</c:v>
                </c:pt>
                <c:pt idx="576">
                  <c:v>0.97599999999999998</c:v>
                </c:pt>
                <c:pt idx="577">
                  <c:v>0.97699999999999998</c:v>
                </c:pt>
                <c:pt idx="578">
                  <c:v>0.97799999999999998</c:v>
                </c:pt>
                <c:pt idx="579">
                  <c:v>0.97899999999999998</c:v>
                </c:pt>
                <c:pt idx="580">
                  <c:v>0.98</c:v>
                </c:pt>
                <c:pt idx="581">
                  <c:v>0.98099999999999998</c:v>
                </c:pt>
                <c:pt idx="582">
                  <c:v>0.98199999999999998</c:v>
                </c:pt>
                <c:pt idx="583">
                  <c:v>0.98299999999999998</c:v>
                </c:pt>
                <c:pt idx="584">
                  <c:v>0.98399999999999999</c:v>
                </c:pt>
                <c:pt idx="585">
                  <c:v>0.98499999999999999</c:v>
                </c:pt>
                <c:pt idx="586">
                  <c:v>0.98599999999999999</c:v>
                </c:pt>
                <c:pt idx="587">
                  <c:v>0.98699999999999999</c:v>
                </c:pt>
                <c:pt idx="588">
                  <c:v>0.98799999999999999</c:v>
                </c:pt>
                <c:pt idx="589">
                  <c:v>0.98899999999999999</c:v>
                </c:pt>
                <c:pt idx="590">
                  <c:v>0.99</c:v>
                </c:pt>
                <c:pt idx="591">
                  <c:v>0.99099999999999999</c:v>
                </c:pt>
                <c:pt idx="592">
                  <c:v>0.99199999999999999</c:v>
                </c:pt>
                <c:pt idx="593">
                  <c:v>0.99299999999999999</c:v>
                </c:pt>
                <c:pt idx="594">
                  <c:v>0.99399999999999999</c:v>
                </c:pt>
                <c:pt idx="595">
                  <c:v>0.995</c:v>
                </c:pt>
                <c:pt idx="596">
                  <c:v>0.996</c:v>
                </c:pt>
                <c:pt idx="597">
                  <c:v>0.997</c:v>
                </c:pt>
                <c:pt idx="598">
                  <c:v>0.998</c:v>
                </c:pt>
                <c:pt idx="599">
                  <c:v>0.999</c:v>
                </c:pt>
                <c:pt idx="600">
                  <c:v>1</c:v>
                </c:pt>
                <c:pt idx="601">
                  <c:v>1.0009999999999999</c:v>
                </c:pt>
                <c:pt idx="602">
                  <c:v>1.002</c:v>
                </c:pt>
                <c:pt idx="603">
                  <c:v>1.0029999999999999</c:v>
                </c:pt>
                <c:pt idx="604">
                  <c:v>1.004</c:v>
                </c:pt>
                <c:pt idx="605">
                  <c:v>1.0049999999999999</c:v>
                </c:pt>
                <c:pt idx="606">
                  <c:v>1.006</c:v>
                </c:pt>
                <c:pt idx="607">
                  <c:v>1.0069999999999999</c:v>
                </c:pt>
                <c:pt idx="608">
                  <c:v>1.008</c:v>
                </c:pt>
                <c:pt idx="609">
                  <c:v>1.0089999999999999</c:v>
                </c:pt>
                <c:pt idx="610">
                  <c:v>1.01</c:v>
                </c:pt>
                <c:pt idx="611">
                  <c:v>1.0109999999999999</c:v>
                </c:pt>
                <c:pt idx="612">
                  <c:v>1.012</c:v>
                </c:pt>
                <c:pt idx="613">
                  <c:v>1.0129999999999999</c:v>
                </c:pt>
                <c:pt idx="614">
                  <c:v>1.014</c:v>
                </c:pt>
                <c:pt idx="615">
                  <c:v>1.0149999999999999</c:v>
                </c:pt>
                <c:pt idx="616">
                  <c:v>1.016</c:v>
                </c:pt>
                <c:pt idx="617">
                  <c:v>1.0169999999999999</c:v>
                </c:pt>
                <c:pt idx="618">
                  <c:v>1.018</c:v>
                </c:pt>
                <c:pt idx="619">
                  <c:v>1.0189999999999999</c:v>
                </c:pt>
                <c:pt idx="620">
                  <c:v>1.02</c:v>
                </c:pt>
                <c:pt idx="621">
                  <c:v>1.0209999999999999</c:v>
                </c:pt>
                <c:pt idx="622">
                  <c:v>1.022</c:v>
                </c:pt>
                <c:pt idx="623">
                  <c:v>1.0229999999999999</c:v>
                </c:pt>
                <c:pt idx="624">
                  <c:v>1.024</c:v>
                </c:pt>
                <c:pt idx="625">
                  <c:v>1.0249999999999999</c:v>
                </c:pt>
                <c:pt idx="626">
                  <c:v>1.026</c:v>
                </c:pt>
                <c:pt idx="627">
                  <c:v>1.0269999999999999</c:v>
                </c:pt>
                <c:pt idx="628">
                  <c:v>1.028</c:v>
                </c:pt>
                <c:pt idx="629">
                  <c:v>1.0289999999999999</c:v>
                </c:pt>
                <c:pt idx="630">
                  <c:v>1.03</c:v>
                </c:pt>
                <c:pt idx="631">
                  <c:v>1.0309999999999999</c:v>
                </c:pt>
                <c:pt idx="632">
                  <c:v>1.032</c:v>
                </c:pt>
                <c:pt idx="633">
                  <c:v>1.0329999999999999</c:v>
                </c:pt>
                <c:pt idx="634">
                  <c:v>1.034</c:v>
                </c:pt>
                <c:pt idx="635">
                  <c:v>1.0349999999999999</c:v>
                </c:pt>
                <c:pt idx="636">
                  <c:v>1.036</c:v>
                </c:pt>
                <c:pt idx="637">
                  <c:v>1.0369999999999999</c:v>
                </c:pt>
                <c:pt idx="638">
                  <c:v>1.038</c:v>
                </c:pt>
                <c:pt idx="639">
                  <c:v>1.0389999999999999</c:v>
                </c:pt>
                <c:pt idx="640">
                  <c:v>1.04</c:v>
                </c:pt>
                <c:pt idx="641">
                  <c:v>1.0409999999999999</c:v>
                </c:pt>
                <c:pt idx="642">
                  <c:v>1.042</c:v>
                </c:pt>
                <c:pt idx="643">
                  <c:v>1.0429999999999999</c:v>
                </c:pt>
                <c:pt idx="644">
                  <c:v>1.044</c:v>
                </c:pt>
                <c:pt idx="645">
                  <c:v>1.0449999999999999</c:v>
                </c:pt>
                <c:pt idx="646">
                  <c:v>1.046</c:v>
                </c:pt>
                <c:pt idx="647">
                  <c:v>1.0469999999999999</c:v>
                </c:pt>
                <c:pt idx="648">
                  <c:v>1.048</c:v>
                </c:pt>
                <c:pt idx="649">
                  <c:v>1.0489999999999999</c:v>
                </c:pt>
                <c:pt idx="650">
                  <c:v>1.05</c:v>
                </c:pt>
                <c:pt idx="651">
                  <c:v>1.0509999999999999</c:v>
                </c:pt>
                <c:pt idx="652">
                  <c:v>1.052</c:v>
                </c:pt>
                <c:pt idx="653">
                  <c:v>1.0529999999999999</c:v>
                </c:pt>
                <c:pt idx="654">
                  <c:v>1.054</c:v>
                </c:pt>
                <c:pt idx="655">
                  <c:v>1.0549999999999999</c:v>
                </c:pt>
                <c:pt idx="656">
                  <c:v>1.056</c:v>
                </c:pt>
                <c:pt idx="657">
                  <c:v>1.0569999999999999</c:v>
                </c:pt>
                <c:pt idx="658">
                  <c:v>1.0580000000000001</c:v>
                </c:pt>
                <c:pt idx="659">
                  <c:v>1.0589999999999999</c:v>
                </c:pt>
                <c:pt idx="660">
                  <c:v>1.06</c:v>
                </c:pt>
                <c:pt idx="661">
                  <c:v>1.0609999999999999</c:v>
                </c:pt>
                <c:pt idx="662">
                  <c:v>1.0620000000000001</c:v>
                </c:pt>
                <c:pt idx="663">
                  <c:v>1.0629999999999999</c:v>
                </c:pt>
                <c:pt idx="664">
                  <c:v>1.0640000000000001</c:v>
                </c:pt>
                <c:pt idx="665">
                  <c:v>1.0649999999999999</c:v>
                </c:pt>
                <c:pt idx="666">
                  <c:v>1.0660000000000001</c:v>
                </c:pt>
                <c:pt idx="667">
                  <c:v>1.0669999999999999</c:v>
                </c:pt>
                <c:pt idx="668">
                  <c:v>1.0680000000000001</c:v>
                </c:pt>
                <c:pt idx="669">
                  <c:v>1.069</c:v>
                </c:pt>
                <c:pt idx="670">
                  <c:v>1.07</c:v>
                </c:pt>
                <c:pt idx="671">
                  <c:v>1.071</c:v>
                </c:pt>
                <c:pt idx="672">
                  <c:v>1.0720000000000001</c:v>
                </c:pt>
                <c:pt idx="673">
                  <c:v>1.073</c:v>
                </c:pt>
                <c:pt idx="674">
                  <c:v>1.0740000000000001</c:v>
                </c:pt>
                <c:pt idx="675">
                  <c:v>1.075</c:v>
                </c:pt>
                <c:pt idx="676">
                  <c:v>1.0760000000000001</c:v>
                </c:pt>
                <c:pt idx="677">
                  <c:v>1.077</c:v>
                </c:pt>
                <c:pt idx="678">
                  <c:v>1.0780000000000001</c:v>
                </c:pt>
                <c:pt idx="679">
                  <c:v>1.079</c:v>
                </c:pt>
                <c:pt idx="680">
                  <c:v>1.08</c:v>
                </c:pt>
                <c:pt idx="681">
                  <c:v>1.081</c:v>
                </c:pt>
                <c:pt idx="682">
                  <c:v>1.0820000000000001</c:v>
                </c:pt>
                <c:pt idx="683">
                  <c:v>1.083</c:v>
                </c:pt>
                <c:pt idx="684">
                  <c:v>1.0840000000000001</c:v>
                </c:pt>
                <c:pt idx="685">
                  <c:v>1.085</c:v>
                </c:pt>
                <c:pt idx="686">
                  <c:v>1.0860000000000001</c:v>
                </c:pt>
                <c:pt idx="687">
                  <c:v>1.087</c:v>
                </c:pt>
                <c:pt idx="688">
                  <c:v>1.0880000000000001</c:v>
                </c:pt>
                <c:pt idx="689">
                  <c:v>1.089</c:v>
                </c:pt>
                <c:pt idx="690">
                  <c:v>1.0900000000000001</c:v>
                </c:pt>
                <c:pt idx="691">
                  <c:v>1.091</c:v>
                </c:pt>
                <c:pt idx="692">
                  <c:v>1.0920000000000001</c:v>
                </c:pt>
                <c:pt idx="693">
                  <c:v>1.093</c:v>
                </c:pt>
                <c:pt idx="694">
                  <c:v>1.0940000000000001</c:v>
                </c:pt>
                <c:pt idx="695">
                  <c:v>1.095</c:v>
                </c:pt>
                <c:pt idx="696">
                  <c:v>1.0960000000000001</c:v>
                </c:pt>
                <c:pt idx="697">
                  <c:v>1.097</c:v>
                </c:pt>
                <c:pt idx="698">
                  <c:v>1.0980000000000001</c:v>
                </c:pt>
                <c:pt idx="699">
                  <c:v>1.099</c:v>
                </c:pt>
                <c:pt idx="700">
                  <c:v>1.1000000000000001</c:v>
                </c:pt>
                <c:pt idx="701">
                  <c:v>1.101</c:v>
                </c:pt>
                <c:pt idx="702">
                  <c:v>1.1020000000000001</c:v>
                </c:pt>
                <c:pt idx="703">
                  <c:v>1.103</c:v>
                </c:pt>
                <c:pt idx="704">
                  <c:v>1.1040000000000001</c:v>
                </c:pt>
                <c:pt idx="705">
                  <c:v>1.105</c:v>
                </c:pt>
                <c:pt idx="706">
                  <c:v>1.1060000000000001</c:v>
                </c:pt>
                <c:pt idx="707">
                  <c:v>1.107</c:v>
                </c:pt>
                <c:pt idx="708">
                  <c:v>1.1080000000000001</c:v>
                </c:pt>
                <c:pt idx="709">
                  <c:v>1.109</c:v>
                </c:pt>
                <c:pt idx="710">
                  <c:v>1.1100000000000001</c:v>
                </c:pt>
                <c:pt idx="711">
                  <c:v>1.111</c:v>
                </c:pt>
                <c:pt idx="712">
                  <c:v>1.1120000000000001</c:v>
                </c:pt>
                <c:pt idx="713">
                  <c:v>1.113</c:v>
                </c:pt>
                <c:pt idx="714">
                  <c:v>1.1140000000000001</c:v>
                </c:pt>
                <c:pt idx="715">
                  <c:v>1.115</c:v>
                </c:pt>
                <c:pt idx="716">
                  <c:v>1.1160000000000001</c:v>
                </c:pt>
                <c:pt idx="717">
                  <c:v>1.117</c:v>
                </c:pt>
                <c:pt idx="718">
                  <c:v>1.1180000000000001</c:v>
                </c:pt>
                <c:pt idx="719">
                  <c:v>1.119</c:v>
                </c:pt>
                <c:pt idx="720">
                  <c:v>1.1200000000000001</c:v>
                </c:pt>
                <c:pt idx="721">
                  <c:v>1.121</c:v>
                </c:pt>
                <c:pt idx="722">
                  <c:v>1.1220000000000001</c:v>
                </c:pt>
                <c:pt idx="723">
                  <c:v>1.123</c:v>
                </c:pt>
                <c:pt idx="724">
                  <c:v>1.1240000000000001</c:v>
                </c:pt>
                <c:pt idx="725">
                  <c:v>1.125</c:v>
                </c:pt>
                <c:pt idx="726">
                  <c:v>1.1259999999999999</c:v>
                </c:pt>
                <c:pt idx="727">
                  <c:v>1.127</c:v>
                </c:pt>
                <c:pt idx="728">
                  <c:v>1.1279999999999999</c:v>
                </c:pt>
                <c:pt idx="729">
                  <c:v>1.129</c:v>
                </c:pt>
                <c:pt idx="730">
                  <c:v>1.1299999999999999</c:v>
                </c:pt>
                <c:pt idx="731">
                  <c:v>1.131</c:v>
                </c:pt>
                <c:pt idx="732">
                  <c:v>1.1319999999999999</c:v>
                </c:pt>
                <c:pt idx="733">
                  <c:v>1.133</c:v>
                </c:pt>
                <c:pt idx="734">
                  <c:v>1.1339999999999999</c:v>
                </c:pt>
                <c:pt idx="735">
                  <c:v>1.135</c:v>
                </c:pt>
                <c:pt idx="736">
                  <c:v>1.1359999999999999</c:v>
                </c:pt>
                <c:pt idx="737">
                  <c:v>1.137</c:v>
                </c:pt>
                <c:pt idx="738">
                  <c:v>1.1379999999999999</c:v>
                </c:pt>
                <c:pt idx="739">
                  <c:v>1.139</c:v>
                </c:pt>
                <c:pt idx="740">
                  <c:v>1.1399999999999999</c:v>
                </c:pt>
                <c:pt idx="741">
                  <c:v>1.141</c:v>
                </c:pt>
                <c:pt idx="742">
                  <c:v>1.1419999999999999</c:v>
                </c:pt>
                <c:pt idx="743">
                  <c:v>1.143</c:v>
                </c:pt>
                <c:pt idx="744">
                  <c:v>1.1439999999999999</c:v>
                </c:pt>
                <c:pt idx="745">
                  <c:v>1.145</c:v>
                </c:pt>
                <c:pt idx="746">
                  <c:v>1.1459999999999999</c:v>
                </c:pt>
                <c:pt idx="747">
                  <c:v>1.147</c:v>
                </c:pt>
                <c:pt idx="748">
                  <c:v>1.1479999999999999</c:v>
                </c:pt>
                <c:pt idx="749">
                  <c:v>1.149</c:v>
                </c:pt>
                <c:pt idx="750">
                  <c:v>1.1499999999999999</c:v>
                </c:pt>
                <c:pt idx="751">
                  <c:v>1.151</c:v>
                </c:pt>
                <c:pt idx="752">
                  <c:v>1.1519999999999999</c:v>
                </c:pt>
                <c:pt idx="753">
                  <c:v>1.153</c:v>
                </c:pt>
                <c:pt idx="754">
                  <c:v>1.1539999999999999</c:v>
                </c:pt>
                <c:pt idx="755">
                  <c:v>1.155</c:v>
                </c:pt>
                <c:pt idx="756">
                  <c:v>1.1559999999999999</c:v>
                </c:pt>
                <c:pt idx="757">
                  <c:v>1.157</c:v>
                </c:pt>
                <c:pt idx="758">
                  <c:v>1.1579999999999999</c:v>
                </c:pt>
                <c:pt idx="759">
                  <c:v>1.159</c:v>
                </c:pt>
                <c:pt idx="760">
                  <c:v>1.1599999999999999</c:v>
                </c:pt>
                <c:pt idx="761">
                  <c:v>1.161</c:v>
                </c:pt>
                <c:pt idx="762">
                  <c:v>1.1619999999999999</c:v>
                </c:pt>
                <c:pt idx="763">
                  <c:v>1.163</c:v>
                </c:pt>
                <c:pt idx="764">
                  <c:v>1.1639999999999999</c:v>
                </c:pt>
                <c:pt idx="765">
                  <c:v>1.165</c:v>
                </c:pt>
                <c:pt idx="766">
                  <c:v>1.1659999999999999</c:v>
                </c:pt>
                <c:pt idx="767">
                  <c:v>1.167</c:v>
                </c:pt>
                <c:pt idx="768">
                  <c:v>1.1679999999999999</c:v>
                </c:pt>
                <c:pt idx="769">
                  <c:v>1.169</c:v>
                </c:pt>
                <c:pt idx="770">
                  <c:v>1.17</c:v>
                </c:pt>
                <c:pt idx="771">
                  <c:v>1.171</c:v>
                </c:pt>
                <c:pt idx="772">
                  <c:v>1.1719999999999999</c:v>
                </c:pt>
                <c:pt idx="773">
                  <c:v>1.173</c:v>
                </c:pt>
                <c:pt idx="774">
                  <c:v>1.1739999999999999</c:v>
                </c:pt>
                <c:pt idx="775">
                  <c:v>1.175</c:v>
                </c:pt>
                <c:pt idx="776">
                  <c:v>1.1759999999999999</c:v>
                </c:pt>
                <c:pt idx="777">
                  <c:v>1.177</c:v>
                </c:pt>
                <c:pt idx="778">
                  <c:v>1.1779999999999999</c:v>
                </c:pt>
                <c:pt idx="779">
                  <c:v>1.179</c:v>
                </c:pt>
                <c:pt idx="780">
                  <c:v>1.18</c:v>
                </c:pt>
                <c:pt idx="781">
                  <c:v>1.181</c:v>
                </c:pt>
                <c:pt idx="782">
                  <c:v>1.1819999999999999</c:v>
                </c:pt>
                <c:pt idx="783">
                  <c:v>1.1830000000000001</c:v>
                </c:pt>
                <c:pt idx="784">
                  <c:v>1.1839999999999999</c:v>
                </c:pt>
                <c:pt idx="785">
                  <c:v>1.1850000000000001</c:v>
                </c:pt>
                <c:pt idx="786">
                  <c:v>1.1859999999999999</c:v>
                </c:pt>
                <c:pt idx="787">
                  <c:v>1.1870000000000001</c:v>
                </c:pt>
                <c:pt idx="788">
                  <c:v>1.1879999999999999</c:v>
                </c:pt>
                <c:pt idx="789">
                  <c:v>1.1890000000000001</c:v>
                </c:pt>
                <c:pt idx="790">
                  <c:v>1.19</c:v>
                </c:pt>
                <c:pt idx="791">
                  <c:v>1.1910000000000001</c:v>
                </c:pt>
                <c:pt idx="792">
                  <c:v>1.1919999999999999</c:v>
                </c:pt>
                <c:pt idx="793">
                  <c:v>1.1930000000000001</c:v>
                </c:pt>
                <c:pt idx="794">
                  <c:v>1.194</c:v>
                </c:pt>
                <c:pt idx="795">
                  <c:v>1.1950000000000001</c:v>
                </c:pt>
                <c:pt idx="796">
                  <c:v>1.196</c:v>
                </c:pt>
                <c:pt idx="797">
                  <c:v>1.1970000000000001</c:v>
                </c:pt>
                <c:pt idx="798">
                  <c:v>1.198</c:v>
                </c:pt>
                <c:pt idx="799">
                  <c:v>1.1990000000000001</c:v>
                </c:pt>
                <c:pt idx="800">
                  <c:v>1.2</c:v>
                </c:pt>
              </c:numCache>
            </c:numRef>
          </c:xVal>
          <c:yVal>
            <c:numRef>
              <c:f>'Chart Data'!$B$2:$B$802</c:f>
              <c:numCache>
                <c:formatCode>0</c:formatCode>
                <c:ptCount val="801"/>
                <c:pt idx="0">
                  <c:v>-0.332203854691</c:v>
                </c:pt>
                <c:pt idx="1">
                  <c:v>-0.26115832754500001</c:v>
                </c:pt>
                <c:pt idx="2">
                  <c:v>-0.19625249308699999</c:v>
                </c:pt>
                <c:pt idx="3">
                  <c:v>-0.137056465318</c:v>
                </c:pt>
                <c:pt idx="4">
                  <c:v>-8.3167686129300006E-2</c:v>
                </c:pt>
                <c:pt idx="5">
                  <c:v>-3.4209282224100003E-2</c:v>
                </c:pt>
                <c:pt idx="6">
                  <c:v>0.17766311966600001</c:v>
                </c:pt>
                <c:pt idx="7">
                  <c:v>0.368950612751</c:v>
                </c:pt>
                <c:pt idx="8">
                  <c:v>0.54115711959400004</c:v>
                </c:pt>
                <c:pt idx="9">
                  <c:v>0.69568883104599999</c:v>
                </c:pt>
                <c:pt idx="10">
                  <c:v>0.83386016193099999</c:v>
                </c:pt>
                <c:pt idx="11">
                  <c:v>1.02704449553</c:v>
                </c:pt>
                <c:pt idx="12">
                  <c:v>1.19940201291</c:v>
                </c:pt>
                <c:pt idx="13">
                  <c:v>1.43624140889</c:v>
                </c:pt>
                <c:pt idx="14">
                  <c:v>1.6471263571000001</c:v>
                </c:pt>
                <c:pt idx="15">
                  <c:v>1.8340251453800001</c:v>
                </c:pt>
                <c:pt idx="16">
                  <c:v>1.9987758069899999</c:v>
                </c:pt>
                <c:pt idx="17">
                  <c:v>2.14309414402</c:v>
                </c:pt>
                <c:pt idx="18">
                  <c:v>2.2685812781100001</c:v>
                </c:pt>
                <c:pt idx="19">
                  <c:v>2.47594892493</c:v>
                </c:pt>
                <c:pt idx="20">
                  <c:v>2.6576937156199998</c:v>
                </c:pt>
                <c:pt idx="21">
                  <c:v>2.8158216947999999</c:v>
                </c:pt>
                <c:pt idx="22">
                  <c:v>2.9522041808999999</c:v>
                </c:pt>
                <c:pt idx="23">
                  <c:v>3.06858613605</c:v>
                </c:pt>
                <c:pt idx="24">
                  <c:v>3.2637211270800002</c:v>
                </c:pt>
                <c:pt idx="25">
                  <c:v>3.26752085072</c:v>
                </c:pt>
                <c:pt idx="26">
                  <c:v>3.26318695894</c:v>
                </c:pt>
                <c:pt idx="27">
                  <c:v>3.2515037760299998</c:v>
                </c:pt>
                <c:pt idx="28">
                  <c:v>3.2331984687699999</c:v>
                </c:pt>
                <c:pt idx="29">
                  <c:v>3.2089447560600002</c:v>
                </c:pt>
                <c:pt idx="30">
                  <c:v>3.17936639264</c:v>
                </c:pt>
                <c:pt idx="31">
                  <c:v>3.1450404401999998</c:v>
                </c:pt>
                <c:pt idx="32">
                  <c:v>3.10650033822</c:v>
                </c:pt>
                <c:pt idx="33">
                  <c:v>3.2394535366200001</c:v>
                </c:pt>
                <c:pt idx="34">
                  <c:v>3.1870465697000001</c:v>
                </c:pt>
                <c:pt idx="35">
                  <c:v>3.1320461747800001</c:v>
                </c:pt>
                <c:pt idx="36">
                  <c:v>3.0748299714099998</c:v>
                </c:pt>
                <c:pt idx="37">
                  <c:v>3.0157449143199999</c:v>
                </c:pt>
                <c:pt idx="38">
                  <c:v>2.9551093863600002</c:v>
                </c:pt>
                <c:pt idx="39">
                  <c:v>2.98596840539</c:v>
                </c:pt>
                <c:pt idx="40">
                  <c:v>2.9194411485399998</c:v>
                </c:pt>
                <c:pt idx="41">
                  <c:v>2.8523007049100002</c:v>
                </c:pt>
                <c:pt idx="42">
                  <c:v>2.7847651251099999</c:v>
                </c:pt>
                <c:pt idx="43">
                  <c:v>2.7170326493700001</c:v>
                </c:pt>
                <c:pt idx="44">
                  <c:v>2.6492831211799999</c:v>
                </c:pt>
                <c:pt idx="45">
                  <c:v>2.5816793102200002</c:v>
                </c:pt>
                <c:pt idx="46">
                  <c:v>2.5456503591300002</c:v>
                </c:pt>
                <c:pt idx="47">
                  <c:v>2.5069950109399999</c:v>
                </c:pt>
                <c:pt idx="48">
                  <c:v>2.4660551447899999</c:v>
                </c:pt>
                <c:pt idx="49">
                  <c:v>2.4231455396000001</c:v>
                </c:pt>
                <c:pt idx="50">
                  <c:v>2.3785557042900001</c:v>
                </c:pt>
                <c:pt idx="51">
                  <c:v>2.3325515938899999</c:v>
                </c:pt>
                <c:pt idx="52">
                  <c:v>2.2853772184199999</c:v>
                </c:pt>
                <c:pt idx="53">
                  <c:v>2.23725615084</c:v>
                </c:pt>
                <c:pt idx="54">
                  <c:v>2.1883929401</c:v>
                </c:pt>
                <c:pt idx="55">
                  <c:v>2.1389744349700002</c:v>
                </c:pt>
                <c:pt idx="56">
                  <c:v>2.0891710240300001</c:v>
                </c:pt>
                <c:pt idx="57">
                  <c:v>2.0169793288000002</c:v>
                </c:pt>
                <c:pt idx="58">
                  <c:v>1.9677270659699999</c:v>
                </c:pt>
                <c:pt idx="59">
                  <c:v>1.91848140097</c:v>
                </c:pt>
                <c:pt idx="60">
                  <c:v>1.8693588401400001</c:v>
                </c:pt>
                <c:pt idx="61">
                  <c:v>1.8204645099900001</c:v>
                </c:pt>
                <c:pt idx="62">
                  <c:v>1.77189299002</c:v>
                </c:pt>
                <c:pt idx="63">
                  <c:v>1.7237290915100001</c:v>
                </c:pt>
                <c:pt idx="64">
                  <c:v>1.67604858529</c:v>
                </c:pt>
                <c:pt idx="65">
                  <c:v>1.62891888189</c:v>
                </c:pt>
                <c:pt idx="66">
                  <c:v>1.58239966674</c:v>
                </c:pt>
                <c:pt idx="67">
                  <c:v>1.53654349337</c:v>
                </c:pt>
                <c:pt idx="68">
                  <c:v>1.4913963370800001</c:v>
                </c:pt>
                <c:pt idx="69">
                  <c:v>1.4469981116099999</c:v>
                </c:pt>
                <c:pt idx="70">
                  <c:v>1.4033831510000001</c:v>
                </c:pt>
                <c:pt idx="71">
                  <c:v>1.36058065896</c:v>
                </c:pt>
                <c:pt idx="72">
                  <c:v>1.31861512754</c:v>
                </c:pt>
                <c:pt idx="73">
                  <c:v>1.27750672734</c:v>
                </c:pt>
                <c:pt idx="74">
                  <c:v>1.2372716707</c:v>
                </c:pt>
                <c:pt idx="75">
                  <c:v>1.1979225498499999</c:v>
                </c:pt>
                <c:pt idx="76">
                  <c:v>1.2019076070400001</c:v>
                </c:pt>
                <c:pt idx="77">
                  <c:v>1.1626891242199999</c:v>
                </c:pt>
                <c:pt idx="78">
                  <c:v>0.97981577884600002</c:v>
                </c:pt>
                <c:pt idx="79">
                  <c:v>0.94820707839399998</c:v>
                </c:pt>
                <c:pt idx="80">
                  <c:v>0.917350967495</c:v>
                </c:pt>
                <c:pt idx="81">
                  <c:v>0.88724922117299998</c:v>
                </c:pt>
                <c:pt idx="82">
                  <c:v>0.85790165122899997</c:v>
                </c:pt>
                <c:pt idx="83">
                  <c:v>0.872191476563</c:v>
                </c:pt>
                <c:pt idx="84">
                  <c:v>0.84266116607200003</c:v>
                </c:pt>
                <c:pt idx="85">
                  <c:v>0.81393670841700005</c:v>
                </c:pt>
                <c:pt idx="86">
                  <c:v>0.78600973966800003</c:v>
                </c:pt>
                <c:pt idx="87">
                  <c:v>0.79015300408199995</c:v>
                </c:pt>
                <c:pt idx="88">
                  <c:v>0.38642535011500001</c:v>
                </c:pt>
                <c:pt idx="89">
                  <c:v>2.01983227372E-2</c:v>
                </c:pt>
                <c:pt idx="90">
                  <c:v>-0.31122563823499999</c:v>
                </c:pt>
                <c:pt idx="91">
                  <c:v>-0.61037016769100005</c:v>
                </c:pt>
                <c:pt idx="92">
                  <c:v>-0.87959552376200001</c:v>
                </c:pt>
                <c:pt idx="93">
                  <c:v>-1.12110852114</c:v>
                </c:pt>
                <c:pt idx="94">
                  <c:v>-1.38246006939</c:v>
                </c:pt>
                <c:pt idx="95">
                  <c:v>-1.57281544949</c:v>
                </c:pt>
                <c:pt idx="96">
                  <c:v>-1.74131507</c:v>
                </c:pt>
                <c:pt idx="97">
                  <c:v>-1.8896379934500001</c:v>
                </c:pt>
                <c:pt idx="98">
                  <c:v>-2.01935149013</c:v>
                </c:pt>
                <c:pt idx="99">
                  <c:v>-2.1319179486199999</c:v>
                </c:pt>
                <c:pt idx="100">
                  <c:v>-2.2287013782699998</c:v>
                </c:pt>
                <c:pt idx="101">
                  <c:v>-2.3109735267699998</c:v>
                </c:pt>
                <c:pt idx="102">
                  <c:v>-2.3799196351299998</c:v>
                </c:pt>
                <c:pt idx="103">
                  <c:v>-2.4366438506499999</c:v>
                </c:pt>
                <c:pt idx="104">
                  <c:v>-2.4821743177500002</c:v>
                </c:pt>
                <c:pt idx="105">
                  <c:v>-2.6361091407599999</c:v>
                </c:pt>
                <c:pt idx="106">
                  <c:v>-2.6573985334799999</c:v>
                </c:pt>
                <c:pt idx="107">
                  <c:v>-2.6703411667700001</c:v>
                </c:pt>
                <c:pt idx="108">
                  <c:v>-2.6757005548400001</c:v>
                </c:pt>
                <c:pt idx="109">
                  <c:v>-2.6741855912100001</c:v>
                </c:pt>
                <c:pt idx="110">
                  <c:v>-2.7161407295700002</c:v>
                </c:pt>
                <c:pt idx="111">
                  <c:v>-2.7008519929000001</c:v>
                </c:pt>
                <c:pt idx="112">
                  <c:v>-2.7399081558499998</c:v>
                </c:pt>
                <c:pt idx="113">
                  <c:v>-2.7128734246100001</c:v>
                </c:pt>
                <c:pt idx="114">
                  <c:v>-2.6819586314800001</c:v>
                </c:pt>
                <c:pt idx="115">
                  <c:v>-2.64760654613</c:v>
                </c:pt>
                <c:pt idx="116">
                  <c:v>-2.61022597897</c:v>
                </c:pt>
                <c:pt idx="117">
                  <c:v>-2.5701940404100001</c:v>
                </c:pt>
                <c:pt idx="118">
                  <c:v>-2.5981385473700001</c:v>
                </c:pt>
                <c:pt idx="119">
                  <c:v>-2.5510597809600002</c:v>
                </c:pt>
                <c:pt idx="120">
                  <c:v>-2.5023932797200001</c:v>
                </c:pt>
                <c:pt idx="121">
                  <c:v>-2.6997652536999999</c:v>
                </c:pt>
                <c:pt idx="122">
                  <c:v>-2.8719332230000001</c:v>
                </c:pt>
                <c:pt idx="123">
                  <c:v>-2.9655734673900001</c:v>
                </c:pt>
                <c:pt idx="124">
                  <c:v>-3.0953377460999998</c:v>
                </c:pt>
                <c:pt idx="125">
                  <c:v>-3.2053908464899998</c:v>
                </c:pt>
                <c:pt idx="126">
                  <c:v>-3.29734676628</c:v>
                </c:pt>
                <c:pt idx="127">
                  <c:v>-3.3727089563999999</c:v>
                </c:pt>
                <c:pt idx="128">
                  <c:v>-3.4328772648400001</c:v>
                </c:pt>
                <c:pt idx="129">
                  <c:v>-3.4791544661299998</c:v>
                </c:pt>
                <c:pt idx="130">
                  <c:v>-3.5127524003900001</c:v>
                </c:pt>
                <c:pt idx="131">
                  <c:v>-3.5347977443800001</c:v>
                </c:pt>
                <c:pt idx="132">
                  <c:v>-3.54633743607</c:v>
                </c:pt>
                <c:pt idx="133">
                  <c:v>-3.54834377249</c:v>
                </c:pt>
                <c:pt idx="134">
                  <c:v>-3.5417192001300002</c:v>
                </c:pt>
                <c:pt idx="135">
                  <c:v>-3.5273008155599999</c:v>
                </c:pt>
                <c:pt idx="136">
                  <c:v>-3.5058645932000001</c:v>
                </c:pt>
                <c:pt idx="137">
                  <c:v>-3.4781293561500002</c:v>
                </c:pt>
                <c:pt idx="138">
                  <c:v>-3.4447605050800001</c:v>
                </c:pt>
                <c:pt idx="139">
                  <c:v>-3.4063735193700002</c:v>
                </c:pt>
                <c:pt idx="140">
                  <c:v>-3.3635372437600002</c:v>
                </c:pt>
                <c:pt idx="141">
                  <c:v>-3.3167769732000001</c:v>
                </c:pt>
                <c:pt idx="142">
                  <c:v>-3.2665773477200002</c:v>
                </c:pt>
                <c:pt idx="143">
                  <c:v>-3.2133850684900001</c:v>
                </c:pt>
                <c:pt idx="144">
                  <c:v>-3.1576114456700002</c:v>
                </c:pt>
                <c:pt idx="145">
                  <c:v>-3.1217932559500001</c:v>
                </c:pt>
                <c:pt idx="146">
                  <c:v>-3.0610912080200001</c:v>
                </c:pt>
                <c:pt idx="147">
                  <c:v>-2.9988847069400002</c:v>
                </c:pt>
                <c:pt idx="148">
                  <c:v>-3.1584717178699999</c:v>
                </c:pt>
                <c:pt idx="149">
                  <c:v>-3.2953593737700002</c:v>
                </c:pt>
                <c:pt idx="150">
                  <c:v>-3.41138220713</c:v>
                </c:pt>
                <c:pt idx="151">
                  <c:v>-3.5082498000100002</c:v>
                </c:pt>
                <c:pt idx="152">
                  <c:v>-3.5875546083100001</c:v>
                </c:pt>
                <c:pt idx="153">
                  <c:v>-3.6507793199899998</c:v>
                </c:pt>
                <c:pt idx="154">
                  <c:v>-3.6993037742200001</c:v>
                </c:pt>
                <c:pt idx="155">
                  <c:v>-3.7344114666900001</c:v>
                </c:pt>
                <c:pt idx="156">
                  <c:v>-3.75729566502</c:v>
                </c:pt>
                <c:pt idx="157">
                  <c:v>-3.76906515683</c:v>
                </c:pt>
                <c:pt idx="158">
                  <c:v>-3.7707496517400001</c:v>
                </c:pt>
                <c:pt idx="159">
                  <c:v>-3.97938200875</c:v>
                </c:pt>
                <c:pt idx="160">
                  <c:v>-4.1586951371499996</c:v>
                </c:pt>
                <c:pt idx="161">
                  <c:v>-4.31105262181</c:v>
                </c:pt>
                <c:pt idx="162">
                  <c:v>-4.4386572385700003</c:v>
                </c:pt>
                <c:pt idx="163">
                  <c:v>-4.5435610178600001</c:v>
                </c:pt>
                <c:pt idx="164">
                  <c:v>-4.6276747091199999</c:v>
                </c:pt>
                <c:pt idx="165">
                  <c:v>-4.6927766805699997</c:v>
                </c:pt>
                <c:pt idx="166">
                  <c:v>-4.74052128703</c:v>
                </c:pt>
                <c:pt idx="167">
                  <c:v>-4.77244673632</c:v>
                </c:pt>
                <c:pt idx="168">
                  <c:v>-4.7899824834100002</c:v>
                </c:pt>
                <c:pt idx="169">
                  <c:v>-4.79445617951</c:v>
                </c:pt>
                <c:pt idx="170">
                  <c:v>-4.7871002021300004</c:v>
                </c:pt>
                <c:pt idx="171">
                  <c:v>-4.7690577902499998</c:v>
                </c:pt>
                <c:pt idx="172">
                  <c:v>-4.9887481681599999</c:v>
                </c:pt>
                <c:pt idx="173">
                  <c:v>-5.1756661605699996</c:v>
                </c:pt>
                <c:pt idx="174">
                  <c:v>-5.3324858749399997</c:v>
                </c:pt>
                <c:pt idx="175">
                  <c:v>-5.46169853461</c:v>
                </c:pt>
                <c:pt idx="176">
                  <c:v>-5.5656239569499997</c:v>
                </c:pt>
                <c:pt idx="177">
                  <c:v>-5.7063345272000001</c:v>
                </c:pt>
                <c:pt idx="178">
                  <c:v>-5.8200818056600001</c:v>
                </c:pt>
                <c:pt idx="179">
                  <c:v>-5.7049918415</c:v>
                </c:pt>
                <c:pt idx="180">
                  <c:v>-5.5872844185500004</c:v>
                </c:pt>
                <c:pt idx="181">
                  <c:v>-5.4674885961699999</c:v>
                </c:pt>
                <c:pt idx="182">
                  <c:v>-5.34608805449</c:v>
                </c:pt>
                <c:pt idx="183">
                  <c:v>-5.2235242623099998</c:v>
                </c:pt>
                <c:pt idx="184">
                  <c:v>-5.1607425856800004</c:v>
                </c:pt>
                <c:pt idx="185">
                  <c:v>-5.0916601929900001</c:v>
                </c:pt>
                <c:pt idx="186">
                  <c:v>-5.1701438224</c:v>
                </c:pt>
                <c:pt idx="187">
                  <c:v>-4.9206931105000002</c:v>
                </c:pt>
                <c:pt idx="188">
                  <c:v>-4.9538329161599997</c:v>
                </c:pt>
                <c:pt idx="189">
                  <c:v>-4.9720360187699999</c:v>
                </c:pt>
                <c:pt idx="190">
                  <c:v>-4.97668053623</c:v>
                </c:pt>
                <c:pt idx="191">
                  <c:v>-4.9690456911899998</c:v>
                </c:pt>
                <c:pt idx="192">
                  <c:v>-4.95031817951</c:v>
                </c:pt>
                <c:pt idx="193">
                  <c:v>-4.9215981526599997</c:v>
                </c:pt>
                <c:pt idx="194">
                  <c:v>-4.8839048367500002</c:v>
                </c:pt>
                <c:pt idx="195">
                  <c:v>-4.7739638801300002</c:v>
                </c:pt>
                <c:pt idx="196">
                  <c:v>-4.6631299861400004</c:v>
                </c:pt>
                <c:pt idx="197">
                  <c:v>-4.5517517550899997</c:v>
                </c:pt>
                <c:pt idx="198">
                  <c:v>-4.4401459082999999</c:v>
                </c:pt>
                <c:pt idx="199">
                  <c:v>-4.3285995684899996</c:v>
                </c:pt>
                <c:pt idx="200">
                  <c:v>-4.2173723934799998</c:v>
                </c:pt>
                <c:pt idx="201">
                  <c:v>-4.10669857226</c:v>
                </c:pt>
                <c:pt idx="202">
                  <c:v>-3.9967886915499999</c:v>
                </c:pt>
                <c:pt idx="203">
                  <c:v>-3.8878314810600001</c:v>
                </c:pt>
                <c:pt idx="204">
                  <c:v>-3.7799954444699999</c:v>
                </c:pt>
                <c:pt idx="205">
                  <c:v>-3.6734303834399999</c:v>
                </c:pt>
                <c:pt idx="206">
                  <c:v>-3.4320593931699999</c:v>
                </c:pt>
                <c:pt idx="207">
                  <c:v>-3.2054944993499999</c:v>
                </c:pt>
                <c:pt idx="208">
                  <c:v>-2.99286561585</c:v>
                </c:pt>
                <c:pt idx="209">
                  <c:v>-2.7933523084199998</c:v>
                </c:pt>
                <c:pt idx="210">
                  <c:v>-2.6061810211699998</c:v>
                </c:pt>
                <c:pt idx="211">
                  <c:v>-2.3604773181300001</c:v>
                </c:pt>
                <c:pt idx="212">
                  <c:v>-2.1325408556099998</c:v>
                </c:pt>
                <c:pt idx="213">
                  <c:v>-1.8374862942900001</c:v>
                </c:pt>
                <c:pt idx="214">
                  <c:v>-1.56613929884</c:v>
                </c:pt>
                <c:pt idx="215">
                  <c:v>-1.3168892136399999</c:v>
                </c:pt>
                <c:pt idx="216">
                  <c:v>-1.08822609821</c:v>
                </c:pt>
                <c:pt idx="217">
                  <c:v>-0.87873473433399996</c:v>
                </c:pt>
                <c:pt idx="218">
                  <c:v>-0.68708897831799998</c:v>
                </c:pt>
                <c:pt idx="219">
                  <c:v>-0.41282826909699999</c:v>
                </c:pt>
                <c:pt idx="220">
                  <c:v>1.1529773712100001E-2</c:v>
                </c:pt>
                <c:pt idx="221">
                  <c:v>0.230474653324</c:v>
                </c:pt>
                <c:pt idx="222">
                  <c:v>0.42803597301099999</c:v>
                </c:pt>
                <c:pt idx="223">
                  <c:v>0.60577873430899998</c:v>
                </c:pt>
                <c:pt idx="224">
                  <c:v>0.68707848590099996</c:v>
                </c:pt>
                <c:pt idx="225">
                  <c:v>0.75900727960799996</c:v>
                </c:pt>
                <c:pt idx="226">
                  <c:v>0.82228579237699995</c:v>
                </c:pt>
                <c:pt idx="227">
                  <c:v>0.87758669496300001</c:v>
                </c:pt>
                <c:pt idx="228">
                  <c:v>0.92553762033800002</c:v>
                </c:pt>
                <c:pt idx="229">
                  <c:v>0.96672395672199996</c:v>
                </c:pt>
                <c:pt idx="230">
                  <c:v>1.0016914753299999</c:v>
                </c:pt>
                <c:pt idx="231">
                  <c:v>1.03094880225</c:v>
                </c:pt>
                <c:pt idx="232">
                  <c:v>1.0549697435000001</c:v>
                </c:pt>
                <c:pt idx="233">
                  <c:v>1.0741954716</c:v>
                </c:pt>
                <c:pt idx="234">
                  <c:v>1.0890365816900001</c:v>
                </c:pt>
                <c:pt idx="235">
                  <c:v>1.09987502473</c:v>
                </c:pt>
                <c:pt idx="236">
                  <c:v>1.1070659248700001</c:v>
                </c:pt>
                <c:pt idx="237">
                  <c:v>1.1109392876599999</c:v>
                </c:pt>
                <c:pt idx="238">
                  <c:v>1.11180160546</c:v>
                </c:pt>
                <c:pt idx="239">
                  <c:v>1.109937366</c:v>
                </c:pt>
                <c:pt idx="240">
                  <c:v>1.14623808789</c:v>
                </c:pt>
                <c:pt idx="241">
                  <c:v>1.17635793294</c:v>
                </c:pt>
                <c:pt idx="242">
                  <c:v>1.2008134472100001</c:v>
                </c:pt>
                <c:pt idx="243">
                  <c:v>1.0374951278</c:v>
                </c:pt>
                <c:pt idx="244">
                  <c:v>0.88725084756299999</c:v>
                </c:pt>
                <c:pt idx="245">
                  <c:v>0.74919381356500003</c:v>
                </c:pt>
                <c:pt idx="246">
                  <c:v>0.622492634175</c:v>
                </c:pt>
                <c:pt idx="247">
                  <c:v>0.59163727033199998</c:v>
                </c:pt>
                <c:pt idx="248">
                  <c:v>0.41355271722100001</c:v>
                </c:pt>
                <c:pt idx="249">
                  <c:v>0.25143148630500001</c:v>
                </c:pt>
                <c:pt idx="250">
                  <c:v>0.10414008316700001</c:v>
                </c:pt>
                <c:pt idx="251">
                  <c:v>-2.9382394124899999E-2</c:v>
                </c:pt>
                <c:pt idx="252">
                  <c:v>-0.150128639674</c:v>
                </c:pt>
                <c:pt idx="253">
                  <c:v>-0.25902726940199999</c:v>
                </c:pt>
                <c:pt idx="254">
                  <c:v>-0.35694671010899998</c:v>
                </c:pt>
                <c:pt idx="255">
                  <c:v>-0.44469886162299999</c:v>
                </c:pt>
                <c:pt idx="256">
                  <c:v>-0.52304254488400004</c:v>
                </c:pt>
                <c:pt idx="257">
                  <c:v>-0.592686748165</c:v>
                </c:pt>
                <c:pt idx="258">
                  <c:v>-0.50123740057900001</c:v>
                </c:pt>
                <c:pt idx="259">
                  <c:v>-0.56143410421899997</c:v>
                </c:pt>
                <c:pt idx="260">
                  <c:v>-0.61456692434000004</c:v>
                </c:pt>
                <c:pt idx="261">
                  <c:v>-0.66118169825600004</c:v>
                </c:pt>
                <c:pt idx="262">
                  <c:v>-0.70178782361400005</c:v>
                </c:pt>
                <c:pt idx="263">
                  <c:v>-0.73686051445300005</c:v>
                </c:pt>
                <c:pt idx="264">
                  <c:v>-0.76684292387399999</c:v>
                </c:pt>
                <c:pt idx="265">
                  <c:v>-0.79214814096700004</c:v>
                </c:pt>
                <c:pt idx="266">
                  <c:v>-0.81316106922599996</c:v>
                </c:pt>
                <c:pt idx="267">
                  <c:v>-0.83024019323800002</c:v>
                </c:pt>
                <c:pt idx="268">
                  <c:v>-0.84371924009599997</c:v>
                </c:pt>
                <c:pt idx="269">
                  <c:v>-0.85390874159399999</c:v>
                </c:pt>
                <c:pt idx="270">
                  <c:v>-0.86109750292999998</c:v>
                </c:pt>
                <c:pt idx="271">
                  <c:v>-0.69033923304900002</c:v>
                </c:pt>
                <c:pt idx="272">
                  <c:v>-0.69919147330200004</c:v>
                </c:pt>
                <c:pt idx="273">
                  <c:v>-0.70553823632900003</c:v>
                </c:pt>
                <c:pt idx="274">
                  <c:v>-0.70960285359700004</c:v>
                </c:pt>
                <c:pt idx="275">
                  <c:v>-0.71159283201800005</c:v>
                </c:pt>
                <c:pt idx="276">
                  <c:v>-0.66926191069700003</c:v>
                </c:pt>
                <c:pt idx="277">
                  <c:v>-0.66933291495000002</c:v>
                </c:pt>
                <c:pt idx="278">
                  <c:v>-0.81242656599600005</c:v>
                </c:pt>
                <c:pt idx="279">
                  <c:v>-0.80377813840199996</c:v>
                </c:pt>
                <c:pt idx="280">
                  <c:v>-0.79404087571699999</c:v>
                </c:pt>
                <c:pt idx="281">
                  <c:v>-0.78334155505199998</c:v>
                </c:pt>
                <c:pt idx="282">
                  <c:v>-0.77179717739999998</c:v>
                </c:pt>
                <c:pt idx="283">
                  <c:v>-0.71663043661500003</c:v>
                </c:pt>
                <c:pt idx="284">
                  <c:v>-0.70539466186900002</c:v>
                </c:pt>
                <c:pt idx="285">
                  <c:v>-0.60079703728199996</c:v>
                </c:pt>
                <c:pt idx="286">
                  <c:v>-0.59207147545200001</c:v>
                </c:pt>
                <c:pt idx="287">
                  <c:v>-0.58276797773699995</c:v>
                </c:pt>
                <c:pt idx="288">
                  <c:v>-0.57296367102000001</c:v>
                </c:pt>
                <c:pt idx="289">
                  <c:v>-0.56272953379900004</c:v>
                </c:pt>
                <c:pt idx="290">
                  <c:v>-0.55213081245600004</c:v>
                </c:pt>
                <c:pt idx="291">
                  <c:v>-0.54122741154800003</c:v>
                </c:pt>
                <c:pt idx="292">
                  <c:v>-0.53007425966099997</c:v>
                </c:pt>
                <c:pt idx="293">
                  <c:v>-0.518721652285</c:v>
                </c:pt>
                <c:pt idx="294">
                  <c:v>-0.55270375836600005</c:v>
                </c:pt>
                <c:pt idx="295">
                  <c:v>-0.65669472328599998</c:v>
                </c:pt>
                <c:pt idx="296">
                  <c:v>-0.74922764574900003</c:v>
                </c:pt>
                <c:pt idx="297">
                  <c:v>-0.83117280671600002</c:v>
                </c:pt>
                <c:pt idx="298">
                  <c:v>-0.90334285268600001</c:v>
                </c:pt>
                <c:pt idx="299">
                  <c:v>-0.96649634740299994</c:v>
                </c:pt>
                <c:pt idx="300">
                  <c:v>-1.02134111422</c:v>
                </c:pt>
                <c:pt idx="301">
                  <c:v>-1.0685373810700001</c:v>
                </c:pt>
                <c:pt idx="302">
                  <c:v>-1.1087007393799999</c:v>
                </c:pt>
                <c:pt idx="303">
                  <c:v>-1.1424049275699999</c:v>
                </c:pt>
                <c:pt idx="304">
                  <c:v>-1.1701844492</c:v>
                </c:pt>
                <c:pt idx="305">
                  <c:v>-1.2890197430599999</c:v>
                </c:pt>
                <c:pt idx="306">
                  <c:v>-1.3026209224400001</c:v>
                </c:pt>
                <c:pt idx="307">
                  <c:v>-1.3118294046800001</c:v>
                </c:pt>
                <c:pt idx="308">
                  <c:v>-1.28575909804</c:v>
                </c:pt>
                <c:pt idx="309">
                  <c:v>-1.2591114423100001</c:v>
                </c:pt>
                <c:pt idx="310">
                  <c:v>-1.2816914319899999</c:v>
                </c:pt>
                <c:pt idx="311">
                  <c:v>-1.2522832724999999</c:v>
                </c:pt>
                <c:pt idx="312">
                  <c:v>-1.2820091740599999</c:v>
                </c:pt>
                <c:pt idx="313">
                  <c:v>-1.2499997865600001</c:v>
                </c:pt>
                <c:pt idx="314">
                  <c:v>-1.2180632842500001</c:v>
                </c:pt>
                <c:pt idx="315">
                  <c:v>-1.18626869434</c:v>
                </c:pt>
                <c:pt idx="316">
                  <c:v>-1.1546781377199999</c:v>
                </c:pt>
                <c:pt idx="317">
                  <c:v>-1.1233473383699999</c:v>
                </c:pt>
                <c:pt idx="318">
                  <c:v>-1.16260638643</c:v>
                </c:pt>
                <c:pt idx="319">
                  <c:v>-1.1291799525199999</c:v>
                </c:pt>
                <c:pt idx="320">
                  <c:v>-1.0962486319</c:v>
                </c:pt>
                <c:pt idx="321">
                  <c:v>-1.06384363772</c:v>
                </c:pt>
                <c:pt idx="322">
                  <c:v>-1.0319919609299999</c:v>
                </c:pt>
                <c:pt idx="323">
                  <c:v>-0.94540402282900005</c:v>
                </c:pt>
                <c:pt idx="324">
                  <c:v>-0.91689621072500005</c:v>
                </c:pt>
                <c:pt idx="325">
                  <c:v>-0.88892037469100005</c:v>
                </c:pt>
                <c:pt idx="326">
                  <c:v>-0.86149243297</c:v>
                </c:pt>
                <c:pt idx="327">
                  <c:v>-0.83462548577700002</c:v>
                </c:pt>
                <c:pt idx="328">
                  <c:v>-0.80833005231099997</c:v>
                </c:pt>
                <c:pt idx="329">
                  <c:v>-0.782614291357</c:v>
                </c:pt>
                <c:pt idx="330">
                  <c:v>-0.75748420649199999</c:v>
                </c:pt>
                <c:pt idx="331">
                  <c:v>-0.73294383691099996</c:v>
                </c:pt>
                <c:pt idx="332">
                  <c:v>-0.70899543474600002</c:v>
                </c:pt>
                <c:pt idx="333">
                  <c:v>-0.68563962977899995</c:v>
                </c:pt>
                <c:pt idx="334">
                  <c:v>-0.66287558232400001</c:v>
                </c:pt>
                <c:pt idx="335">
                  <c:v>-0.71339673985100005</c:v>
                </c:pt>
                <c:pt idx="336">
                  <c:v>-0.75741331018799996</c:v>
                </c:pt>
                <c:pt idx="337">
                  <c:v>-0.79543959019800003</c:v>
                </c:pt>
                <c:pt idx="338">
                  <c:v>-0.82795518324100004</c:v>
                </c:pt>
                <c:pt idx="339">
                  <c:v>-0.88418536326300001</c:v>
                </c:pt>
                <c:pt idx="340">
                  <c:v>-0.90586051119199995</c:v>
                </c:pt>
                <c:pt idx="341">
                  <c:v>-0.92331834431799997</c:v>
                </c:pt>
                <c:pt idx="342">
                  <c:v>-0.80758244557100001</c:v>
                </c:pt>
                <c:pt idx="343">
                  <c:v>-0.82273751991499999</c:v>
                </c:pt>
                <c:pt idx="344">
                  <c:v>-0.83449346026500004</c:v>
                </c:pt>
                <c:pt idx="345">
                  <c:v>-0.84314577467499996</c:v>
                </c:pt>
                <c:pt idx="346">
                  <c:v>-0.79747595538799998</c:v>
                </c:pt>
                <c:pt idx="347">
                  <c:v>-0.80274744315699997</c:v>
                </c:pt>
                <c:pt idx="348">
                  <c:v>-0.80560789232800001</c:v>
                </c:pt>
                <c:pt idx="349">
                  <c:v>-0.80627993978400003</c:v>
                </c:pt>
                <c:pt idx="350">
                  <c:v>-0.80497024097100001</c:v>
                </c:pt>
                <c:pt idx="351">
                  <c:v>-0.80187049918999997</c:v>
                </c:pt>
                <c:pt idx="352">
                  <c:v>-0.91455276364899996</c:v>
                </c:pt>
                <c:pt idx="353">
                  <c:v>-1.0143365660000001</c:v>
                </c:pt>
                <c:pt idx="354">
                  <c:v>-1.1022120145300001</c:v>
                </c:pt>
                <c:pt idx="355">
                  <c:v>-1.1791033211199999</c:v>
                </c:pt>
                <c:pt idx="356">
                  <c:v>-1.2458728738</c:v>
                </c:pt>
                <c:pt idx="357">
                  <c:v>-1.30332506881</c:v>
                </c:pt>
                <c:pt idx="358">
                  <c:v>-1.3522099159500001</c:v>
                </c:pt>
                <c:pt idx="359">
                  <c:v>-1.3932264301799999</c:v>
                </c:pt>
                <c:pt idx="360">
                  <c:v>-1.42702582177</c:v>
                </c:pt>
                <c:pt idx="361">
                  <c:v>-1.4542144965599999</c:v>
                </c:pt>
                <c:pt idx="362">
                  <c:v>-1.4753568772900001</c:v>
                </c:pt>
                <c:pt idx="363">
                  <c:v>-1.4909780562899999</c:v>
                </c:pt>
                <c:pt idx="364">
                  <c:v>-1.5015662893299999</c:v>
                </c:pt>
                <c:pt idx="365">
                  <c:v>-1.7305821747500001</c:v>
                </c:pt>
                <c:pt idx="366">
                  <c:v>-1.9336880080300001</c:v>
                </c:pt>
                <c:pt idx="367">
                  <c:v>-2.11286635538</c:v>
                </c:pt>
                <c:pt idx="368">
                  <c:v>-2.22934041191</c:v>
                </c:pt>
                <c:pt idx="369">
                  <c:v>-2.3294278564300002</c:v>
                </c:pt>
                <c:pt idx="370">
                  <c:v>-2.41445001633</c:v>
                </c:pt>
                <c:pt idx="371">
                  <c:v>-2.4856383119299998</c:v>
                </c:pt>
                <c:pt idx="372">
                  <c:v>-2.5441398831900002</c:v>
                </c:pt>
                <c:pt idx="373">
                  <c:v>-2.5910228815399998</c:v>
                </c:pt>
                <c:pt idx="374">
                  <c:v>-2.62728144592</c:v>
                </c:pt>
                <c:pt idx="375">
                  <c:v>-2.6538403813999998</c:v>
                </c:pt>
                <c:pt idx="376">
                  <c:v>-2.6715595574600002</c:v>
                </c:pt>
                <c:pt idx="377">
                  <c:v>-2.7411512223600001</c:v>
                </c:pt>
                <c:pt idx="378">
                  <c:v>-2.79760034733</c:v>
                </c:pt>
                <c:pt idx="379">
                  <c:v>-2.6378540507100001</c:v>
                </c:pt>
                <c:pt idx="380">
                  <c:v>-2.4870353061700001</c:v>
                </c:pt>
                <c:pt idx="381">
                  <c:v>-2.3446532776</c:v>
                </c:pt>
                <c:pt idx="382">
                  <c:v>-2.21024377081</c:v>
                </c:pt>
                <c:pt idx="383">
                  <c:v>-2.0833678023300002</c:v>
                </c:pt>
                <c:pt idx="384">
                  <c:v>-2.0241533861600001</c:v>
                </c:pt>
                <c:pt idx="385">
                  <c:v>-1.96575937816</c:v>
                </c:pt>
                <c:pt idx="386">
                  <c:v>-1.90824660035</c:v>
                </c:pt>
                <c:pt idx="387">
                  <c:v>-1.85166799069</c:v>
                </c:pt>
                <c:pt idx="388">
                  <c:v>-1.7960692274700001</c:v>
                </c:pt>
                <c:pt idx="389">
                  <c:v>-1.7414893114600001</c:v>
                </c:pt>
                <c:pt idx="390">
                  <c:v>-1.6879611086299999</c:v>
                </c:pt>
                <c:pt idx="391">
                  <c:v>-1.6355118557699999</c:v>
                </c:pt>
                <c:pt idx="392">
                  <c:v>-1.58416363137</c:v>
                </c:pt>
                <c:pt idx="393">
                  <c:v>-1.53393379403</c:v>
                </c:pt>
                <c:pt idx="394">
                  <c:v>-1.36105256677</c:v>
                </c:pt>
                <c:pt idx="395">
                  <c:v>-1.21547655815</c:v>
                </c:pt>
                <c:pt idx="396">
                  <c:v>-1.0808628434800001</c:v>
                </c:pt>
                <c:pt idx="397">
                  <c:v>-0.95648841057900003</c:v>
                </c:pt>
                <c:pt idx="398">
                  <c:v>-0.84167469612599999</c:v>
                </c:pt>
                <c:pt idx="399">
                  <c:v>-0.73578496981599995</c:v>
                </c:pt>
                <c:pt idx="400">
                  <c:v>-0.63822186792000002</c:v>
                </c:pt>
                <c:pt idx="401">
                  <c:v>-0.62112068271599996</c:v>
                </c:pt>
                <c:pt idx="402">
                  <c:v>-0.60416951202799996</c:v>
                </c:pt>
                <c:pt idx="403">
                  <c:v>-0.587394399618</c:v>
                </c:pt>
                <c:pt idx="404">
                  <c:v>-0.57081849208699997</c:v>
                </c:pt>
                <c:pt idx="405">
                  <c:v>-0.55446225952499995</c:v>
                </c:pt>
                <c:pt idx="406">
                  <c:v>-0.40213427369299998</c:v>
                </c:pt>
                <c:pt idx="407">
                  <c:v>-0.28550417612000001</c:v>
                </c:pt>
                <c:pt idx="408">
                  <c:v>-0.15842679952200001</c:v>
                </c:pt>
                <c:pt idx="409">
                  <c:v>-4.3065605110800001E-2</c:v>
                </c:pt>
                <c:pt idx="410">
                  <c:v>6.1419954696399999E-2</c:v>
                </c:pt>
                <c:pt idx="411">
                  <c:v>0.225961444525</c:v>
                </c:pt>
                <c:pt idx="412">
                  <c:v>0.37430727644599998</c:v>
                </c:pt>
                <c:pt idx="413">
                  <c:v>0.59138254574100002</c:v>
                </c:pt>
                <c:pt idx="414">
                  <c:v>0.78639372771799998</c:v>
                </c:pt>
                <c:pt idx="415">
                  <c:v>0.96097665033699997</c:v>
                </c:pt>
                <c:pt idx="416">
                  <c:v>1.11666006197</c:v>
                </c:pt>
                <c:pt idx="417">
                  <c:v>1.25487218514</c:v>
                </c:pt>
                <c:pt idx="418">
                  <c:v>1.37694688568</c:v>
                </c:pt>
                <c:pt idx="419">
                  <c:v>1.58334764891</c:v>
                </c:pt>
                <c:pt idx="420">
                  <c:v>1.7663406809</c:v>
                </c:pt>
                <c:pt idx="421">
                  <c:v>1.9590004693800001</c:v>
                </c:pt>
                <c:pt idx="422">
                  <c:v>2.1286666370899998</c:v>
                </c:pt>
                <c:pt idx="423">
                  <c:v>2.2771237536600002</c:v>
                </c:pt>
                <c:pt idx="424">
                  <c:v>2.3279493485799998</c:v>
                </c:pt>
                <c:pt idx="425">
                  <c:v>2.3684010604200001</c:v>
                </c:pt>
                <c:pt idx="426">
                  <c:v>2.3993698774999999</c:v>
                </c:pt>
                <c:pt idx="427">
                  <c:v>2.4216845550900001</c:v>
                </c:pt>
                <c:pt idx="428">
                  <c:v>2.4361155664599998</c:v>
                </c:pt>
                <c:pt idx="429">
                  <c:v>2.4433788164600001</c:v>
                </c:pt>
                <c:pt idx="430">
                  <c:v>2.4441391316600001</c:v>
                </c:pt>
                <c:pt idx="431">
                  <c:v>2.4390135396399999</c:v>
                </c:pt>
                <c:pt idx="432">
                  <c:v>2.4285743501099999</c:v>
                </c:pt>
                <c:pt idx="433">
                  <c:v>2.4133520490599998</c:v>
                </c:pt>
                <c:pt idx="434">
                  <c:v>2.4453312937199998</c:v>
                </c:pt>
                <c:pt idx="435">
                  <c:v>2.4199588208399998</c:v>
                </c:pt>
                <c:pt idx="436">
                  <c:v>2.3912448188800002</c:v>
                </c:pt>
                <c:pt idx="437">
                  <c:v>2.3595755746</c:v>
                </c:pt>
                <c:pt idx="438">
                  <c:v>2.32530764398</c:v>
                </c:pt>
                <c:pt idx="439">
                  <c:v>2.28876983336</c:v>
                </c:pt>
                <c:pt idx="440">
                  <c:v>2.02725822303</c:v>
                </c:pt>
                <c:pt idx="441">
                  <c:v>1.7858107591200001</c:v>
                </c:pt>
                <c:pt idx="442">
                  <c:v>1.56309238511</c:v>
                </c:pt>
                <c:pt idx="443">
                  <c:v>1.3578505434799999</c:v>
                </c:pt>
                <c:pt idx="444">
                  <c:v>1.16891030417</c:v>
                </c:pt>
                <c:pt idx="445">
                  <c:v>0.99516977201199996</c:v>
                </c:pt>
                <c:pt idx="446">
                  <c:v>0.83559575748399995</c:v>
                </c:pt>
                <c:pt idx="447">
                  <c:v>0.55827533544300001</c:v>
                </c:pt>
                <c:pt idx="448">
                  <c:v>0.30601754437000001</c:v>
                </c:pt>
                <c:pt idx="449">
                  <c:v>7.7037372160000006E-2</c:v>
                </c:pt>
                <c:pt idx="450">
                  <c:v>-0.13033569435100001</c:v>
                </c:pt>
                <c:pt idx="451">
                  <c:v>-0.23450938663000001</c:v>
                </c:pt>
                <c:pt idx="452">
                  <c:v>-0.40652052595799998</c:v>
                </c:pt>
                <c:pt idx="453">
                  <c:v>-0.56119570400700003</c:v>
                </c:pt>
                <c:pt idx="454">
                  <c:v>-0.69981675002300003</c:v>
                </c:pt>
                <c:pt idx="455">
                  <c:v>-0.82358169693399996</c:v>
                </c:pt>
                <c:pt idx="456">
                  <c:v>-0.93360990601799998</c:v>
                </c:pt>
                <c:pt idx="457">
                  <c:v>-1.0309468910199999</c:v>
                </c:pt>
                <c:pt idx="458">
                  <c:v>-1.2339631900100001</c:v>
                </c:pt>
                <c:pt idx="459">
                  <c:v>-1.4147248671799999</c:v>
                </c:pt>
                <c:pt idx="460">
                  <c:v>-1.57491977566</c:v>
                </c:pt>
                <c:pt idx="461">
                  <c:v>-1.71612406763</c:v>
                </c:pt>
                <c:pt idx="462">
                  <c:v>-1.83980907501</c:v>
                </c:pt>
                <c:pt idx="463">
                  <c:v>-1.94734778486</c:v>
                </c:pt>
                <c:pt idx="464">
                  <c:v>-1.8820560716000001</c:v>
                </c:pt>
                <c:pt idx="465">
                  <c:v>-1.9672593013299999</c:v>
                </c:pt>
                <c:pt idx="466">
                  <c:v>-2.0396751096800001</c:v>
                </c:pt>
                <c:pt idx="467">
                  <c:v>-2.1291263379999998</c:v>
                </c:pt>
                <c:pt idx="468">
                  <c:v>-2.17789995544</c:v>
                </c:pt>
                <c:pt idx="469">
                  <c:v>-2.2168518641200001</c:v>
                </c:pt>
                <c:pt idx="470">
                  <c:v>-2.2468240734</c:v>
                </c:pt>
                <c:pt idx="471">
                  <c:v>-2.2685998236899998</c:v>
                </c:pt>
                <c:pt idx="472">
                  <c:v>-2.2829073160600002</c:v>
                </c:pt>
                <c:pt idx="473">
                  <c:v>-2.2904232178699999</c:v>
                </c:pt>
                <c:pt idx="474">
                  <c:v>-2.2917759573200001</c:v>
                </c:pt>
                <c:pt idx="475">
                  <c:v>-2.28754881926</c:v>
                </c:pt>
                <c:pt idx="476">
                  <c:v>-2.2358438982000002</c:v>
                </c:pt>
                <c:pt idx="477">
                  <c:v>-2.2237067333299998</c:v>
                </c:pt>
                <c:pt idx="478">
                  <c:v>-2.3520567907199998</c:v>
                </c:pt>
                <c:pt idx="479">
                  <c:v>-2.3264056911300002</c:v>
                </c:pt>
                <c:pt idx="480">
                  <c:v>-2.2976620998700001</c:v>
                </c:pt>
                <c:pt idx="481">
                  <c:v>-2.26618867504</c:v>
                </c:pt>
                <c:pt idx="482">
                  <c:v>-2.2323200563799999</c:v>
                </c:pt>
                <c:pt idx="483">
                  <c:v>-2.1534795524999999</c:v>
                </c:pt>
                <c:pt idx="484">
                  <c:v>-2.1174052262699998</c:v>
                </c:pt>
                <c:pt idx="485">
                  <c:v>-2.0797274315599998</c:v>
                </c:pt>
                <c:pt idx="486">
                  <c:v>-2.04068837781</c:v>
                </c:pt>
                <c:pt idx="487">
                  <c:v>-2.0005104630299999</c:v>
                </c:pt>
                <c:pt idx="488">
                  <c:v>-1.95939763011</c:v>
                </c:pt>
                <c:pt idx="489">
                  <c:v>-1.9175366380000001</c:v>
                </c:pt>
                <c:pt idx="490">
                  <c:v>-1.84381604357</c:v>
                </c:pt>
                <c:pt idx="491">
                  <c:v>-1.7727252475099999</c:v>
                </c:pt>
                <c:pt idx="492">
                  <c:v>-1.70418308577</c:v>
                </c:pt>
                <c:pt idx="493">
                  <c:v>-1.6668882593300001</c:v>
                </c:pt>
                <c:pt idx="494">
                  <c:v>-1.6475649542999999</c:v>
                </c:pt>
                <c:pt idx="495">
                  <c:v>-1.5833246545799999</c:v>
                </c:pt>
                <c:pt idx="496">
                  <c:v>-1.5214315806500001</c:v>
                </c:pt>
                <c:pt idx="497">
                  <c:v>-1.4618095814000001</c:v>
                </c:pt>
                <c:pt idx="498">
                  <c:v>-1.40438435053</c:v>
                </c:pt>
                <c:pt idx="499">
                  <c:v>-1.3490834277799999</c:v>
                </c:pt>
                <c:pt idx="500">
                  <c:v>-1.2443429188599999</c:v>
                </c:pt>
                <c:pt idx="501">
                  <c:v>-1.19510213243</c:v>
                </c:pt>
                <c:pt idx="502">
                  <c:v>-1.1477045934400001</c:v>
                </c:pt>
                <c:pt idx="503">
                  <c:v>-1.1020876320299999</c:v>
                </c:pt>
                <c:pt idx="504">
                  <c:v>-1.05819030694</c:v>
                </c:pt>
                <c:pt idx="505">
                  <c:v>-1.11243609368</c:v>
                </c:pt>
                <c:pt idx="506">
                  <c:v>-1.06801428661</c:v>
                </c:pt>
                <c:pt idx="507">
                  <c:v>-1.0252794276799999</c:v>
                </c:pt>
                <c:pt idx="508">
                  <c:v>-0.98417263036699998</c:v>
                </c:pt>
                <c:pt idx="509">
                  <c:v>-0.94463673948000004</c:v>
                </c:pt>
                <c:pt idx="510">
                  <c:v>-0.95630297152099997</c:v>
                </c:pt>
                <c:pt idx="511">
                  <c:v>-0.91779359466199995</c:v>
                </c:pt>
                <c:pt idx="512">
                  <c:v>-0.94007998099199996</c:v>
                </c:pt>
                <c:pt idx="513">
                  <c:v>-0.90215234393900001</c:v>
                </c:pt>
                <c:pt idx="514">
                  <c:v>-0.86568816712600005</c:v>
                </c:pt>
                <c:pt idx="515">
                  <c:v>-0.83063491645900001</c:v>
                </c:pt>
                <c:pt idx="516">
                  <c:v>-0.79694170114100005</c:v>
                </c:pt>
                <c:pt idx="517">
                  <c:v>-0.76455923833499995</c:v>
                </c:pt>
                <c:pt idx="518">
                  <c:v>-0.80372010421899998</c:v>
                </c:pt>
                <c:pt idx="519">
                  <c:v>-0.771058467197</c:v>
                </c:pt>
                <c:pt idx="520">
                  <c:v>-0.76182944804399999</c:v>
                </c:pt>
                <c:pt idx="521">
                  <c:v>-0.73079961339599997</c:v>
                </c:pt>
                <c:pt idx="522">
                  <c:v>-0.70098440060099998</c:v>
                </c:pt>
                <c:pt idx="523">
                  <c:v>-0.61702645565900005</c:v>
                </c:pt>
                <c:pt idx="524">
                  <c:v>-0.59167942848800004</c:v>
                </c:pt>
                <c:pt idx="525">
                  <c:v>-0.56733713949999998</c:v>
                </c:pt>
                <c:pt idx="526">
                  <c:v>-0.54396187503100002</c:v>
                </c:pt>
                <c:pt idx="527">
                  <c:v>-0.52151721021099995</c:v>
                </c:pt>
                <c:pt idx="528">
                  <c:v>-0.49996797296000001</c:v>
                </c:pt>
                <c:pt idx="529">
                  <c:v>-0.479280208426</c:v>
                </c:pt>
                <c:pt idx="530">
                  <c:v>-0.45942114391700001</c:v>
                </c:pt>
                <c:pt idx="531">
                  <c:v>-0.44035915435599998</c:v>
                </c:pt>
                <c:pt idx="532">
                  <c:v>-0.42206372829</c:v>
                </c:pt>
                <c:pt idx="533">
                  <c:v>-0.40450543449199999</c:v>
                </c:pt>
                <c:pt idx="534">
                  <c:v>-0.38765588916600002</c:v>
                </c:pt>
                <c:pt idx="535">
                  <c:v>-0.37148772378400002</c:v>
                </c:pt>
                <c:pt idx="536">
                  <c:v>-0.35597455356899999</c:v>
                </c:pt>
                <c:pt idx="537">
                  <c:v>-0.34109094663599998</c:v>
                </c:pt>
                <c:pt idx="538">
                  <c:v>-0.32681239380400001</c:v>
                </c:pt>
                <c:pt idx="539">
                  <c:v>-0.155150418421</c:v>
                </c:pt>
                <c:pt idx="540">
                  <c:v>-0.148213419126</c:v>
                </c:pt>
                <c:pt idx="541">
                  <c:v>-0.14158402674600001</c:v>
                </c:pt>
                <c:pt idx="542">
                  <c:v>-0.13524873707999999</c:v>
                </c:pt>
                <c:pt idx="543">
                  <c:v>-0.129194631478</c:v>
                </c:pt>
                <c:pt idx="544">
                  <c:v>-0.123409351847</c:v>
                </c:pt>
                <c:pt idx="545">
                  <c:v>-0.1178810767</c:v>
                </c:pt>
                <c:pt idx="546">
                  <c:v>-1.9845252934699999E-2</c:v>
                </c:pt>
                <c:pt idx="547">
                  <c:v>-1.8438887943300002E-2</c:v>
                </c:pt>
                <c:pt idx="548">
                  <c:v>-1.7122498107800001E-2</c:v>
                </c:pt>
                <c:pt idx="549">
                  <c:v>-1.5890652284099999E-2</c:v>
                </c:pt>
                <c:pt idx="550">
                  <c:v>-1.47382350761E-2</c:v>
                </c:pt>
                <c:pt idx="551">
                  <c:v>-1.3660428955600001E-2</c:v>
                </c:pt>
                <c:pt idx="552">
                  <c:v>-1.2652697375000001E-2</c:v>
                </c:pt>
                <c:pt idx="553">
                  <c:v>-1.1710768819299999E-2</c:v>
                </c:pt>
                <c:pt idx="554">
                  <c:v>-1.0830621745E-2</c:v>
                </c:pt>
                <c:pt idx="555">
                  <c:v>-1.0008470357300001E-2</c:v>
                </c:pt>
                <c:pt idx="556">
                  <c:v>-9.2407511806800006E-3</c:v>
                </c:pt>
                <c:pt idx="557">
                  <c:v>7.4631094969100004E-2</c:v>
                </c:pt>
                <c:pt idx="558">
                  <c:v>-6.6033165572299999E-4</c:v>
                </c:pt>
                <c:pt idx="559">
                  <c:v>-6.8785261078700005E-2</c:v>
                </c:pt>
                <c:pt idx="560">
                  <c:v>-0.13026363583</c:v>
                </c:pt>
                <c:pt idx="561">
                  <c:v>-0.18558172865399999</c:v>
                </c:pt>
                <c:pt idx="562">
                  <c:v>-0.23519418998200001</c:v>
                </c:pt>
                <c:pt idx="563">
                  <c:v>-0.27952597577600002</c:v>
                </c:pt>
                <c:pt idx="564">
                  <c:v>-0.31897416253999999</c:v>
                </c:pt>
                <c:pt idx="565">
                  <c:v>-0.35390965593200002</c:v>
                </c:pt>
                <c:pt idx="566">
                  <c:v>-0.38467879902199997</c:v>
                </c:pt>
                <c:pt idx="567">
                  <c:v>-0.41160488593099998</c:v>
                </c:pt>
                <c:pt idx="568">
                  <c:v>-0.43498958625099998</c:v>
                </c:pt>
                <c:pt idx="569">
                  <c:v>-0.45511428535100001</c:v>
                </c:pt>
                <c:pt idx="570">
                  <c:v>-0.47224134537599999</c:v>
                </c:pt>
                <c:pt idx="571">
                  <c:v>-0.486615291507</c:v>
                </c:pt>
                <c:pt idx="572">
                  <c:v>-0.49846392774800002</c:v>
                </c:pt>
                <c:pt idx="573">
                  <c:v>-0.69058975242800003</c:v>
                </c:pt>
                <c:pt idx="574">
                  <c:v>-0.86278977216999997</c:v>
                </c:pt>
                <c:pt idx="575">
                  <c:v>-1.0165505883799999</c:v>
                </c:pt>
                <c:pt idx="576">
                  <c:v>-1.15326119257</c:v>
                </c:pt>
                <c:pt idx="577">
                  <c:v>-1.3341321315500001</c:v>
                </c:pt>
                <c:pt idx="578">
                  <c:v>-1.49461759959</c:v>
                </c:pt>
                <c:pt idx="579">
                  <c:v>-1.43210651344</c:v>
                </c:pt>
                <c:pt idx="580">
                  <c:v>-1.37213777943</c:v>
                </c:pt>
                <c:pt idx="581">
                  <c:v>-1.31461210055</c:v>
                </c:pt>
                <c:pt idx="582">
                  <c:v>-1.25943381818</c:v>
                </c:pt>
                <c:pt idx="583">
                  <c:v>-1.2065107933400001</c:v>
                </c:pt>
                <c:pt idx="584">
                  <c:v>-1.21629743267</c:v>
                </c:pt>
                <c:pt idx="585">
                  <c:v>-1.22225970273</c:v>
                </c:pt>
                <c:pt idx="586">
                  <c:v>-1.22474735869</c:v>
                </c:pt>
                <c:pt idx="587">
                  <c:v>-1.4470919717999999</c:v>
                </c:pt>
                <c:pt idx="588">
                  <c:v>-1.71753130407</c:v>
                </c:pt>
                <c:pt idx="589">
                  <c:v>-1.98030813239</c:v>
                </c:pt>
                <c:pt idx="590">
                  <c:v>-2.1925011308000002</c:v>
                </c:pt>
                <c:pt idx="591">
                  <c:v>-2.3792862803000001</c:v>
                </c:pt>
                <c:pt idx="592">
                  <c:v>-2.5426371760399999</c:v>
                </c:pt>
                <c:pt idx="593">
                  <c:v>-2.6843953407100001</c:v>
                </c:pt>
                <c:pt idx="594">
                  <c:v>-2.8062784127899998</c:v>
                </c:pt>
                <c:pt idx="595">
                  <c:v>-2.8456699209299998</c:v>
                </c:pt>
                <c:pt idx="596">
                  <c:v>-2.8745442090900002</c:v>
                </c:pt>
                <c:pt idx="597">
                  <c:v>-2.8938334435900002</c:v>
                </c:pt>
                <c:pt idx="598">
                  <c:v>-2.90440388212</c:v>
                </c:pt>
                <c:pt idx="599">
                  <c:v>-2.9070600852799999</c:v>
                </c:pt>
                <c:pt idx="600">
                  <c:v>-2.9025488741899999</c:v>
                </c:pt>
                <c:pt idx="601">
                  <c:v>-2.8915630487200001</c:v>
                </c:pt>
                <c:pt idx="602">
                  <c:v>-2.8747448804400002</c:v>
                </c:pt>
                <c:pt idx="603">
                  <c:v>-2.8526893933299999</c:v>
                </c:pt>
                <c:pt idx="604">
                  <c:v>-2.8259474446500001</c:v>
                </c:pt>
                <c:pt idx="605">
                  <c:v>-2.7950286177799999</c:v>
                </c:pt>
                <c:pt idx="606">
                  <c:v>-2.6241945099500001</c:v>
                </c:pt>
                <c:pt idx="607">
                  <c:v>-2.4633755891</c:v>
                </c:pt>
                <c:pt idx="608">
                  <c:v>-2.3120013031000002</c:v>
                </c:pt>
                <c:pt idx="609">
                  <c:v>-2.1695329302899999</c:v>
                </c:pt>
                <c:pt idx="610">
                  <c:v>-2.0354618318300002</c:v>
                </c:pt>
                <c:pt idx="611">
                  <c:v>-1.8391626615100001</c:v>
                </c:pt>
                <c:pt idx="612">
                  <c:v>-1.6571692517300001</c:v>
                </c:pt>
                <c:pt idx="613">
                  <c:v>-1.40481638779</c:v>
                </c:pt>
                <c:pt idx="614">
                  <c:v>-1.1731366211900001</c:v>
                </c:pt>
                <c:pt idx="615">
                  <c:v>-0.96071371292700003</c:v>
                </c:pt>
                <c:pt idx="616">
                  <c:v>-0.76622039319500002</c:v>
                </c:pt>
                <c:pt idx="617">
                  <c:v>-0.58841305184299997</c:v>
                </c:pt>
                <c:pt idx="618">
                  <c:v>-0.42612673512100002</c:v>
                </c:pt>
                <c:pt idx="619">
                  <c:v>-0.17905226185600001</c:v>
                </c:pt>
                <c:pt idx="620">
                  <c:v>4.4935854761200003E-2</c:v>
                </c:pt>
                <c:pt idx="621">
                  <c:v>0.247501800839</c:v>
                </c:pt>
                <c:pt idx="622">
                  <c:v>0.43020234835100002</c:v>
                </c:pt>
                <c:pt idx="623">
                  <c:v>0.594493374051</c:v>
                </c:pt>
                <c:pt idx="624">
                  <c:v>0.66364833494599995</c:v>
                </c:pt>
                <c:pt idx="625">
                  <c:v>0.72464379782699995</c:v>
                </c:pt>
                <c:pt idx="626">
                  <c:v>0.77811115967300004</c:v>
                </c:pt>
                <c:pt idx="627">
                  <c:v>0.82463963820599995</c:v>
                </c:pt>
                <c:pt idx="628">
                  <c:v>0.86477888427799998</c:v>
                </c:pt>
                <c:pt idx="629">
                  <c:v>0.89904143977999995</c:v>
                </c:pt>
                <c:pt idx="630">
                  <c:v>0.92790504990699996</c:v>
                </c:pt>
                <c:pt idx="631">
                  <c:v>0.95181483815000001</c:v>
                </c:pt>
                <c:pt idx="632">
                  <c:v>0.97118535190900002</c:v>
                </c:pt>
                <c:pt idx="633">
                  <c:v>0.98640248616000004</c:v>
                </c:pt>
                <c:pt idx="634">
                  <c:v>0.997825292217</c:v>
                </c:pt>
                <c:pt idx="635">
                  <c:v>1.0057876782099999</c:v>
                </c:pt>
                <c:pt idx="636">
                  <c:v>1.0106000075699999</c:v>
                </c:pt>
                <c:pt idx="637">
                  <c:v>1.0125506013600001</c:v>
                </c:pt>
                <c:pt idx="638">
                  <c:v>1.0119071501000001</c:v>
                </c:pt>
                <c:pt idx="639">
                  <c:v>1.00891804032</c:v>
                </c:pt>
                <c:pt idx="640">
                  <c:v>1.00381360072</c:v>
                </c:pt>
                <c:pt idx="641">
                  <c:v>0.99680727283399995</c:v>
                </c:pt>
                <c:pt idx="642">
                  <c:v>0.98809671028500001</c:v>
                </c:pt>
                <c:pt idx="643">
                  <c:v>0.97786481112000001</c:v>
                </c:pt>
                <c:pt idx="644">
                  <c:v>1.0069083051000001</c:v>
                </c:pt>
                <c:pt idx="645">
                  <c:v>1.0307929442999999</c:v>
                </c:pt>
                <c:pt idx="646">
                  <c:v>1.0499528473699999</c:v>
                </c:pt>
                <c:pt idx="647">
                  <c:v>1.06479205928</c:v>
                </c:pt>
                <c:pt idx="648">
                  <c:v>1.07568645204</c:v>
                </c:pt>
                <c:pt idx="649">
                  <c:v>1.08298551177</c:v>
                </c:pt>
                <c:pt idx="650">
                  <c:v>1.0870140183300001</c:v>
                </c:pt>
                <c:pt idx="651">
                  <c:v>1.08807362392</c:v>
                </c:pt>
                <c:pt idx="652">
                  <c:v>1.08644433647</c:v>
                </c:pt>
                <c:pt idx="653">
                  <c:v>1.08238591337</c:v>
                </c:pt>
                <c:pt idx="654">
                  <c:v>1.0761391706800001</c:v>
                </c:pt>
                <c:pt idx="655">
                  <c:v>1.0679272128399999</c:v>
                </c:pt>
                <c:pt idx="656">
                  <c:v>1.0579565875100001</c:v>
                </c:pt>
                <c:pt idx="657">
                  <c:v>1.0979116465400001</c:v>
                </c:pt>
                <c:pt idx="658">
                  <c:v>1.0829609195900001</c:v>
                </c:pt>
                <c:pt idx="659">
                  <c:v>1.0668570451099999</c:v>
                </c:pt>
                <c:pt idx="660">
                  <c:v>1.0497480637800001</c:v>
                </c:pt>
                <c:pt idx="661">
                  <c:v>1.0317703190500001</c:v>
                </c:pt>
                <c:pt idx="662">
                  <c:v>1.01304924599</c:v>
                </c:pt>
                <c:pt idx="663">
                  <c:v>0.99370011101599998</c:v>
                </c:pt>
                <c:pt idx="664">
                  <c:v>0.97382870536999999</c:v>
                </c:pt>
                <c:pt idx="665">
                  <c:v>0.953531995189</c:v>
                </c:pt>
                <c:pt idx="666">
                  <c:v>0.93289873067700002</c:v>
                </c:pt>
                <c:pt idx="667">
                  <c:v>0.91201001685700001</c:v>
                </c:pt>
                <c:pt idx="668">
                  <c:v>0.89093984819299998</c:v>
                </c:pt>
                <c:pt idx="669">
                  <c:v>0.86975560924700002</c:v>
                </c:pt>
                <c:pt idx="670">
                  <c:v>0.84851854341599997</c:v>
                </c:pt>
                <c:pt idx="671">
                  <c:v>0.82728419167</c:v>
                </c:pt>
                <c:pt idx="672">
                  <c:v>0.93543902607600005</c:v>
                </c:pt>
                <c:pt idx="673">
                  <c:v>0.90927842415000004</c:v>
                </c:pt>
                <c:pt idx="674">
                  <c:v>0.88344455114499998</c:v>
                </c:pt>
                <c:pt idx="675">
                  <c:v>0.85796776234399996</c:v>
                </c:pt>
                <c:pt idx="676">
                  <c:v>0.875313630575</c:v>
                </c:pt>
                <c:pt idx="677">
                  <c:v>0.84896133584</c:v>
                </c:pt>
                <c:pt idx="678">
                  <c:v>0.678476022081</c:v>
                </c:pt>
                <c:pt idx="679">
                  <c:v>0.69007544271999999</c:v>
                </c:pt>
                <c:pt idx="680">
                  <c:v>0.69892964046200001</c:v>
                </c:pt>
                <c:pt idx="681">
                  <c:v>0.70527879748599998</c:v>
                </c:pt>
                <c:pt idx="682">
                  <c:v>0.70934619802499999</c:v>
                </c:pt>
                <c:pt idx="683">
                  <c:v>0.75422448837599998</c:v>
                </c:pt>
                <c:pt idx="684">
                  <c:v>0.75265235821800003</c:v>
                </c:pt>
                <c:pt idx="685">
                  <c:v>0.749439600431</c:v>
                </c:pt>
                <c:pt idx="686">
                  <c:v>0.90271484380900002</c:v>
                </c:pt>
                <c:pt idx="687">
                  <c:v>0.941991911121</c:v>
                </c:pt>
                <c:pt idx="688">
                  <c:v>0.92679857775700003</c:v>
                </c:pt>
                <c:pt idx="689">
                  <c:v>0.91084662682499995</c:v>
                </c:pt>
                <c:pt idx="690">
                  <c:v>0.89424619314999998</c:v>
                </c:pt>
                <c:pt idx="691">
                  <c:v>0.87709847330099999</c:v>
                </c:pt>
                <c:pt idx="692">
                  <c:v>0.85949633547899995</c:v>
                </c:pt>
                <c:pt idx="693">
                  <c:v>0.84152489117100004</c:v>
                </c:pt>
                <c:pt idx="694">
                  <c:v>0.77777384556999996</c:v>
                </c:pt>
                <c:pt idx="695">
                  <c:v>0.76107652859599995</c:v>
                </c:pt>
                <c:pt idx="696">
                  <c:v>0.74415789835299995</c:v>
                </c:pt>
                <c:pt idx="697">
                  <c:v>0.72707925771299997</c:v>
                </c:pt>
                <c:pt idx="698">
                  <c:v>0.70989645640499999</c:v>
                </c:pt>
                <c:pt idx="699">
                  <c:v>0.69266027710599998</c:v>
                </c:pt>
                <c:pt idx="700">
                  <c:v>0.675416796845</c:v>
                </c:pt>
                <c:pt idx="701">
                  <c:v>0.65820772521000004</c:v>
                </c:pt>
                <c:pt idx="702">
                  <c:v>0.641070720752</c:v>
                </c:pt>
                <c:pt idx="703">
                  <c:v>0.62403968691900003</c:v>
                </c:pt>
                <c:pt idx="704">
                  <c:v>0.60714504876399999</c:v>
                </c:pt>
                <c:pt idx="705">
                  <c:v>0.49393130385200001</c:v>
                </c:pt>
                <c:pt idx="706">
                  <c:v>0.48117584016100001</c:v>
                </c:pt>
                <c:pt idx="707">
                  <c:v>0.46848970937500001</c:v>
                </c:pt>
                <c:pt idx="708">
                  <c:v>0.45589648843300001</c:v>
                </c:pt>
                <c:pt idx="709">
                  <c:v>0.47469949878099998</c:v>
                </c:pt>
                <c:pt idx="710">
                  <c:v>0.440897391418</c:v>
                </c:pt>
                <c:pt idx="711">
                  <c:v>0.456054062486</c:v>
                </c:pt>
                <c:pt idx="712">
                  <c:v>0.40936948264900003</c:v>
                </c:pt>
                <c:pt idx="713">
                  <c:v>0.42201096257699999</c:v>
                </c:pt>
                <c:pt idx="714">
                  <c:v>0.432445664427</c:v>
                </c:pt>
                <c:pt idx="715">
                  <c:v>0.44085877124</c:v>
                </c:pt>
                <c:pt idx="716">
                  <c:v>0.44742265206499998</c:v>
                </c:pt>
                <c:pt idx="717">
                  <c:v>0.45229767137799998</c:v>
                </c:pt>
                <c:pt idx="718">
                  <c:v>0.38535266318</c:v>
                </c:pt>
                <c:pt idx="719">
                  <c:v>0.39004587694600001</c:v>
                </c:pt>
                <c:pt idx="720">
                  <c:v>0.39336472132700001</c:v>
                </c:pt>
                <c:pt idx="721">
                  <c:v>0.39543209076199998</c:v>
                </c:pt>
                <c:pt idx="722">
                  <c:v>0.39636216145800002</c:v>
                </c:pt>
                <c:pt idx="723">
                  <c:v>0.45157363444900001</c:v>
                </c:pt>
                <c:pt idx="724">
                  <c:v>0.44836803907799999</c:v>
                </c:pt>
                <c:pt idx="725">
                  <c:v>0.44440102210600002</c:v>
                </c:pt>
                <c:pt idx="726">
                  <c:v>0.43975447820199998</c:v>
                </c:pt>
                <c:pt idx="727">
                  <c:v>0.43450412502800001</c:v>
                </c:pt>
                <c:pt idx="728">
                  <c:v>0.42871991096200002</c:v>
                </c:pt>
                <c:pt idx="729">
                  <c:v>0.422466397735</c:v>
                </c:pt>
                <c:pt idx="730">
                  <c:v>0.41580311948199999</c:v>
                </c:pt>
                <c:pt idx="731">
                  <c:v>0.408784919568</c:v>
                </c:pt>
                <c:pt idx="732">
                  <c:v>0.40146226652599998</c:v>
                </c:pt>
                <c:pt idx="733">
                  <c:v>0.39388155034</c:v>
                </c:pt>
                <c:pt idx="734">
                  <c:v>0.38608536021899997</c:v>
                </c:pt>
                <c:pt idx="735">
                  <c:v>0.37811274499800002</c:v>
                </c:pt>
                <c:pt idx="736">
                  <c:v>0.36999945715900001</c:v>
                </c:pt>
                <c:pt idx="737">
                  <c:v>0.36177818148800001</c:v>
                </c:pt>
                <c:pt idx="738">
                  <c:v>0.35347874925599998</c:v>
                </c:pt>
                <c:pt idx="739">
                  <c:v>0.345128338817</c:v>
                </c:pt>
                <c:pt idx="740">
                  <c:v>0.219357332269</c:v>
                </c:pt>
                <c:pt idx="741">
                  <c:v>0.105033262881</c:v>
                </c:pt>
                <c:pt idx="742">
                  <c:v>-0.129605622305</c:v>
                </c:pt>
                <c:pt idx="743">
                  <c:v>-0.37038559275499999</c:v>
                </c:pt>
                <c:pt idx="744">
                  <c:v>-0.56027040477900003</c:v>
                </c:pt>
                <c:pt idx="745">
                  <c:v>-0.95375948103099994</c:v>
                </c:pt>
                <c:pt idx="746">
                  <c:v>-1.3075345380400001</c:v>
                </c:pt>
                <c:pt idx="747">
                  <c:v>-1.62453338604</c:v>
                </c:pt>
                <c:pt idx="748">
                  <c:v>-1.9075017403600001</c:v>
                </c:pt>
                <c:pt idx="749">
                  <c:v>-2.1590049709099999</c:v>
                </c:pt>
                <c:pt idx="750">
                  <c:v>-2.38143916229</c:v>
                </c:pt>
                <c:pt idx="751">
                  <c:v>-2.5770415242500002</c:v>
                </c:pt>
                <c:pt idx="752">
                  <c:v>-2.7479001892500001</c:v>
                </c:pt>
                <c:pt idx="753">
                  <c:v>-2.8959634322299999</c:v>
                </c:pt>
                <c:pt idx="754">
                  <c:v>-3.0230483457699999</c:v>
                </c:pt>
                <c:pt idx="755">
                  <c:v>-3.1308490016200001</c:v>
                </c:pt>
                <c:pt idx="756">
                  <c:v>-3.2209441282400002</c:v>
                </c:pt>
                <c:pt idx="757">
                  <c:v>-3.42574869257</c:v>
                </c:pt>
                <c:pt idx="758">
                  <c:v>-3.60291514601</c:v>
                </c:pt>
                <c:pt idx="759">
                  <c:v>-3.7546521999000002</c:v>
                </c:pt>
                <c:pt idx="760">
                  <c:v>-3.8830188644999999</c:v>
                </c:pt>
                <c:pt idx="761">
                  <c:v>-3.98993379743</c:v>
                </c:pt>
                <c:pt idx="762">
                  <c:v>-4.0771840963099999</c:v>
                </c:pt>
                <c:pt idx="763">
                  <c:v>-4.1464335676299999</c:v>
                </c:pt>
                <c:pt idx="764">
                  <c:v>-4.1992305019799998</c:v>
                </c:pt>
                <c:pt idx="765">
                  <c:v>-4.23701498409</c:v>
                </c:pt>
                <c:pt idx="766">
                  <c:v>-4.26112576469</c:v>
                </c:pt>
                <c:pt idx="767">
                  <c:v>-4.5201660798300001</c:v>
                </c:pt>
                <c:pt idx="768">
                  <c:v>-4.7438039226899997</c:v>
                </c:pt>
                <c:pt idx="769">
                  <c:v>-4.9348763458700002</c:v>
                </c:pt>
                <c:pt idx="770">
                  <c:v>-5.0960278798600003</c:v>
                </c:pt>
                <c:pt idx="771">
                  <c:v>-5.2297225636700002</c:v>
                </c:pt>
                <c:pt idx="772">
                  <c:v>-5.3382552600300004</c:v>
                </c:pt>
                <c:pt idx="773">
                  <c:v>-5.4237622961199996</c:v>
                </c:pt>
                <c:pt idx="774">
                  <c:v>-5.4882314688199996</c:v>
                </c:pt>
                <c:pt idx="775">
                  <c:v>-5.5335114511699999</c:v>
                </c:pt>
                <c:pt idx="776">
                  <c:v>-5.5613206345000004</c:v>
                </c:pt>
                <c:pt idx="777">
                  <c:v>-5.6331686193100001</c:v>
                </c:pt>
                <c:pt idx="778">
                  <c:v>-5.6756567427600002</c:v>
                </c:pt>
                <c:pt idx="779">
                  <c:v>-5.4755653448799997</c:v>
                </c:pt>
                <c:pt idx="780">
                  <c:v>-5.28149115088</c:v>
                </c:pt>
                <c:pt idx="781">
                  <c:v>-5.0933231669600003</c:v>
                </c:pt>
                <c:pt idx="782">
                  <c:v>-4.9109469134700001</c:v>
                </c:pt>
                <c:pt idx="783">
                  <c:v>-4.7342450289000002</c:v>
                </c:pt>
                <c:pt idx="784">
                  <c:v>-4.6236409649599999</c:v>
                </c:pt>
                <c:pt idx="785">
                  <c:v>-4.5125646201</c:v>
                </c:pt>
                <c:pt idx="786">
                  <c:v>-4.6243319755999996</c:v>
                </c:pt>
                <c:pt idx="787">
                  <c:v>-4.7144639681199996</c:v>
                </c:pt>
                <c:pt idx="788">
                  <c:v>-4.7848050895099998</c:v>
                </c:pt>
                <c:pt idx="789">
                  <c:v>-4.8370713789400002</c:v>
                </c:pt>
                <c:pt idx="790">
                  <c:v>-4.8728585651299996</c:v>
                </c:pt>
                <c:pt idx="791">
                  <c:v>-4.89364971978</c:v>
                </c:pt>
                <c:pt idx="792">
                  <c:v>-5.0182167819299996</c:v>
                </c:pt>
                <c:pt idx="793">
                  <c:v>-5.1189935457800004</c:v>
                </c:pt>
                <c:pt idx="794">
                  <c:v>-5.1980042530399997</c:v>
                </c:pt>
                <c:pt idx="795">
                  <c:v>-5.1929143562700002</c:v>
                </c:pt>
                <c:pt idx="796">
                  <c:v>-5.1759571219299998</c:v>
                </c:pt>
                <c:pt idx="797">
                  <c:v>-5.1483022104599998</c:v>
                </c:pt>
                <c:pt idx="798">
                  <c:v>-5.11103341955</c:v>
                </c:pt>
                <c:pt idx="799">
                  <c:v>-5.0651542771800004</c:v>
                </c:pt>
                <c:pt idx="800">
                  <c:v>-5.0115932933399998</c:v>
                </c:pt>
              </c:numCache>
            </c:numRef>
          </c:yVal>
          <c:smooth val="1"/>
          <c:extLst>
            <c:ext xmlns:c16="http://schemas.microsoft.com/office/drawing/2014/chart" uri="{C3380CC4-5D6E-409C-BE32-E72D297353CC}">
              <c16:uniqueId val="{00000000-682F-4B5F-913E-29B190B0B27B}"/>
            </c:ext>
          </c:extLst>
        </c:ser>
        <c:dLbls>
          <c:showLegendKey val="0"/>
          <c:showVal val="0"/>
          <c:showCatName val="0"/>
          <c:showSerName val="0"/>
          <c:showPercent val="0"/>
          <c:showBubbleSize val="0"/>
        </c:dLbls>
        <c:axId val="48650112"/>
        <c:axId val="48672768"/>
      </c:scatterChart>
      <c:valAx>
        <c:axId val="48672768"/>
        <c:scaling>
          <c:orientation val="minMax"/>
          <c:max val="4"/>
          <c:min val="-6"/>
        </c:scaling>
        <c:delete val="0"/>
        <c:axPos val="l"/>
        <c:title>
          <c:tx>
            <c:rich>
              <a:bodyPr/>
              <a:lstStyle/>
              <a:p>
                <a:r>
                  <a:rPr lang="en-US" sz="1650">
                    <a:solidFill>
                      <a:srgbClr val="617184"/>
                    </a:solidFill>
                    <a:latin typeface="Arial"/>
                    <a:ea typeface="Arial"/>
                    <a:cs typeface="Arial"/>
                  </a:rPr>
                  <a:t>Total (a.u.)</a:t>
                </a:r>
              </a:p>
            </c:rich>
          </c:tx>
          <c:overlay val="0"/>
        </c:title>
        <c:numFmt formatCode="0" sourceLinked="1"/>
        <c:majorTickMark val="none"/>
        <c:minorTickMark val="none"/>
        <c:tickLblPos val="nextTo"/>
        <c:spPr>
          <a:ln w="9525">
            <a:solidFill>
              <a:srgbClr val="D9E1E8"/>
            </a:solidFill>
          </a:ln>
        </c:spPr>
        <c:txPr>
          <a:bodyPr anchorCtr="1"/>
          <a:lstStyle/>
          <a:p>
            <a:pPr>
              <a:defRPr sz="1500">
                <a:solidFill>
                  <a:srgbClr val="617184"/>
                </a:solidFill>
                <a:latin typeface="Arial"/>
                <a:ea typeface="Arial"/>
                <a:cs typeface="Arial"/>
              </a:defRPr>
            </a:pPr>
            <a:endParaRPr lang="zh-CN"/>
          </a:p>
        </c:txPr>
        <c:crossAx val="48650112"/>
        <c:crosses val="autoZero"/>
        <c:crossBetween val="midCat"/>
        <c:majorUnit val="2"/>
      </c:valAx>
      <c:valAx>
        <c:axId val="48650112"/>
        <c:scaling>
          <c:orientation val="minMax"/>
          <c:max val="1.2"/>
          <c:min val="0.4"/>
        </c:scaling>
        <c:delete val="0"/>
        <c:axPos val="b"/>
        <c:title>
          <c:tx>
            <c:rich>
              <a:bodyPr/>
              <a:lstStyle/>
              <a:p>
                <a:r>
                  <a:rPr lang="en-US" sz="1650">
                    <a:solidFill>
                      <a:srgbClr val="617184"/>
                    </a:solidFill>
                    <a:latin typeface="Arial"/>
                    <a:ea typeface="Arial"/>
                    <a:cs typeface="Arial"/>
                  </a:rPr>
                  <a:t>Time (s)</a:t>
                </a:r>
              </a:p>
            </c:rich>
          </c:tx>
          <c:overlay val="0"/>
        </c:title>
        <c:numFmt formatCode="General" sourceLinked="1"/>
        <c:majorTickMark val="none"/>
        <c:minorTickMark val="none"/>
        <c:tickLblPos val="nextTo"/>
        <c:spPr>
          <a:ln w="9525">
            <a:solidFill>
              <a:srgbClr val="D9E1E8"/>
            </a:solidFill>
          </a:ln>
        </c:spPr>
        <c:txPr>
          <a:bodyPr anchorCtr="1"/>
          <a:lstStyle/>
          <a:p>
            <a:pPr>
              <a:defRPr sz="1500">
                <a:solidFill>
                  <a:srgbClr val="617184"/>
                </a:solidFill>
                <a:latin typeface="Arial"/>
                <a:ea typeface="Arial"/>
                <a:cs typeface="Arial"/>
              </a:defRPr>
            </a:pPr>
            <a:endParaRPr lang="zh-CN"/>
          </a:p>
        </c:txPr>
        <c:crossAx val="48672768"/>
        <c:crosses val="autoZero"/>
        <c:crossBetween val="midCat"/>
        <c:majorUnit val="0.4"/>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scatterChart>
        <c:scatterStyle val="lineMarker"/>
        <c:varyColors val="1"/>
        <c:ser>
          <c:idx val="0"/>
          <c:order val="0"/>
          <c:tx>
            <c:v>Neuron 0</c:v>
          </c:tx>
          <c:spPr>
            <a:ln w="0">
              <a:noFill/>
            </a:ln>
          </c:spPr>
          <c:marker>
            <c:symbol val="square"/>
            <c:size val="5"/>
            <c:spPr>
              <a:noFill/>
            </c:spPr>
          </c:marker>
          <c:xVal>
            <c:numRef>
              <c:f>'Chart Data'!$A$2:$A$9</c:f>
              <c:numCache>
                <c:formatCode>General</c:formatCode>
                <c:ptCount val="8"/>
                <c:pt idx="0">
                  <c:v>0.49686350297100002</c:v>
                </c:pt>
                <c:pt idx="1">
                  <c:v>0.59686350297099999</c:v>
                </c:pt>
                <c:pt idx="2">
                  <c:v>0.69686350297099997</c:v>
                </c:pt>
                <c:pt idx="3">
                  <c:v>0.79686350297099995</c:v>
                </c:pt>
                <c:pt idx="4">
                  <c:v>0.89686350297100004</c:v>
                </c:pt>
                <c:pt idx="5">
                  <c:v>0.99686350297100002</c:v>
                </c:pt>
                <c:pt idx="6">
                  <c:v>1.09686350297</c:v>
                </c:pt>
                <c:pt idx="7">
                  <c:v>1.1968635029700001</c:v>
                </c:pt>
              </c:numCache>
            </c:numRef>
          </c:xVal>
          <c:yVal>
            <c:numRef>
              <c:f>'Chart Data'!$B$2:$B$9</c:f>
              <c:numCache>
                <c:formatCode>0</c:formatCode>
                <c:ptCount val="8"/>
                <c:pt idx="0">
                  <c:v>0</c:v>
                </c:pt>
                <c:pt idx="1">
                  <c:v>0</c:v>
                </c:pt>
                <c:pt idx="2">
                  <c:v>0</c:v>
                </c:pt>
                <c:pt idx="3">
                  <c:v>0</c:v>
                </c:pt>
                <c:pt idx="4">
                  <c:v>0</c:v>
                </c:pt>
                <c:pt idx="5">
                  <c:v>0</c:v>
                </c:pt>
                <c:pt idx="6">
                  <c:v>0</c:v>
                </c:pt>
                <c:pt idx="7">
                  <c:v>0</c:v>
                </c:pt>
              </c:numCache>
            </c:numRef>
          </c:yVal>
          <c:smooth val="1"/>
          <c:extLst>
            <c:ext xmlns:c16="http://schemas.microsoft.com/office/drawing/2014/chart" uri="{C3380CC4-5D6E-409C-BE32-E72D297353CC}">
              <c16:uniqueId val="{00000000-E5EC-4006-B5A1-B00BCD18B8B7}"/>
            </c:ext>
          </c:extLst>
        </c:ser>
        <c:ser>
          <c:idx val="1"/>
          <c:order val="1"/>
          <c:tx>
            <c:v>Neuron 1</c:v>
          </c:tx>
          <c:spPr>
            <a:ln w="0">
              <a:noFill/>
            </a:ln>
          </c:spPr>
          <c:marker>
            <c:symbol val="square"/>
            <c:size val="5"/>
            <c:spPr>
              <a:noFill/>
            </c:spPr>
          </c:marker>
          <c:xVal>
            <c:numRef>
              <c:f>'Chart Data'!$C$2:$C$9</c:f>
              <c:numCache>
                <c:formatCode>General</c:formatCode>
                <c:ptCount val="8"/>
                <c:pt idx="0">
                  <c:v>0.41126785766000001</c:v>
                </c:pt>
                <c:pt idx="1">
                  <c:v>0.51126785766000005</c:v>
                </c:pt>
                <c:pt idx="2">
                  <c:v>0.61126785766000002</c:v>
                </c:pt>
                <c:pt idx="3">
                  <c:v>0.71126785766</c:v>
                </c:pt>
                <c:pt idx="4">
                  <c:v>0.81126785765999998</c:v>
                </c:pt>
                <c:pt idx="5">
                  <c:v>0.91126785765999996</c:v>
                </c:pt>
                <c:pt idx="6">
                  <c:v>1.01126785766</c:v>
                </c:pt>
                <c:pt idx="7">
                  <c:v>1.1112678576599999</c:v>
                </c:pt>
              </c:numCache>
            </c:numRef>
          </c:xVal>
          <c:yVal>
            <c:numRef>
              <c:f>'Chart Data'!$D$2:$D$9</c:f>
              <c:numCache>
                <c:formatCode>0</c:formatCode>
                <c:ptCount val="8"/>
                <c:pt idx="0">
                  <c:v>1</c:v>
                </c:pt>
                <c:pt idx="1">
                  <c:v>1</c:v>
                </c:pt>
                <c:pt idx="2">
                  <c:v>1</c:v>
                </c:pt>
                <c:pt idx="3">
                  <c:v>1</c:v>
                </c:pt>
                <c:pt idx="4">
                  <c:v>1</c:v>
                </c:pt>
                <c:pt idx="5">
                  <c:v>1</c:v>
                </c:pt>
                <c:pt idx="6">
                  <c:v>1</c:v>
                </c:pt>
                <c:pt idx="7">
                  <c:v>1</c:v>
                </c:pt>
              </c:numCache>
            </c:numRef>
          </c:yVal>
          <c:smooth val="1"/>
          <c:extLst>
            <c:ext xmlns:c16="http://schemas.microsoft.com/office/drawing/2014/chart" uri="{C3380CC4-5D6E-409C-BE32-E72D297353CC}">
              <c16:uniqueId val="{00000001-E5EC-4006-B5A1-B00BCD18B8B7}"/>
            </c:ext>
          </c:extLst>
        </c:ser>
        <c:ser>
          <c:idx val="2"/>
          <c:order val="2"/>
          <c:tx>
            <c:v>Neuron 2</c:v>
          </c:tx>
          <c:spPr>
            <a:ln w="0">
              <a:noFill/>
            </a:ln>
          </c:spPr>
          <c:marker>
            <c:symbol val="square"/>
            <c:size val="5"/>
            <c:spPr>
              <a:noFill/>
            </c:spPr>
          </c:marker>
          <c:xVal>
            <c:numRef>
              <c:f>'Chart Data'!$E$2:$E$9</c:f>
              <c:numCache>
                <c:formatCode>General</c:formatCode>
                <c:ptCount val="8"/>
                <c:pt idx="0">
                  <c:v>0.40579984854500001</c:v>
                </c:pt>
                <c:pt idx="1">
                  <c:v>0.50579984854500004</c:v>
                </c:pt>
                <c:pt idx="2">
                  <c:v>0.60579984854500002</c:v>
                </c:pt>
                <c:pt idx="3">
                  <c:v>0.705799848545</c:v>
                </c:pt>
                <c:pt idx="4">
                  <c:v>0.80579984854499997</c:v>
                </c:pt>
                <c:pt idx="5">
                  <c:v>0.90579984854499995</c:v>
                </c:pt>
                <c:pt idx="6">
                  <c:v>1.0057998485499999</c:v>
                </c:pt>
                <c:pt idx="7">
                  <c:v>1.10579984855</c:v>
                </c:pt>
              </c:numCache>
            </c:numRef>
          </c:xVal>
          <c:yVal>
            <c:numRef>
              <c:f>'Chart Data'!$F$2:$F$9</c:f>
              <c:numCache>
                <c:formatCode>0</c:formatCode>
                <c:ptCount val="8"/>
                <c:pt idx="0">
                  <c:v>2</c:v>
                </c:pt>
                <c:pt idx="1">
                  <c:v>2</c:v>
                </c:pt>
                <c:pt idx="2">
                  <c:v>2</c:v>
                </c:pt>
                <c:pt idx="3">
                  <c:v>2</c:v>
                </c:pt>
                <c:pt idx="4">
                  <c:v>2</c:v>
                </c:pt>
                <c:pt idx="5">
                  <c:v>2</c:v>
                </c:pt>
                <c:pt idx="6">
                  <c:v>2</c:v>
                </c:pt>
                <c:pt idx="7">
                  <c:v>2</c:v>
                </c:pt>
              </c:numCache>
            </c:numRef>
          </c:yVal>
          <c:smooth val="1"/>
          <c:extLst>
            <c:ext xmlns:c16="http://schemas.microsoft.com/office/drawing/2014/chart" uri="{C3380CC4-5D6E-409C-BE32-E72D297353CC}">
              <c16:uniqueId val="{00000002-E5EC-4006-B5A1-B00BCD18B8B7}"/>
            </c:ext>
          </c:extLst>
        </c:ser>
        <c:ser>
          <c:idx val="3"/>
          <c:order val="3"/>
          <c:tx>
            <c:v>Neuron 3</c:v>
          </c:tx>
          <c:spPr>
            <a:ln w="0">
              <a:noFill/>
            </a:ln>
          </c:spPr>
          <c:marker>
            <c:symbol val="square"/>
            <c:size val="5"/>
            <c:spPr>
              <a:noFill/>
            </c:spPr>
          </c:marker>
          <c:xVal>
            <c:numRef>
              <c:f>'Chart Data'!$G$2:$G$9</c:f>
              <c:numCache>
                <c:formatCode>General</c:formatCode>
                <c:ptCount val="8"/>
                <c:pt idx="0">
                  <c:v>0.40246646210499998</c:v>
                </c:pt>
                <c:pt idx="1">
                  <c:v>0.50246646210500001</c:v>
                </c:pt>
                <c:pt idx="2">
                  <c:v>0.60246646210499999</c:v>
                </c:pt>
                <c:pt idx="3">
                  <c:v>0.70246646210499997</c:v>
                </c:pt>
                <c:pt idx="4">
                  <c:v>0.80246646210499994</c:v>
                </c:pt>
                <c:pt idx="5">
                  <c:v>0.90246646210500003</c:v>
                </c:pt>
                <c:pt idx="6">
                  <c:v>1.0024664620999999</c:v>
                </c:pt>
                <c:pt idx="7">
                  <c:v>1.1024664621</c:v>
                </c:pt>
              </c:numCache>
            </c:numRef>
          </c:xVal>
          <c:yVal>
            <c:numRef>
              <c:f>'Chart Data'!$H$2:$H$9</c:f>
              <c:numCache>
                <c:formatCode>0</c:formatCode>
                <c:ptCount val="8"/>
                <c:pt idx="0">
                  <c:v>3</c:v>
                </c:pt>
                <c:pt idx="1">
                  <c:v>3</c:v>
                </c:pt>
                <c:pt idx="2">
                  <c:v>3</c:v>
                </c:pt>
                <c:pt idx="3">
                  <c:v>3</c:v>
                </c:pt>
                <c:pt idx="4">
                  <c:v>3</c:v>
                </c:pt>
                <c:pt idx="5">
                  <c:v>3</c:v>
                </c:pt>
                <c:pt idx="6">
                  <c:v>3</c:v>
                </c:pt>
                <c:pt idx="7">
                  <c:v>3</c:v>
                </c:pt>
              </c:numCache>
            </c:numRef>
          </c:yVal>
          <c:smooth val="1"/>
          <c:extLst>
            <c:ext xmlns:c16="http://schemas.microsoft.com/office/drawing/2014/chart" uri="{C3380CC4-5D6E-409C-BE32-E72D297353CC}">
              <c16:uniqueId val="{00000003-E5EC-4006-B5A1-B00BCD18B8B7}"/>
            </c:ext>
          </c:extLst>
        </c:ser>
        <c:ser>
          <c:idx val="4"/>
          <c:order val="4"/>
          <c:tx>
            <c:v>Neuron 4</c:v>
          </c:tx>
          <c:spPr>
            <a:ln w="0">
              <a:noFill/>
            </a:ln>
          </c:spPr>
          <c:marker>
            <c:symbol val="square"/>
            <c:size val="5"/>
            <c:spPr>
              <a:noFill/>
            </c:spPr>
          </c:marker>
          <c:xVal>
            <c:numRef>
              <c:f>'Chart Data'!$I$2:$I$9</c:f>
              <c:numCache>
                <c:formatCode>General</c:formatCode>
                <c:ptCount val="8"/>
                <c:pt idx="0">
                  <c:v>0.49140046601100001</c:v>
                </c:pt>
                <c:pt idx="1">
                  <c:v>0.59140046601100005</c:v>
                </c:pt>
                <c:pt idx="2">
                  <c:v>0.69140046601100003</c:v>
                </c:pt>
                <c:pt idx="3">
                  <c:v>0.791400466011</c:v>
                </c:pt>
                <c:pt idx="4">
                  <c:v>0.89140046601099998</c:v>
                </c:pt>
                <c:pt idx="5">
                  <c:v>0.99140046601099996</c:v>
                </c:pt>
                <c:pt idx="6">
                  <c:v>1.0914004660100001</c:v>
                </c:pt>
                <c:pt idx="7">
                  <c:v>1.1914004660099999</c:v>
                </c:pt>
              </c:numCache>
            </c:numRef>
          </c:xVal>
          <c:yVal>
            <c:numRef>
              <c:f>'Chart Data'!$J$2:$J$9</c:f>
              <c:numCache>
                <c:formatCode>0</c:formatCode>
                <c:ptCount val="8"/>
                <c:pt idx="0">
                  <c:v>4</c:v>
                </c:pt>
                <c:pt idx="1">
                  <c:v>4</c:v>
                </c:pt>
                <c:pt idx="2">
                  <c:v>4</c:v>
                </c:pt>
                <c:pt idx="3">
                  <c:v>4</c:v>
                </c:pt>
                <c:pt idx="4">
                  <c:v>4</c:v>
                </c:pt>
                <c:pt idx="5">
                  <c:v>4</c:v>
                </c:pt>
                <c:pt idx="6">
                  <c:v>4</c:v>
                </c:pt>
                <c:pt idx="7">
                  <c:v>4</c:v>
                </c:pt>
              </c:numCache>
            </c:numRef>
          </c:yVal>
          <c:smooth val="1"/>
          <c:extLst>
            <c:ext xmlns:c16="http://schemas.microsoft.com/office/drawing/2014/chart" uri="{C3380CC4-5D6E-409C-BE32-E72D297353CC}">
              <c16:uniqueId val="{00000004-E5EC-4006-B5A1-B00BCD18B8B7}"/>
            </c:ext>
          </c:extLst>
        </c:ser>
        <c:ser>
          <c:idx val="5"/>
          <c:order val="5"/>
          <c:tx>
            <c:v>Neuron 5</c:v>
          </c:tx>
          <c:spPr>
            <a:ln w="0">
              <a:noFill/>
            </a:ln>
          </c:spPr>
          <c:marker>
            <c:symbol val="square"/>
            <c:size val="5"/>
            <c:spPr>
              <a:noFill/>
            </c:spPr>
          </c:marker>
          <c:xVal>
            <c:numRef>
              <c:f>'Chart Data'!$K$2:$K$9</c:f>
              <c:numCache>
                <c:formatCode>General</c:formatCode>
                <c:ptCount val="8"/>
                <c:pt idx="0">
                  <c:v>0.49139986300799998</c:v>
                </c:pt>
                <c:pt idx="1">
                  <c:v>0.59139986300799996</c:v>
                </c:pt>
                <c:pt idx="2">
                  <c:v>0.69139986300800005</c:v>
                </c:pt>
                <c:pt idx="3">
                  <c:v>0.79139986300800003</c:v>
                </c:pt>
                <c:pt idx="4">
                  <c:v>0.891399863008</c:v>
                </c:pt>
                <c:pt idx="5">
                  <c:v>0.99139986300799998</c:v>
                </c:pt>
                <c:pt idx="6">
                  <c:v>1.0913998630099999</c:v>
                </c:pt>
                <c:pt idx="7">
                  <c:v>1.19139986301</c:v>
                </c:pt>
              </c:numCache>
            </c:numRef>
          </c:xVal>
          <c:yVal>
            <c:numRef>
              <c:f>'Chart Data'!$L$2:$L$9</c:f>
              <c:numCache>
                <c:formatCode>0</c:formatCode>
                <c:ptCount val="8"/>
                <c:pt idx="0">
                  <c:v>5</c:v>
                </c:pt>
                <c:pt idx="1">
                  <c:v>5</c:v>
                </c:pt>
                <c:pt idx="2">
                  <c:v>5</c:v>
                </c:pt>
                <c:pt idx="3">
                  <c:v>5</c:v>
                </c:pt>
                <c:pt idx="4">
                  <c:v>5</c:v>
                </c:pt>
                <c:pt idx="5">
                  <c:v>5</c:v>
                </c:pt>
                <c:pt idx="6">
                  <c:v>5</c:v>
                </c:pt>
                <c:pt idx="7">
                  <c:v>5</c:v>
                </c:pt>
              </c:numCache>
            </c:numRef>
          </c:yVal>
          <c:smooth val="1"/>
          <c:extLst>
            <c:ext xmlns:c16="http://schemas.microsoft.com/office/drawing/2014/chart" uri="{C3380CC4-5D6E-409C-BE32-E72D297353CC}">
              <c16:uniqueId val="{00000005-E5EC-4006-B5A1-B00BCD18B8B7}"/>
            </c:ext>
          </c:extLst>
        </c:ser>
        <c:ser>
          <c:idx val="6"/>
          <c:order val="6"/>
          <c:tx>
            <c:v>Neuron 6</c:v>
          </c:tx>
          <c:spPr>
            <a:ln w="0">
              <a:noFill/>
            </a:ln>
          </c:spPr>
          <c:marker>
            <c:symbol val="square"/>
            <c:size val="5"/>
            <c:spPr>
              <a:noFill/>
            </c:spPr>
          </c:marker>
          <c:xVal>
            <c:numRef>
              <c:f>'Chart Data'!$M$2:$M$9</c:f>
              <c:numCache>
                <c:formatCode>General</c:formatCode>
                <c:ptCount val="8"/>
                <c:pt idx="0">
                  <c:v>0.488952090304</c:v>
                </c:pt>
                <c:pt idx="1">
                  <c:v>0.58895209030399998</c:v>
                </c:pt>
                <c:pt idx="2">
                  <c:v>0.68895209030399995</c:v>
                </c:pt>
                <c:pt idx="3">
                  <c:v>0.78895209030400004</c:v>
                </c:pt>
                <c:pt idx="4">
                  <c:v>0.88895209030400002</c:v>
                </c:pt>
                <c:pt idx="5">
                  <c:v>0.988952090304</c:v>
                </c:pt>
                <c:pt idx="6">
                  <c:v>1.0889520903000001</c:v>
                </c:pt>
                <c:pt idx="7">
                  <c:v>1.1889520902999999</c:v>
                </c:pt>
              </c:numCache>
            </c:numRef>
          </c:xVal>
          <c:yVal>
            <c:numRef>
              <c:f>'Chart Data'!$N$2:$N$9</c:f>
              <c:numCache>
                <c:formatCode>0</c:formatCode>
                <c:ptCount val="8"/>
                <c:pt idx="0">
                  <c:v>6</c:v>
                </c:pt>
                <c:pt idx="1">
                  <c:v>6</c:v>
                </c:pt>
                <c:pt idx="2">
                  <c:v>6</c:v>
                </c:pt>
                <c:pt idx="3">
                  <c:v>6</c:v>
                </c:pt>
                <c:pt idx="4">
                  <c:v>6</c:v>
                </c:pt>
                <c:pt idx="5">
                  <c:v>6</c:v>
                </c:pt>
                <c:pt idx="6">
                  <c:v>6</c:v>
                </c:pt>
                <c:pt idx="7">
                  <c:v>6</c:v>
                </c:pt>
              </c:numCache>
            </c:numRef>
          </c:yVal>
          <c:smooth val="1"/>
          <c:extLst>
            <c:ext xmlns:c16="http://schemas.microsoft.com/office/drawing/2014/chart" uri="{C3380CC4-5D6E-409C-BE32-E72D297353CC}">
              <c16:uniqueId val="{00000006-E5EC-4006-B5A1-B00BCD18B8B7}"/>
            </c:ext>
          </c:extLst>
        </c:ser>
        <c:ser>
          <c:idx val="7"/>
          <c:order val="7"/>
          <c:tx>
            <c:v>Neuron 7</c:v>
          </c:tx>
          <c:spPr>
            <a:ln w="0">
              <a:noFill/>
            </a:ln>
          </c:spPr>
          <c:marker>
            <c:symbol val="square"/>
            <c:size val="5"/>
            <c:spPr>
              <a:noFill/>
            </c:spPr>
          </c:marker>
          <c:xVal>
            <c:numRef>
              <c:f>'Chart Data'!$O$2:$O$9</c:f>
              <c:numCache>
                <c:formatCode>General</c:formatCode>
                <c:ptCount val="8"/>
                <c:pt idx="0">
                  <c:v>0.40915440364400002</c:v>
                </c:pt>
                <c:pt idx="1">
                  <c:v>0.509154403644</c:v>
                </c:pt>
                <c:pt idx="2">
                  <c:v>0.60915440364399998</c:v>
                </c:pt>
                <c:pt idx="3">
                  <c:v>0.70915440364399995</c:v>
                </c:pt>
                <c:pt idx="4">
                  <c:v>0.80915440364400004</c:v>
                </c:pt>
                <c:pt idx="5">
                  <c:v>0.90915440364400002</c:v>
                </c:pt>
                <c:pt idx="6">
                  <c:v>1.00915440364</c:v>
                </c:pt>
                <c:pt idx="7">
                  <c:v>1.1091544036400001</c:v>
                </c:pt>
              </c:numCache>
            </c:numRef>
          </c:xVal>
          <c:yVal>
            <c:numRef>
              <c:f>'Chart Data'!$P$2:$P$9</c:f>
              <c:numCache>
                <c:formatCode>0</c:formatCode>
                <c:ptCount val="8"/>
                <c:pt idx="0">
                  <c:v>7</c:v>
                </c:pt>
                <c:pt idx="1">
                  <c:v>7</c:v>
                </c:pt>
                <c:pt idx="2">
                  <c:v>7</c:v>
                </c:pt>
                <c:pt idx="3">
                  <c:v>7</c:v>
                </c:pt>
                <c:pt idx="4">
                  <c:v>7</c:v>
                </c:pt>
                <c:pt idx="5">
                  <c:v>7</c:v>
                </c:pt>
                <c:pt idx="6">
                  <c:v>7</c:v>
                </c:pt>
                <c:pt idx="7">
                  <c:v>7</c:v>
                </c:pt>
              </c:numCache>
            </c:numRef>
          </c:yVal>
          <c:smooth val="1"/>
          <c:extLst>
            <c:ext xmlns:c16="http://schemas.microsoft.com/office/drawing/2014/chart" uri="{C3380CC4-5D6E-409C-BE32-E72D297353CC}">
              <c16:uniqueId val="{00000007-E5EC-4006-B5A1-B00BCD18B8B7}"/>
            </c:ext>
          </c:extLst>
        </c:ser>
        <c:ser>
          <c:idx val="8"/>
          <c:order val="8"/>
          <c:tx>
            <c:v>Neuron 8</c:v>
          </c:tx>
          <c:spPr>
            <a:ln w="0">
              <a:noFill/>
            </a:ln>
          </c:spPr>
          <c:marker>
            <c:symbol val="square"/>
            <c:size val="5"/>
            <c:spPr>
              <a:noFill/>
            </c:spPr>
          </c:marker>
          <c:xVal>
            <c:numRef>
              <c:f>'Chart Data'!$Q$2:$Q$9</c:f>
              <c:numCache>
                <c:formatCode>General</c:formatCode>
                <c:ptCount val="8"/>
                <c:pt idx="0">
                  <c:v>0.40252787529400003</c:v>
                </c:pt>
                <c:pt idx="1">
                  <c:v>0.502527875294</c:v>
                </c:pt>
                <c:pt idx="2">
                  <c:v>0.60252787529399998</c:v>
                </c:pt>
                <c:pt idx="3">
                  <c:v>0.70252787529399996</c:v>
                </c:pt>
                <c:pt idx="4">
                  <c:v>0.80252787529400005</c:v>
                </c:pt>
                <c:pt idx="5">
                  <c:v>0.90252787529400003</c:v>
                </c:pt>
                <c:pt idx="6">
                  <c:v>1.00252787529</c:v>
                </c:pt>
                <c:pt idx="7">
                  <c:v>1.1025278752900001</c:v>
                </c:pt>
              </c:numCache>
            </c:numRef>
          </c:xVal>
          <c:yVal>
            <c:numRef>
              <c:f>'Chart Data'!$R$2:$R$9</c:f>
              <c:numCache>
                <c:formatCode>0</c:formatCode>
                <c:ptCount val="8"/>
                <c:pt idx="0">
                  <c:v>8</c:v>
                </c:pt>
                <c:pt idx="1">
                  <c:v>8</c:v>
                </c:pt>
                <c:pt idx="2">
                  <c:v>8</c:v>
                </c:pt>
                <c:pt idx="3">
                  <c:v>8</c:v>
                </c:pt>
                <c:pt idx="4">
                  <c:v>8</c:v>
                </c:pt>
                <c:pt idx="5">
                  <c:v>8</c:v>
                </c:pt>
                <c:pt idx="6">
                  <c:v>8</c:v>
                </c:pt>
                <c:pt idx="7">
                  <c:v>8</c:v>
                </c:pt>
              </c:numCache>
            </c:numRef>
          </c:yVal>
          <c:smooth val="1"/>
          <c:extLst>
            <c:ext xmlns:c16="http://schemas.microsoft.com/office/drawing/2014/chart" uri="{C3380CC4-5D6E-409C-BE32-E72D297353CC}">
              <c16:uniqueId val="{00000008-E5EC-4006-B5A1-B00BCD18B8B7}"/>
            </c:ext>
          </c:extLst>
        </c:ser>
        <c:ser>
          <c:idx val="9"/>
          <c:order val="9"/>
          <c:tx>
            <c:v>Neuron 9</c:v>
          </c:tx>
          <c:spPr>
            <a:ln w="0">
              <a:noFill/>
            </a:ln>
          </c:spPr>
          <c:marker>
            <c:symbol val="square"/>
            <c:size val="5"/>
            <c:spPr>
              <a:noFill/>
            </c:spPr>
          </c:marker>
          <c:xVal>
            <c:numRef>
              <c:f>'Chart Data'!$S$2:$S$9</c:f>
              <c:numCache>
                <c:formatCode>General</c:formatCode>
                <c:ptCount val="8"/>
                <c:pt idx="0">
                  <c:v>0.40520181444499997</c:v>
                </c:pt>
                <c:pt idx="1">
                  <c:v>0.50520181444500001</c:v>
                </c:pt>
                <c:pt idx="2">
                  <c:v>0.60520181444499999</c:v>
                </c:pt>
                <c:pt idx="3">
                  <c:v>0.70520181444499996</c:v>
                </c:pt>
                <c:pt idx="4">
                  <c:v>0.80520181444500005</c:v>
                </c:pt>
                <c:pt idx="5">
                  <c:v>0.90520181444500003</c:v>
                </c:pt>
                <c:pt idx="6">
                  <c:v>1.0052018144399999</c:v>
                </c:pt>
                <c:pt idx="7">
                  <c:v>1.10520181444</c:v>
                </c:pt>
              </c:numCache>
            </c:numRef>
          </c:xVal>
          <c:yVal>
            <c:numRef>
              <c:f>'Chart Data'!$T$2:$T$9</c:f>
              <c:numCache>
                <c:formatCode>0</c:formatCode>
                <c:ptCount val="8"/>
                <c:pt idx="0">
                  <c:v>9</c:v>
                </c:pt>
                <c:pt idx="1">
                  <c:v>9</c:v>
                </c:pt>
                <c:pt idx="2">
                  <c:v>9</c:v>
                </c:pt>
                <c:pt idx="3">
                  <c:v>9</c:v>
                </c:pt>
                <c:pt idx="4">
                  <c:v>9</c:v>
                </c:pt>
                <c:pt idx="5">
                  <c:v>9</c:v>
                </c:pt>
                <c:pt idx="6">
                  <c:v>9</c:v>
                </c:pt>
                <c:pt idx="7">
                  <c:v>9</c:v>
                </c:pt>
              </c:numCache>
            </c:numRef>
          </c:yVal>
          <c:smooth val="1"/>
          <c:extLst>
            <c:ext xmlns:c16="http://schemas.microsoft.com/office/drawing/2014/chart" uri="{C3380CC4-5D6E-409C-BE32-E72D297353CC}">
              <c16:uniqueId val="{00000009-E5EC-4006-B5A1-B00BCD18B8B7}"/>
            </c:ext>
          </c:extLst>
        </c:ser>
        <c:ser>
          <c:idx val="10"/>
          <c:order val="10"/>
          <c:tx>
            <c:v>Neuron 10</c:v>
          </c:tx>
          <c:spPr>
            <a:ln w="0">
              <a:noFill/>
            </a:ln>
          </c:spPr>
          <c:marker>
            <c:symbol val="square"/>
            <c:size val="5"/>
            <c:spPr>
              <a:noFill/>
            </c:spPr>
          </c:marker>
          <c:xVal>
            <c:numRef>
              <c:f>'Chart Data'!$U$2:$U$9</c:f>
              <c:numCache>
                <c:formatCode>General</c:formatCode>
                <c:ptCount val="8"/>
                <c:pt idx="0">
                  <c:v>0.488014612357</c:v>
                </c:pt>
                <c:pt idx="1">
                  <c:v>0.58801461235700003</c:v>
                </c:pt>
                <c:pt idx="2">
                  <c:v>0.68801461235700001</c:v>
                </c:pt>
                <c:pt idx="3">
                  <c:v>0.78801461235699999</c:v>
                </c:pt>
                <c:pt idx="4">
                  <c:v>0.88801461235699997</c:v>
                </c:pt>
                <c:pt idx="5">
                  <c:v>0.98801461235700005</c:v>
                </c:pt>
                <c:pt idx="6">
                  <c:v>1.0880146123600001</c:v>
                </c:pt>
                <c:pt idx="7">
                  <c:v>1.1880146123599999</c:v>
                </c:pt>
              </c:numCache>
            </c:numRef>
          </c:xVal>
          <c:yVal>
            <c:numRef>
              <c:f>'Chart Data'!$V$2:$V$9</c:f>
              <c:numCache>
                <c:formatCode>0</c:formatCode>
                <c:ptCount val="8"/>
                <c:pt idx="0">
                  <c:v>10</c:v>
                </c:pt>
                <c:pt idx="1">
                  <c:v>10</c:v>
                </c:pt>
                <c:pt idx="2">
                  <c:v>10</c:v>
                </c:pt>
                <c:pt idx="3">
                  <c:v>10</c:v>
                </c:pt>
                <c:pt idx="4">
                  <c:v>10</c:v>
                </c:pt>
                <c:pt idx="5">
                  <c:v>10</c:v>
                </c:pt>
                <c:pt idx="6">
                  <c:v>10</c:v>
                </c:pt>
                <c:pt idx="7">
                  <c:v>10</c:v>
                </c:pt>
              </c:numCache>
            </c:numRef>
          </c:yVal>
          <c:smooth val="1"/>
          <c:extLst>
            <c:ext xmlns:c16="http://schemas.microsoft.com/office/drawing/2014/chart" uri="{C3380CC4-5D6E-409C-BE32-E72D297353CC}">
              <c16:uniqueId val="{0000000A-E5EC-4006-B5A1-B00BCD18B8B7}"/>
            </c:ext>
          </c:extLst>
        </c:ser>
        <c:ser>
          <c:idx val="11"/>
          <c:order val="11"/>
          <c:tx>
            <c:v>Neuron 11</c:v>
          </c:tx>
          <c:spPr>
            <a:ln w="0">
              <a:noFill/>
            </a:ln>
          </c:spPr>
          <c:marker>
            <c:symbol val="square"/>
            <c:size val="5"/>
            <c:spPr>
              <a:noFill/>
            </c:spPr>
          </c:marker>
          <c:xVal>
            <c:numRef>
              <c:f>'Chart Data'!$W$2:$W$9</c:f>
              <c:numCache>
                <c:formatCode>General</c:formatCode>
                <c:ptCount val="8"/>
                <c:pt idx="0">
                  <c:v>0.41174774630400002</c:v>
                </c:pt>
                <c:pt idx="1">
                  <c:v>0.511747746304</c:v>
                </c:pt>
                <c:pt idx="2">
                  <c:v>0.61174774630399997</c:v>
                </c:pt>
                <c:pt idx="3">
                  <c:v>0.71174774630399995</c:v>
                </c:pt>
                <c:pt idx="4">
                  <c:v>0.81174774630400004</c:v>
                </c:pt>
                <c:pt idx="5">
                  <c:v>0.91174774630400002</c:v>
                </c:pt>
                <c:pt idx="6">
                  <c:v>1.0117477463</c:v>
                </c:pt>
                <c:pt idx="7">
                  <c:v>1.1117477463000001</c:v>
                </c:pt>
              </c:numCache>
            </c:numRef>
          </c:xVal>
          <c:yVal>
            <c:numRef>
              <c:f>'Chart Data'!$X$2:$X$9</c:f>
              <c:numCache>
                <c:formatCode>0</c:formatCode>
                <c:ptCount val="8"/>
                <c:pt idx="0">
                  <c:v>11</c:v>
                </c:pt>
                <c:pt idx="1">
                  <c:v>11</c:v>
                </c:pt>
                <c:pt idx="2">
                  <c:v>11</c:v>
                </c:pt>
                <c:pt idx="3">
                  <c:v>11</c:v>
                </c:pt>
                <c:pt idx="4">
                  <c:v>11</c:v>
                </c:pt>
                <c:pt idx="5">
                  <c:v>11</c:v>
                </c:pt>
                <c:pt idx="6">
                  <c:v>11</c:v>
                </c:pt>
                <c:pt idx="7">
                  <c:v>11</c:v>
                </c:pt>
              </c:numCache>
            </c:numRef>
          </c:yVal>
          <c:smooth val="1"/>
          <c:extLst>
            <c:ext xmlns:c16="http://schemas.microsoft.com/office/drawing/2014/chart" uri="{C3380CC4-5D6E-409C-BE32-E72D297353CC}">
              <c16:uniqueId val="{0000000B-E5EC-4006-B5A1-B00BCD18B8B7}"/>
            </c:ext>
          </c:extLst>
        </c:ser>
        <c:ser>
          <c:idx val="12"/>
          <c:order val="12"/>
          <c:tx>
            <c:v>Neuron 12</c:v>
          </c:tx>
          <c:spPr>
            <a:ln w="0">
              <a:noFill/>
            </a:ln>
          </c:spPr>
          <c:marker>
            <c:symbol val="square"/>
            <c:size val="5"/>
            <c:spPr>
              <a:noFill/>
            </c:spPr>
          </c:marker>
          <c:xVal>
            <c:numRef>
              <c:f>'Chart Data'!$Y$2:$Y$11</c:f>
              <c:numCache>
                <c:formatCode>General</c:formatCode>
                <c:ptCount val="10"/>
                <c:pt idx="0">
                  <c:v>0.40502343372100003</c:v>
                </c:pt>
                <c:pt idx="1">
                  <c:v>0.44515923147100001</c:v>
                </c:pt>
                <c:pt idx="2">
                  <c:v>0.48568151603699999</c:v>
                </c:pt>
                <c:pt idx="3">
                  <c:v>0.558232261929</c:v>
                </c:pt>
                <c:pt idx="4">
                  <c:v>0.707017828101</c:v>
                </c:pt>
                <c:pt idx="5">
                  <c:v>0.82012524145700005</c:v>
                </c:pt>
                <c:pt idx="6">
                  <c:v>0.88896983996800005</c:v>
                </c:pt>
                <c:pt idx="7">
                  <c:v>1.0782440147500001</c:v>
                </c:pt>
                <c:pt idx="8">
                  <c:v>1.10829092049</c:v>
                </c:pt>
                <c:pt idx="9">
                  <c:v>1.1773940228899999</c:v>
                </c:pt>
              </c:numCache>
            </c:numRef>
          </c:xVal>
          <c:yVal>
            <c:numRef>
              <c:f>'Chart Data'!$Z$2:$Z$11</c:f>
              <c:numCache>
                <c:formatCode>0</c:formatCode>
                <c:ptCount val="10"/>
                <c:pt idx="0">
                  <c:v>12</c:v>
                </c:pt>
                <c:pt idx="1">
                  <c:v>12</c:v>
                </c:pt>
                <c:pt idx="2">
                  <c:v>12</c:v>
                </c:pt>
                <c:pt idx="3">
                  <c:v>12</c:v>
                </c:pt>
                <c:pt idx="4">
                  <c:v>12</c:v>
                </c:pt>
                <c:pt idx="5">
                  <c:v>12</c:v>
                </c:pt>
                <c:pt idx="6">
                  <c:v>12</c:v>
                </c:pt>
                <c:pt idx="7">
                  <c:v>12</c:v>
                </c:pt>
                <c:pt idx="8">
                  <c:v>12</c:v>
                </c:pt>
                <c:pt idx="9">
                  <c:v>12</c:v>
                </c:pt>
              </c:numCache>
            </c:numRef>
          </c:yVal>
          <c:smooth val="1"/>
          <c:extLst>
            <c:ext xmlns:c16="http://schemas.microsoft.com/office/drawing/2014/chart" uri="{C3380CC4-5D6E-409C-BE32-E72D297353CC}">
              <c16:uniqueId val="{0000000C-E5EC-4006-B5A1-B00BCD18B8B7}"/>
            </c:ext>
          </c:extLst>
        </c:ser>
        <c:ser>
          <c:idx val="13"/>
          <c:order val="13"/>
          <c:tx>
            <c:v>Neuron 13</c:v>
          </c:tx>
          <c:spPr>
            <a:ln w="0">
              <a:noFill/>
            </a:ln>
          </c:spPr>
          <c:marker>
            <c:symbol val="square"/>
            <c:size val="5"/>
            <c:spPr>
              <a:noFill/>
            </c:spPr>
          </c:marker>
          <c:xVal>
            <c:numRef>
              <c:f>'Chart Data'!$AA$2:$AA$5</c:f>
              <c:numCache>
                <c:formatCode>General</c:formatCode>
                <c:ptCount val="4"/>
                <c:pt idx="0">
                  <c:v>0.52048614935000004</c:v>
                </c:pt>
                <c:pt idx="1">
                  <c:v>0.55787839974499998</c:v>
                </c:pt>
                <c:pt idx="2">
                  <c:v>0.57133118592099996</c:v>
                </c:pt>
                <c:pt idx="3">
                  <c:v>1.16606874462</c:v>
                </c:pt>
              </c:numCache>
            </c:numRef>
          </c:xVal>
          <c:yVal>
            <c:numRef>
              <c:f>'Chart Data'!$AB$2:$AB$5</c:f>
              <c:numCache>
                <c:formatCode>0</c:formatCode>
                <c:ptCount val="4"/>
                <c:pt idx="0">
                  <c:v>13</c:v>
                </c:pt>
                <c:pt idx="1">
                  <c:v>13</c:v>
                </c:pt>
                <c:pt idx="2">
                  <c:v>13</c:v>
                </c:pt>
                <c:pt idx="3">
                  <c:v>13</c:v>
                </c:pt>
              </c:numCache>
            </c:numRef>
          </c:yVal>
          <c:smooth val="1"/>
          <c:extLst>
            <c:ext xmlns:c16="http://schemas.microsoft.com/office/drawing/2014/chart" uri="{C3380CC4-5D6E-409C-BE32-E72D297353CC}">
              <c16:uniqueId val="{0000000D-E5EC-4006-B5A1-B00BCD18B8B7}"/>
            </c:ext>
          </c:extLst>
        </c:ser>
        <c:ser>
          <c:idx val="14"/>
          <c:order val="14"/>
          <c:tx>
            <c:v>Neuron 14</c:v>
          </c:tx>
          <c:spPr>
            <a:ln w="0">
              <a:noFill/>
            </a:ln>
          </c:spPr>
          <c:marker>
            <c:symbol val="square"/>
            <c:size val="5"/>
            <c:spPr>
              <a:noFill/>
            </c:spPr>
          </c:marker>
          <c:xVal>
            <c:numRef>
              <c:f>'Chart Data'!$AC$2:$AC$8</c:f>
              <c:numCache>
                <c:formatCode>General</c:formatCode>
                <c:ptCount val="7"/>
                <c:pt idx="0">
                  <c:v>0.48708332176699998</c:v>
                </c:pt>
                <c:pt idx="1">
                  <c:v>0.54697487713500004</c:v>
                </c:pt>
                <c:pt idx="2">
                  <c:v>0.76422603684799995</c:v>
                </c:pt>
                <c:pt idx="3">
                  <c:v>0.83893535318000001</c:v>
                </c:pt>
                <c:pt idx="4">
                  <c:v>0.98575753236200003</c:v>
                </c:pt>
                <c:pt idx="5">
                  <c:v>1.1440022919599999</c:v>
                </c:pt>
                <c:pt idx="6">
                  <c:v>1.18488001186</c:v>
                </c:pt>
              </c:numCache>
            </c:numRef>
          </c:xVal>
          <c:yVal>
            <c:numRef>
              <c:f>'Chart Data'!$AD$2:$AD$8</c:f>
              <c:numCache>
                <c:formatCode>0</c:formatCode>
                <c:ptCount val="7"/>
                <c:pt idx="0">
                  <c:v>14</c:v>
                </c:pt>
                <c:pt idx="1">
                  <c:v>14</c:v>
                </c:pt>
                <c:pt idx="2">
                  <c:v>14</c:v>
                </c:pt>
                <c:pt idx="3">
                  <c:v>14</c:v>
                </c:pt>
                <c:pt idx="4">
                  <c:v>14</c:v>
                </c:pt>
                <c:pt idx="5">
                  <c:v>14</c:v>
                </c:pt>
                <c:pt idx="6">
                  <c:v>14</c:v>
                </c:pt>
              </c:numCache>
            </c:numRef>
          </c:yVal>
          <c:smooth val="1"/>
          <c:extLst>
            <c:ext xmlns:c16="http://schemas.microsoft.com/office/drawing/2014/chart" uri="{C3380CC4-5D6E-409C-BE32-E72D297353CC}">
              <c16:uniqueId val="{0000000E-E5EC-4006-B5A1-B00BCD18B8B7}"/>
            </c:ext>
          </c:extLst>
        </c:ser>
        <c:ser>
          <c:idx val="15"/>
          <c:order val="15"/>
          <c:tx>
            <c:v>Neuron 15</c:v>
          </c:tx>
          <c:spPr>
            <a:ln w="0">
              <a:noFill/>
            </a:ln>
          </c:spPr>
          <c:marker>
            <c:symbol val="square"/>
            <c:size val="5"/>
            <c:spPr>
              <a:noFill/>
            </c:spPr>
          </c:marker>
          <c:xVal>
            <c:numRef>
              <c:f>'Chart Data'!$AE$2:$AE$6</c:f>
              <c:numCache>
                <c:formatCode>General</c:formatCode>
                <c:ptCount val="5"/>
                <c:pt idx="0">
                  <c:v>0.64623946947300004</c:v>
                </c:pt>
                <c:pt idx="1">
                  <c:v>0.73448486937900004</c:v>
                </c:pt>
                <c:pt idx="2">
                  <c:v>0.80044543740600005</c:v>
                </c:pt>
                <c:pt idx="3">
                  <c:v>0.95692685404699995</c:v>
                </c:pt>
                <c:pt idx="4">
                  <c:v>0.98730648361200002</c:v>
                </c:pt>
              </c:numCache>
            </c:numRef>
          </c:xVal>
          <c:yVal>
            <c:numRef>
              <c:f>'Chart Data'!$AF$2:$AF$6</c:f>
              <c:numCache>
                <c:formatCode>0</c:formatCode>
                <c:ptCount val="5"/>
                <c:pt idx="0">
                  <c:v>15</c:v>
                </c:pt>
                <c:pt idx="1">
                  <c:v>15</c:v>
                </c:pt>
                <c:pt idx="2">
                  <c:v>15</c:v>
                </c:pt>
                <c:pt idx="3">
                  <c:v>15</c:v>
                </c:pt>
                <c:pt idx="4">
                  <c:v>15</c:v>
                </c:pt>
              </c:numCache>
            </c:numRef>
          </c:yVal>
          <c:smooth val="1"/>
          <c:extLst>
            <c:ext xmlns:c16="http://schemas.microsoft.com/office/drawing/2014/chart" uri="{C3380CC4-5D6E-409C-BE32-E72D297353CC}">
              <c16:uniqueId val="{0000000F-E5EC-4006-B5A1-B00BCD18B8B7}"/>
            </c:ext>
          </c:extLst>
        </c:ser>
        <c:ser>
          <c:idx val="16"/>
          <c:order val="16"/>
          <c:tx>
            <c:v>Neuron 16</c:v>
          </c:tx>
          <c:spPr>
            <a:ln w="0">
              <a:noFill/>
            </a:ln>
          </c:spPr>
          <c:marker>
            <c:symbol val="square"/>
            <c:size val="5"/>
            <c:spPr>
              <a:noFill/>
            </c:spPr>
          </c:marker>
          <c:xVal>
            <c:numRef>
              <c:f>'Chart Data'!$AG$2:$AG$5</c:f>
              <c:numCache>
                <c:formatCode>General</c:formatCode>
                <c:ptCount val="4"/>
                <c:pt idx="0">
                  <c:v>0.58450602105000005</c:v>
                </c:pt>
                <c:pt idx="1">
                  <c:v>0.84563860280699998</c:v>
                </c:pt>
                <c:pt idx="2">
                  <c:v>1.1406815080199999</c:v>
                </c:pt>
                <c:pt idx="3">
                  <c:v>1.1560673611200001</c:v>
                </c:pt>
              </c:numCache>
            </c:numRef>
          </c:xVal>
          <c:yVal>
            <c:numRef>
              <c:f>'Chart Data'!$AH$2:$AH$5</c:f>
              <c:numCache>
                <c:formatCode>0</c:formatCode>
                <c:ptCount val="4"/>
                <c:pt idx="0">
                  <c:v>16</c:v>
                </c:pt>
                <c:pt idx="1">
                  <c:v>16</c:v>
                </c:pt>
                <c:pt idx="2">
                  <c:v>16</c:v>
                </c:pt>
                <c:pt idx="3">
                  <c:v>16</c:v>
                </c:pt>
              </c:numCache>
            </c:numRef>
          </c:yVal>
          <c:smooth val="1"/>
          <c:extLst>
            <c:ext xmlns:c16="http://schemas.microsoft.com/office/drawing/2014/chart" uri="{C3380CC4-5D6E-409C-BE32-E72D297353CC}">
              <c16:uniqueId val="{00000010-E5EC-4006-B5A1-B00BCD18B8B7}"/>
            </c:ext>
          </c:extLst>
        </c:ser>
        <c:ser>
          <c:idx val="17"/>
          <c:order val="17"/>
          <c:tx>
            <c:v>Neuron 17</c:v>
          </c:tx>
          <c:spPr>
            <a:ln w="0">
              <a:noFill/>
            </a:ln>
          </c:spPr>
          <c:marker>
            <c:symbol val="square"/>
            <c:size val="5"/>
            <c:spPr>
              <a:noFill/>
            </c:spPr>
          </c:marker>
          <c:xVal>
            <c:numRef>
              <c:f>'Chart Data'!$AI$2:$AI$5</c:f>
              <c:numCache>
                <c:formatCode>General</c:formatCode>
                <c:ptCount val="4"/>
                <c:pt idx="0">
                  <c:v>0.63942825426600003</c:v>
                </c:pt>
                <c:pt idx="1">
                  <c:v>0.76724148094099998</c:v>
                </c:pt>
                <c:pt idx="2">
                  <c:v>0.79271595966399999</c:v>
                </c:pt>
                <c:pt idx="3">
                  <c:v>1.04254122853</c:v>
                </c:pt>
              </c:numCache>
            </c:numRef>
          </c:xVal>
          <c:yVal>
            <c:numRef>
              <c:f>'Chart Data'!$AJ$2:$AJ$5</c:f>
              <c:numCache>
                <c:formatCode>0</c:formatCode>
                <c:ptCount val="4"/>
                <c:pt idx="0">
                  <c:v>17</c:v>
                </c:pt>
                <c:pt idx="1">
                  <c:v>17</c:v>
                </c:pt>
                <c:pt idx="2">
                  <c:v>17</c:v>
                </c:pt>
                <c:pt idx="3">
                  <c:v>17</c:v>
                </c:pt>
              </c:numCache>
            </c:numRef>
          </c:yVal>
          <c:smooth val="1"/>
          <c:extLst>
            <c:ext xmlns:c16="http://schemas.microsoft.com/office/drawing/2014/chart" uri="{C3380CC4-5D6E-409C-BE32-E72D297353CC}">
              <c16:uniqueId val="{00000011-E5EC-4006-B5A1-B00BCD18B8B7}"/>
            </c:ext>
          </c:extLst>
        </c:ser>
        <c:ser>
          <c:idx val="18"/>
          <c:order val="18"/>
          <c:tx>
            <c:v>Neuron 18</c:v>
          </c:tx>
          <c:spPr>
            <a:ln w="0">
              <a:noFill/>
            </a:ln>
          </c:spPr>
          <c:marker>
            <c:symbol val="square"/>
            <c:size val="5"/>
            <c:spPr>
              <a:noFill/>
            </c:spPr>
          </c:marker>
          <c:xVal>
            <c:numRef>
              <c:f>'Chart Data'!$AK$2:$AK$6</c:f>
              <c:numCache>
                <c:formatCode>General</c:formatCode>
                <c:ptCount val="5"/>
                <c:pt idx="0">
                  <c:v>0.69381988315499998</c:v>
                </c:pt>
                <c:pt idx="1">
                  <c:v>0.75116764775199996</c:v>
                </c:pt>
                <c:pt idx="2">
                  <c:v>0.85682404272799995</c:v>
                </c:pt>
                <c:pt idx="3">
                  <c:v>1.1385738722400001</c:v>
                </c:pt>
                <c:pt idx="4">
                  <c:v>1.1905349036199999</c:v>
                </c:pt>
              </c:numCache>
            </c:numRef>
          </c:xVal>
          <c:yVal>
            <c:numRef>
              <c:f>'Chart Data'!$AL$2:$AL$6</c:f>
              <c:numCache>
                <c:formatCode>0</c:formatCode>
                <c:ptCount val="5"/>
                <c:pt idx="0">
                  <c:v>18</c:v>
                </c:pt>
                <c:pt idx="1">
                  <c:v>18</c:v>
                </c:pt>
                <c:pt idx="2">
                  <c:v>18</c:v>
                </c:pt>
                <c:pt idx="3">
                  <c:v>18</c:v>
                </c:pt>
                <c:pt idx="4">
                  <c:v>18</c:v>
                </c:pt>
              </c:numCache>
            </c:numRef>
          </c:yVal>
          <c:smooth val="1"/>
          <c:extLst>
            <c:ext xmlns:c16="http://schemas.microsoft.com/office/drawing/2014/chart" uri="{C3380CC4-5D6E-409C-BE32-E72D297353CC}">
              <c16:uniqueId val="{00000012-E5EC-4006-B5A1-B00BCD18B8B7}"/>
            </c:ext>
          </c:extLst>
        </c:ser>
        <c:ser>
          <c:idx val="19"/>
          <c:order val="19"/>
          <c:tx>
            <c:v>Neuron 19</c:v>
          </c:tx>
          <c:spPr>
            <a:ln w="0">
              <a:noFill/>
            </a:ln>
          </c:spPr>
          <c:marker>
            <c:symbol val="square"/>
            <c:size val="5"/>
            <c:spPr>
              <a:noFill/>
            </c:spPr>
          </c:marker>
          <c:xVal>
            <c:numRef>
              <c:f>'Chart Data'!$AM$2:$AM$4</c:f>
              <c:numCache>
                <c:formatCode>General</c:formatCode>
                <c:ptCount val="3"/>
                <c:pt idx="0">
                  <c:v>0.48746177631900001</c:v>
                </c:pt>
                <c:pt idx="1">
                  <c:v>0.64248175671200003</c:v>
                </c:pt>
                <c:pt idx="2">
                  <c:v>0.97195141497299997</c:v>
                </c:pt>
              </c:numCache>
            </c:numRef>
          </c:xVal>
          <c:yVal>
            <c:numRef>
              <c:f>'Chart Data'!$AN$2:$AN$4</c:f>
              <c:numCache>
                <c:formatCode>0</c:formatCode>
                <c:ptCount val="3"/>
                <c:pt idx="0">
                  <c:v>19</c:v>
                </c:pt>
                <c:pt idx="1">
                  <c:v>19</c:v>
                </c:pt>
                <c:pt idx="2">
                  <c:v>19</c:v>
                </c:pt>
              </c:numCache>
            </c:numRef>
          </c:yVal>
          <c:smooth val="1"/>
          <c:extLst>
            <c:ext xmlns:c16="http://schemas.microsoft.com/office/drawing/2014/chart" uri="{C3380CC4-5D6E-409C-BE32-E72D297353CC}">
              <c16:uniqueId val="{00000013-E5EC-4006-B5A1-B00BCD18B8B7}"/>
            </c:ext>
          </c:extLst>
        </c:ser>
        <c:dLbls>
          <c:showLegendKey val="0"/>
          <c:showVal val="0"/>
          <c:showCatName val="0"/>
          <c:showSerName val="0"/>
          <c:showPercent val="0"/>
          <c:showBubbleSize val="0"/>
        </c:dLbls>
        <c:axId val="48650112"/>
        <c:axId val="48672768"/>
      </c:scatterChart>
      <c:valAx>
        <c:axId val="48672768"/>
        <c:scaling>
          <c:orientation val="minMax"/>
          <c:max val="20"/>
          <c:min val="0"/>
        </c:scaling>
        <c:delete val="0"/>
        <c:axPos val="l"/>
        <c:title>
          <c:tx>
            <c:rich>
              <a:bodyPr/>
              <a:lstStyle/>
              <a:p>
                <a:r>
                  <a:rPr lang="en-US" sz="1650">
                    <a:solidFill>
                      <a:srgbClr val="617184"/>
                    </a:solidFill>
                    <a:latin typeface="Arial"/>
                    <a:ea typeface="Arial"/>
                    <a:cs typeface="Arial"/>
                  </a:rPr>
                  <a:t>Source</a:t>
                </a:r>
              </a:p>
            </c:rich>
          </c:tx>
          <c:overlay val="0"/>
        </c:title>
        <c:numFmt formatCode="0" sourceLinked="1"/>
        <c:majorTickMark val="none"/>
        <c:minorTickMark val="none"/>
        <c:tickLblPos val="nextTo"/>
        <c:spPr>
          <a:ln w="9525">
            <a:solidFill>
              <a:srgbClr val="D9E1E8"/>
            </a:solidFill>
          </a:ln>
        </c:spPr>
        <c:txPr>
          <a:bodyPr anchorCtr="1"/>
          <a:lstStyle/>
          <a:p>
            <a:pPr>
              <a:defRPr sz="1500">
                <a:solidFill>
                  <a:srgbClr val="617184"/>
                </a:solidFill>
                <a:latin typeface="Arial"/>
                <a:ea typeface="Arial"/>
                <a:cs typeface="Arial"/>
              </a:defRPr>
            </a:pPr>
            <a:endParaRPr lang="zh-CN"/>
          </a:p>
        </c:txPr>
        <c:crossAx val="48650112"/>
        <c:crosses val="autoZero"/>
        <c:crossBetween val="midCat"/>
        <c:majorUnit val="10"/>
      </c:valAx>
      <c:valAx>
        <c:axId val="48650112"/>
        <c:scaling>
          <c:orientation val="minMax"/>
          <c:max val="1.2"/>
          <c:min val="0.4"/>
        </c:scaling>
        <c:delete val="0"/>
        <c:axPos val="b"/>
        <c:numFmt formatCode="General" sourceLinked="1"/>
        <c:majorTickMark val="none"/>
        <c:minorTickMark val="none"/>
        <c:tickLblPos val="nextTo"/>
        <c:spPr>
          <a:ln w="9525">
            <a:solidFill>
              <a:srgbClr val="D9E1E8"/>
            </a:solidFill>
          </a:ln>
        </c:spPr>
        <c:txPr>
          <a:bodyPr anchorCtr="1"/>
          <a:lstStyle/>
          <a:p>
            <a:pPr>
              <a:defRPr sz="1500">
                <a:solidFill>
                  <a:srgbClr val="617184"/>
                </a:solidFill>
                <a:latin typeface="Arial"/>
                <a:ea typeface="Arial"/>
                <a:cs typeface="Arial"/>
              </a:defRPr>
            </a:pPr>
            <a:endParaRPr lang="zh-CN"/>
          </a:p>
        </c:txPr>
        <c:crossAx val="48672768"/>
        <c:crosses val="autoZero"/>
        <c:crossBetween val="midCat"/>
        <c:majorUnit val="0.4"/>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scatterChart>
        <c:scatterStyle val="lineMarker"/>
        <c:varyColors val="1"/>
        <c:ser>
          <c:idx val="0"/>
          <c:order val="0"/>
          <c:tx>
            <c:v>Total</c:v>
          </c:tx>
          <c:spPr>
            <a:ln w="20955">
              <a:solidFill>
                <a:srgbClr val="176B87"/>
              </a:solidFill>
            </a:ln>
          </c:spPr>
          <c:marker>
            <c:symbol val="none"/>
          </c:marker>
          <c:xVal>
            <c:numRef>
              <c:f>'Chart Data'!$A$2:$A$802</c:f>
              <c:numCache>
                <c:formatCode>General</c:formatCode>
                <c:ptCount val="801"/>
                <c:pt idx="0">
                  <c:v>0.4</c:v>
                </c:pt>
                <c:pt idx="1">
                  <c:v>0.40100000000000002</c:v>
                </c:pt>
                <c:pt idx="2">
                  <c:v>0.40200000000000002</c:v>
                </c:pt>
                <c:pt idx="3">
                  <c:v>0.40300000000000002</c:v>
                </c:pt>
                <c:pt idx="4">
                  <c:v>0.40400000000000003</c:v>
                </c:pt>
                <c:pt idx="5">
                  <c:v>0.40500000000000003</c:v>
                </c:pt>
                <c:pt idx="6">
                  <c:v>0.40600000000000003</c:v>
                </c:pt>
                <c:pt idx="7">
                  <c:v>0.40699999999999997</c:v>
                </c:pt>
                <c:pt idx="8">
                  <c:v>0.40799999999999997</c:v>
                </c:pt>
                <c:pt idx="9">
                  <c:v>0.40899999999999997</c:v>
                </c:pt>
                <c:pt idx="10">
                  <c:v>0.41</c:v>
                </c:pt>
                <c:pt idx="11">
                  <c:v>0.41099999999999998</c:v>
                </c:pt>
                <c:pt idx="12">
                  <c:v>0.41199999999999998</c:v>
                </c:pt>
                <c:pt idx="13">
                  <c:v>0.41299999999999998</c:v>
                </c:pt>
                <c:pt idx="14">
                  <c:v>0.41399999999999998</c:v>
                </c:pt>
                <c:pt idx="15">
                  <c:v>0.41499999999999998</c:v>
                </c:pt>
                <c:pt idx="16">
                  <c:v>0.41599999999999998</c:v>
                </c:pt>
                <c:pt idx="17">
                  <c:v>0.41699999999999998</c:v>
                </c:pt>
                <c:pt idx="18">
                  <c:v>0.41799999999999998</c:v>
                </c:pt>
                <c:pt idx="19">
                  <c:v>0.41899999999999998</c:v>
                </c:pt>
                <c:pt idx="20">
                  <c:v>0.42</c:v>
                </c:pt>
                <c:pt idx="21">
                  <c:v>0.42099999999999999</c:v>
                </c:pt>
                <c:pt idx="22">
                  <c:v>0.42199999999999999</c:v>
                </c:pt>
                <c:pt idx="23">
                  <c:v>0.42299999999999999</c:v>
                </c:pt>
                <c:pt idx="24">
                  <c:v>0.42399999999999999</c:v>
                </c:pt>
                <c:pt idx="25">
                  <c:v>0.42499999999999999</c:v>
                </c:pt>
                <c:pt idx="26">
                  <c:v>0.42599999999999999</c:v>
                </c:pt>
                <c:pt idx="27">
                  <c:v>0.42699999999999999</c:v>
                </c:pt>
                <c:pt idx="28">
                  <c:v>0.42799999999999999</c:v>
                </c:pt>
                <c:pt idx="29">
                  <c:v>0.42899999999999999</c:v>
                </c:pt>
                <c:pt idx="30">
                  <c:v>0.43</c:v>
                </c:pt>
                <c:pt idx="31">
                  <c:v>0.43099999999999999</c:v>
                </c:pt>
                <c:pt idx="32">
                  <c:v>0.432</c:v>
                </c:pt>
                <c:pt idx="33">
                  <c:v>0.433</c:v>
                </c:pt>
                <c:pt idx="34">
                  <c:v>0.434</c:v>
                </c:pt>
                <c:pt idx="35">
                  <c:v>0.435</c:v>
                </c:pt>
                <c:pt idx="36">
                  <c:v>0.436</c:v>
                </c:pt>
                <c:pt idx="37">
                  <c:v>0.437</c:v>
                </c:pt>
                <c:pt idx="38">
                  <c:v>0.438</c:v>
                </c:pt>
                <c:pt idx="39">
                  <c:v>0.439</c:v>
                </c:pt>
                <c:pt idx="40">
                  <c:v>0.44</c:v>
                </c:pt>
                <c:pt idx="41">
                  <c:v>0.441</c:v>
                </c:pt>
                <c:pt idx="42">
                  <c:v>0.442</c:v>
                </c:pt>
                <c:pt idx="43">
                  <c:v>0.443</c:v>
                </c:pt>
                <c:pt idx="44">
                  <c:v>0.44400000000000001</c:v>
                </c:pt>
                <c:pt idx="45">
                  <c:v>0.44500000000000001</c:v>
                </c:pt>
                <c:pt idx="46">
                  <c:v>0.44600000000000001</c:v>
                </c:pt>
                <c:pt idx="47">
                  <c:v>0.44700000000000001</c:v>
                </c:pt>
                <c:pt idx="48">
                  <c:v>0.44800000000000001</c:v>
                </c:pt>
                <c:pt idx="49">
                  <c:v>0.44900000000000001</c:v>
                </c:pt>
                <c:pt idx="50">
                  <c:v>0.45</c:v>
                </c:pt>
                <c:pt idx="51">
                  <c:v>0.45100000000000001</c:v>
                </c:pt>
                <c:pt idx="52">
                  <c:v>0.45200000000000001</c:v>
                </c:pt>
                <c:pt idx="53">
                  <c:v>0.45300000000000001</c:v>
                </c:pt>
                <c:pt idx="54">
                  <c:v>0.45400000000000001</c:v>
                </c:pt>
                <c:pt idx="55">
                  <c:v>0.45500000000000002</c:v>
                </c:pt>
                <c:pt idx="56">
                  <c:v>0.45600000000000002</c:v>
                </c:pt>
                <c:pt idx="57">
                  <c:v>0.45700000000000002</c:v>
                </c:pt>
                <c:pt idx="58">
                  <c:v>0.45800000000000002</c:v>
                </c:pt>
                <c:pt idx="59">
                  <c:v>0.45900000000000002</c:v>
                </c:pt>
                <c:pt idx="60">
                  <c:v>0.46</c:v>
                </c:pt>
                <c:pt idx="61">
                  <c:v>0.46100000000000002</c:v>
                </c:pt>
                <c:pt idx="62">
                  <c:v>0.46200000000000002</c:v>
                </c:pt>
                <c:pt idx="63">
                  <c:v>0.46300000000000002</c:v>
                </c:pt>
                <c:pt idx="64">
                  <c:v>0.46400000000000002</c:v>
                </c:pt>
                <c:pt idx="65">
                  <c:v>0.46500000000000002</c:v>
                </c:pt>
                <c:pt idx="66">
                  <c:v>0.46600000000000003</c:v>
                </c:pt>
                <c:pt idx="67">
                  <c:v>0.46700000000000003</c:v>
                </c:pt>
                <c:pt idx="68">
                  <c:v>0.46800000000000003</c:v>
                </c:pt>
                <c:pt idx="69">
                  <c:v>0.46899999999999997</c:v>
                </c:pt>
                <c:pt idx="70">
                  <c:v>0.47</c:v>
                </c:pt>
                <c:pt idx="71">
                  <c:v>0.47099999999999997</c:v>
                </c:pt>
                <c:pt idx="72">
                  <c:v>0.47199999999999998</c:v>
                </c:pt>
                <c:pt idx="73">
                  <c:v>0.47299999999999998</c:v>
                </c:pt>
                <c:pt idx="74">
                  <c:v>0.47399999999999998</c:v>
                </c:pt>
                <c:pt idx="75">
                  <c:v>0.47499999999999998</c:v>
                </c:pt>
                <c:pt idx="76">
                  <c:v>0.47599999999999998</c:v>
                </c:pt>
                <c:pt idx="77">
                  <c:v>0.47699999999999998</c:v>
                </c:pt>
                <c:pt idx="78">
                  <c:v>0.47799999999999998</c:v>
                </c:pt>
                <c:pt idx="79">
                  <c:v>0.47899999999999998</c:v>
                </c:pt>
                <c:pt idx="80">
                  <c:v>0.48</c:v>
                </c:pt>
                <c:pt idx="81">
                  <c:v>0.48099999999999998</c:v>
                </c:pt>
                <c:pt idx="82">
                  <c:v>0.48199999999999998</c:v>
                </c:pt>
                <c:pt idx="83">
                  <c:v>0.48299999999999998</c:v>
                </c:pt>
                <c:pt idx="84">
                  <c:v>0.48399999999999999</c:v>
                </c:pt>
                <c:pt idx="85">
                  <c:v>0.48499999999999999</c:v>
                </c:pt>
                <c:pt idx="86">
                  <c:v>0.48599999999999999</c:v>
                </c:pt>
                <c:pt idx="87">
                  <c:v>0.48699999999999999</c:v>
                </c:pt>
                <c:pt idx="88">
                  <c:v>0.48799999999999999</c:v>
                </c:pt>
                <c:pt idx="89">
                  <c:v>0.48899999999999999</c:v>
                </c:pt>
                <c:pt idx="90">
                  <c:v>0.49</c:v>
                </c:pt>
                <c:pt idx="91">
                  <c:v>0.49099999999999999</c:v>
                </c:pt>
                <c:pt idx="92">
                  <c:v>0.49199999999999999</c:v>
                </c:pt>
                <c:pt idx="93">
                  <c:v>0.49299999999999999</c:v>
                </c:pt>
                <c:pt idx="94">
                  <c:v>0.49399999999999999</c:v>
                </c:pt>
                <c:pt idx="95">
                  <c:v>0.495</c:v>
                </c:pt>
                <c:pt idx="96">
                  <c:v>0.496</c:v>
                </c:pt>
                <c:pt idx="97">
                  <c:v>0.497</c:v>
                </c:pt>
                <c:pt idx="98">
                  <c:v>0.498</c:v>
                </c:pt>
                <c:pt idx="99">
                  <c:v>0.499</c:v>
                </c:pt>
                <c:pt idx="100">
                  <c:v>0.5</c:v>
                </c:pt>
                <c:pt idx="101">
                  <c:v>0.501</c:v>
                </c:pt>
                <c:pt idx="102">
                  <c:v>0.502</c:v>
                </c:pt>
                <c:pt idx="103">
                  <c:v>0.503</c:v>
                </c:pt>
                <c:pt idx="104">
                  <c:v>0.504</c:v>
                </c:pt>
                <c:pt idx="105">
                  <c:v>0.505</c:v>
                </c:pt>
                <c:pt idx="106">
                  <c:v>0.50600000000000001</c:v>
                </c:pt>
                <c:pt idx="107">
                  <c:v>0.50700000000000001</c:v>
                </c:pt>
                <c:pt idx="108">
                  <c:v>0.50800000000000001</c:v>
                </c:pt>
                <c:pt idx="109">
                  <c:v>0.50900000000000001</c:v>
                </c:pt>
                <c:pt idx="110">
                  <c:v>0.51</c:v>
                </c:pt>
                <c:pt idx="111">
                  <c:v>0.51100000000000001</c:v>
                </c:pt>
                <c:pt idx="112">
                  <c:v>0.51200000000000001</c:v>
                </c:pt>
                <c:pt idx="113">
                  <c:v>0.51300000000000001</c:v>
                </c:pt>
                <c:pt idx="114">
                  <c:v>0.51400000000000001</c:v>
                </c:pt>
                <c:pt idx="115">
                  <c:v>0.51500000000000001</c:v>
                </c:pt>
                <c:pt idx="116">
                  <c:v>0.51600000000000001</c:v>
                </c:pt>
                <c:pt idx="117">
                  <c:v>0.51700000000000002</c:v>
                </c:pt>
                <c:pt idx="118">
                  <c:v>0.51800000000000002</c:v>
                </c:pt>
                <c:pt idx="119">
                  <c:v>0.51900000000000002</c:v>
                </c:pt>
                <c:pt idx="120">
                  <c:v>0.52</c:v>
                </c:pt>
                <c:pt idx="121">
                  <c:v>0.52100000000000002</c:v>
                </c:pt>
                <c:pt idx="122">
                  <c:v>0.52200000000000002</c:v>
                </c:pt>
                <c:pt idx="123">
                  <c:v>0.52300000000000002</c:v>
                </c:pt>
                <c:pt idx="124">
                  <c:v>0.52400000000000002</c:v>
                </c:pt>
                <c:pt idx="125">
                  <c:v>0.52500000000000002</c:v>
                </c:pt>
                <c:pt idx="126">
                  <c:v>0.52600000000000002</c:v>
                </c:pt>
                <c:pt idx="127">
                  <c:v>0.52700000000000002</c:v>
                </c:pt>
                <c:pt idx="128">
                  <c:v>0.52800000000000002</c:v>
                </c:pt>
                <c:pt idx="129">
                  <c:v>0.52900000000000003</c:v>
                </c:pt>
                <c:pt idx="130">
                  <c:v>0.53</c:v>
                </c:pt>
                <c:pt idx="131">
                  <c:v>0.53100000000000003</c:v>
                </c:pt>
                <c:pt idx="132">
                  <c:v>0.53200000000000003</c:v>
                </c:pt>
                <c:pt idx="133">
                  <c:v>0.53300000000000003</c:v>
                </c:pt>
                <c:pt idx="134">
                  <c:v>0.53400000000000003</c:v>
                </c:pt>
                <c:pt idx="135">
                  <c:v>0.53500000000000003</c:v>
                </c:pt>
                <c:pt idx="136">
                  <c:v>0.53600000000000003</c:v>
                </c:pt>
                <c:pt idx="137">
                  <c:v>0.53700000000000003</c:v>
                </c:pt>
                <c:pt idx="138">
                  <c:v>0.53800000000000003</c:v>
                </c:pt>
                <c:pt idx="139">
                  <c:v>0.53900000000000003</c:v>
                </c:pt>
                <c:pt idx="140">
                  <c:v>0.54</c:v>
                </c:pt>
                <c:pt idx="141">
                  <c:v>0.54100000000000004</c:v>
                </c:pt>
                <c:pt idx="142">
                  <c:v>0.54200000000000004</c:v>
                </c:pt>
                <c:pt idx="143">
                  <c:v>0.54300000000000004</c:v>
                </c:pt>
                <c:pt idx="144">
                  <c:v>0.54400000000000004</c:v>
                </c:pt>
                <c:pt idx="145">
                  <c:v>0.54500000000000004</c:v>
                </c:pt>
                <c:pt idx="146">
                  <c:v>0.54600000000000004</c:v>
                </c:pt>
                <c:pt idx="147">
                  <c:v>0.54700000000000004</c:v>
                </c:pt>
                <c:pt idx="148">
                  <c:v>0.54800000000000004</c:v>
                </c:pt>
                <c:pt idx="149">
                  <c:v>0.54900000000000004</c:v>
                </c:pt>
                <c:pt idx="150">
                  <c:v>0.55000000000000004</c:v>
                </c:pt>
                <c:pt idx="151">
                  <c:v>0.55100000000000005</c:v>
                </c:pt>
                <c:pt idx="152">
                  <c:v>0.55200000000000005</c:v>
                </c:pt>
                <c:pt idx="153">
                  <c:v>0.55300000000000005</c:v>
                </c:pt>
                <c:pt idx="154">
                  <c:v>0.55400000000000005</c:v>
                </c:pt>
                <c:pt idx="155">
                  <c:v>0.55500000000000005</c:v>
                </c:pt>
                <c:pt idx="156">
                  <c:v>0.55600000000000005</c:v>
                </c:pt>
                <c:pt idx="157">
                  <c:v>0.55700000000000005</c:v>
                </c:pt>
                <c:pt idx="158">
                  <c:v>0.55800000000000005</c:v>
                </c:pt>
                <c:pt idx="159">
                  <c:v>0.55900000000000005</c:v>
                </c:pt>
                <c:pt idx="160">
                  <c:v>0.56000000000000005</c:v>
                </c:pt>
                <c:pt idx="161">
                  <c:v>0.56100000000000005</c:v>
                </c:pt>
                <c:pt idx="162">
                  <c:v>0.56200000000000006</c:v>
                </c:pt>
                <c:pt idx="163">
                  <c:v>0.56299999999999994</c:v>
                </c:pt>
                <c:pt idx="164">
                  <c:v>0.56399999999999995</c:v>
                </c:pt>
                <c:pt idx="165">
                  <c:v>0.56499999999999995</c:v>
                </c:pt>
                <c:pt idx="166">
                  <c:v>0.56599999999999995</c:v>
                </c:pt>
                <c:pt idx="167">
                  <c:v>0.56699999999999995</c:v>
                </c:pt>
                <c:pt idx="168">
                  <c:v>0.56799999999999995</c:v>
                </c:pt>
                <c:pt idx="169">
                  <c:v>0.56899999999999995</c:v>
                </c:pt>
                <c:pt idx="170">
                  <c:v>0.56999999999999995</c:v>
                </c:pt>
                <c:pt idx="171">
                  <c:v>0.57099999999999995</c:v>
                </c:pt>
                <c:pt idx="172">
                  <c:v>0.57199999999999995</c:v>
                </c:pt>
                <c:pt idx="173">
                  <c:v>0.57299999999999995</c:v>
                </c:pt>
                <c:pt idx="174">
                  <c:v>0.57399999999999995</c:v>
                </c:pt>
                <c:pt idx="175">
                  <c:v>0.57499999999999996</c:v>
                </c:pt>
                <c:pt idx="176">
                  <c:v>0.57599999999999996</c:v>
                </c:pt>
                <c:pt idx="177">
                  <c:v>0.57699999999999996</c:v>
                </c:pt>
                <c:pt idx="178">
                  <c:v>0.57799999999999996</c:v>
                </c:pt>
                <c:pt idx="179">
                  <c:v>0.57899999999999996</c:v>
                </c:pt>
                <c:pt idx="180">
                  <c:v>0.57999999999999996</c:v>
                </c:pt>
                <c:pt idx="181">
                  <c:v>0.58099999999999996</c:v>
                </c:pt>
                <c:pt idx="182">
                  <c:v>0.58199999999999996</c:v>
                </c:pt>
                <c:pt idx="183">
                  <c:v>0.58299999999999996</c:v>
                </c:pt>
                <c:pt idx="184">
                  <c:v>0.58399999999999996</c:v>
                </c:pt>
                <c:pt idx="185">
                  <c:v>0.58499999999999996</c:v>
                </c:pt>
                <c:pt idx="186">
                  <c:v>0.58599999999999997</c:v>
                </c:pt>
                <c:pt idx="187">
                  <c:v>0.58699999999999997</c:v>
                </c:pt>
                <c:pt idx="188">
                  <c:v>0.58799999999999997</c:v>
                </c:pt>
                <c:pt idx="189">
                  <c:v>0.58899999999999997</c:v>
                </c:pt>
                <c:pt idx="190">
                  <c:v>0.59</c:v>
                </c:pt>
                <c:pt idx="191">
                  <c:v>0.59099999999999997</c:v>
                </c:pt>
                <c:pt idx="192">
                  <c:v>0.59199999999999997</c:v>
                </c:pt>
                <c:pt idx="193">
                  <c:v>0.59299999999999997</c:v>
                </c:pt>
                <c:pt idx="194">
                  <c:v>0.59399999999999997</c:v>
                </c:pt>
                <c:pt idx="195">
                  <c:v>0.59499999999999997</c:v>
                </c:pt>
                <c:pt idx="196">
                  <c:v>0.59599999999999997</c:v>
                </c:pt>
                <c:pt idx="197">
                  <c:v>0.59699999999999998</c:v>
                </c:pt>
                <c:pt idx="198">
                  <c:v>0.59799999999999998</c:v>
                </c:pt>
                <c:pt idx="199">
                  <c:v>0.59899999999999998</c:v>
                </c:pt>
                <c:pt idx="200">
                  <c:v>0.6</c:v>
                </c:pt>
                <c:pt idx="201">
                  <c:v>0.60099999999999998</c:v>
                </c:pt>
                <c:pt idx="202">
                  <c:v>0.60199999999999998</c:v>
                </c:pt>
                <c:pt idx="203">
                  <c:v>0.60299999999999998</c:v>
                </c:pt>
                <c:pt idx="204">
                  <c:v>0.60399999999999998</c:v>
                </c:pt>
                <c:pt idx="205">
                  <c:v>0.60499999999999998</c:v>
                </c:pt>
                <c:pt idx="206">
                  <c:v>0.60599999999999998</c:v>
                </c:pt>
                <c:pt idx="207">
                  <c:v>0.60699999999999998</c:v>
                </c:pt>
                <c:pt idx="208">
                  <c:v>0.60799999999999998</c:v>
                </c:pt>
                <c:pt idx="209">
                  <c:v>0.60899999999999999</c:v>
                </c:pt>
                <c:pt idx="210">
                  <c:v>0.61</c:v>
                </c:pt>
                <c:pt idx="211">
                  <c:v>0.61099999999999999</c:v>
                </c:pt>
                <c:pt idx="212">
                  <c:v>0.61199999999999999</c:v>
                </c:pt>
                <c:pt idx="213">
                  <c:v>0.61299999999999999</c:v>
                </c:pt>
                <c:pt idx="214">
                  <c:v>0.61399999999999999</c:v>
                </c:pt>
                <c:pt idx="215">
                  <c:v>0.61499999999999999</c:v>
                </c:pt>
                <c:pt idx="216">
                  <c:v>0.61599999999999999</c:v>
                </c:pt>
                <c:pt idx="217">
                  <c:v>0.61699999999999999</c:v>
                </c:pt>
                <c:pt idx="218">
                  <c:v>0.61799999999999999</c:v>
                </c:pt>
                <c:pt idx="219">
                  <c:v>0.61899999999999999</c:v>
                </c:pt>
                <c:pt idx="220">
                  <c:v>0.62</c:v>
                </c:pt>
                <c:pt idx="221">
                  <c:v>0.621</c:v>
                </c:pt>
                <c:pt idx="222">
                  <c:v>0.622</c:v>
                </c:pt>
                <c:pt idx="223">
                  <c:v>0.623</c:v>
                </c:pt>
                <c:pt idx="224">
                  <c:v>0.624</c:v>
                </c:pt>
                <c:pt idx="225">
                  <c:v>0.625</c:v>
                </c:pt>
                <c:pt idx="226">
                  <c:v>0.626</c:v>
                </c:pt>
                <c:pt idx="227">
                  <c:v>0.627</c:v>
                </c:pt>
                <c:pt idx="228">
                  <c:v>0.628</c:v>
                </c:pt>
                <c:pt idx="229">
                  <c:v>0.629</c:v>
                </c:pt>
                <c:pt idx="230">
                  <c:v>0.63</c:v>
                </c:pt>
                <c:pt idx="231">
                  <c:v>0.63100000000000001</c:v>
                </c:pt>
                <c:pt idx="232">
                  <c:v>0.63200000000000001</c:v>
                </c:pt>
                <c:pt idx="233">
                  <c:v>0.63300000000000001</c:v>
                </c:pt>
                <c:pt idx="234">
                  <c:v>0.63400000000000001</c:v>
                </c:pt>
                <c:pt idx="235">
                  <c:v>0.63500000000000001</c:v>
                </c:pt>
                <c:pt idx="236">
                  <c:v>0.63600000000000001</c:v>
                </c:pt>
                <c:pt idx="237">
                  <c:v>0.63700000000000001</c:v>
                </c:pt>
                <c:pt idx="238">
                  <c:v>0.63800000000000001</c:v>
                </c:pt>
                <c:pt idx="239">
                  <c:v>0.63900000000000001</c:v>
                </c:pt>
                <c:pt idx="240">
                  <c:v>0.64</c:v>
                </c:pt>
                <c:pt idx="241">
                  <c:v>0.64100000000000001</c:v>
                </c:pt>
                <c:pt idx="242">
                  <c:v>0.64200000000000002</c:v>
                </c:pt>
                <c:pt idx="243">
                  <c:v>0.64300000000000002</c:v>
                </c:pt>
                <c:pt idx="244">
                  <c:v>0.64400000000000002</c:v>
                </c:pt>
                <c:pt idx="245">
                  <c:v>0.64500000000000002</c:v>
                </c:pt>
                <c:pt idx="246">
                  <c:v>0.64600000000000002</c:v>
                </c:pt>
                <c:pt idx="247">
                  <c:v>0.64700000000000002</c:v>
                </c:pt>
                <c:pt idx="248">
                  <c:v>0.64800000000000002</c:v>
                </c:pt>
                <c:pt idx="249">
                  <c:v>0.64900000000000002</c:v>
                </c:pt>
                <c:pt idx="250">
                  <c:v>0.65</c:v>
                </c:pt>
                <c:pt idx="251">
                  <c:v>0.65100000000000002</c:v>
                </c:pt>
                <c:pt idx="252">
                  <c:v>0.65200000000000002</c:v>
                </c:pt>
                <c:pt idx="253">
                  <c:v>0.65300000000000002</c:v>
                </c:pt>
                <c:pt idx="254">
                  <c:v>0.65400000000000003</c:v>
                </c:pt>
                <c:pt idx="255">
                  <c:v>0.65500000000000003</c:v>
                </c:pt>
                <c:pt idx="256">
                  <c:v>0.65600000000000003</c:v>
                </c:pt>
                <c:pt idx="257">
                  <c:v>0.65700000000000003</c:v>
                </c:pt>
                <c:pt idx="258">
                  <c:v>0.65800000000000003</c:v>
                </c:pt>
                <c:pt idx="259">
                  <c:v>0.65900000000000003</c:v>
                </c:pt>
                <c:pt idx="260">
                  <c:v>0.66</c:v>
                </c:pt>
                <c:pt idx="261">
                  <c:v>0.66100000000000003</c:v>
                </c:pt>
                <c:pt idx="262">
                  <c:v>0.66200000000000003</c:v>
                </c:pt>
                <c:pt idx="263">
                  <c:v>0.66300000000000003</c:v>
                </c:pt>
                <c:pt idx="264">
                  <c:v>0.66400000000000003</c:v>
                </c:pt>
                <c:pt idx="265">
                  <c:v>0.66500000000000004</c:v>
                </c:pt>
                <c:pt idx="266">
                  <c:v>0.66600000000000004</c:v>
                </c:pt>
                <c:pt idx="267">
                  <c:v>0.66700000000000004</c:v>
                </c:pt>
                <c:pt idx="268">
                  <c:v>0.66800000000000004</c:v>
                </c:pt>
                <c:pt idx="269">
                  <c:v>0.66900000000000004</c:v>
                </c:pt>
                <c:pt idx="270">
                  <c:v>0.67</c:v>
                </c:pt>
                <c:pt idx="271">
                  <c:v>0.67100000000000004</c:v>
                </c:pt>
                <c:pt idx="272">
                  <c:v>0.67200000000000004</c:v>
                </c:pt>
                <c:pt idx="273">
                  <c:v>0.67300000000000004</c:v>
                </c:pt>
                <c:pt idx="274">
                  <c:v>0.67400000000000004</c:v>
                </c:pt>
                <c:pt idx="275">
                  <c:v>0.67500000000000004</c:v>
                </c:pt>
                <c:pt idx="276">
                  <c:v>0.67600000000000005</c:v>
                </c:pt>
                <c:pt idx="277">
                  <c:v>0.67700000000000005</c:v>
                </c:pt>
                <c:pt idx="278">
                  <c:v>0.67800000000000005</c:v>
                </c:pt>
                <c:pt idx="279">
                  <c:v>0.67900000000000005</c:v>
                </c:pt>
                <c:pt idx="280">
                  <c:v>0.68</c:v>
                </c:pt>
                <c:pt idx="281">
                  <c:v>0.68100000000000005</c:v>
                </c:pt>
                <c:pt idx="282">
                  <c:v>0.68200000000000005</c:v>
                </c:pt>
                <c:pt idx="283">
                  <c:v>0.68300000000000005</c:v>
                </c:pt>
                <c:pt idx="284">
                  <c:v>0.68400000000000005</c:v>
                </c:pt>
                <c:pt idx="285">
                  <c:v>0.68500000000000005</c:v>
                </c:pt>
                <c:pt idx="286">
                  <c:v>0.68600000000000005</c:v>
                </c:pt>
                <c:pt idx="287">
                  <c:v>0.68700000000000006</c:v>
                </c:pt>
                <c:pt idx="288">
                  <c:v>0.68799999999999994</c:v>
                </c:pt>
                <c:pt idx="289">
                  <c:v>0.68899999999999995</c:v>
                </c:pt>
                <c:pt idx="290">
                  <c:v>0.69</c:v>
                </c:pt>
                <c:pt idx="291">
                  <c:v>0.69099999999999995</c:v>
                </c:pt>
                <c:pt idx="292">
                  <c:v>0.69199999999999995</c:v>
                </c:pt>
                <c:pt idx="293">
                  <c:v>0.69299999999999995</c:v>
                </c:pt>
                <c:pt idx="294">
                  <c:v>0.69399999999999995</c:v>
                </c:pt>
                <c:pt idx="295">
                  <c:v>0.69499999999999995</c:v>
                </c:pt>
                <c:pt idx="296">
                  <c:v>0.69599999999999995</c:v>
                </c:pt>
                <c:pt idx="297">
                  <c:v>0.69699999999999995</c:v>
                </c:pt>
                <c:pt idx="298">
                  <c:v>0.69799999999999995</c:v>
                </c:pt>
                <c:pt idx="299">
                  <c:v>0.69899999999999995</c:v>
                </c:pt>
                <c:pt idx="300">
                  <c:v>0.7</c:v>
                </c:pt>
                <c:pt idx="301">
                  <c:v>0.70099999999999996</c:v>
                </c:pt>
                <c:pt idx="302">
                  <c:v>0.70199999999999996</c:v>
                </c:pt>
                <c:pt idx="303">
                  <c:v>0.70299999999999996</c:v>
                </c:pt>
                <c:pt idx="304">
                  <c:v>0.70399999999999996</c:v>
                </c:pt>
                <c:pt idx="305">
                  <c:v>0.70499999999999996</c:v>
                </c:pt>
                <c:pt idx="306">
                  <c:v>0.70599999999999996</c:v>
                </c:pt>
                <c:pt idx="307">
                  <c:v>0.70699999999999996</c:v>
                </c:pt>
                <c:pt idx="308">
                  <c:v>0.70799999999999996</c:v>
                </c:pt>
                <c:pt idx="309">
                  <c:v>0.70899999999999996</c:v>
                </c:pt>
                <c:pt idx="310">
                  <c:v>0.71</c:v>
                </c:pt>
                <c:pt idx="311">
                  <c:v>0.71099999999999997</c:v>
                </c:pt>
                <c:pt idx="312">
                  <c:v>0.71199999999999997</c:v>
                </c:pt>
                <c:pt idx="313">
                  <c:v>0.71299999999999997</c:v>
                </c:pt>
                <c:pt idx="314">
                  <c:v>0.71399999999999997</c:v>
                </c:pt>
                <c:pt idx="315">
                  <c:v>0.71499999999999997</c:v>
                </c:pt>
                <c:pt idx="316">
                  <c:v>0.71599999999999997</c:v>
                </c:pt>
                <c:pt idx="317">
                  <c:v>0.71699999999999997</c:v>
                </c:pt>
                <c:pt idx="318">
                  <c:v>0.71799999999999997</c:v>
                </c:pt>
                <c:pt idx="319">
                  <c:v>0.71899999999999997</c:v>
                </c:pt>
                <c:pt idx="320">
                  <c:v>0.72</c:v>
                </c:pt>
                <c:pt idx="321">
                  <c:v>0.72099999999999997</c:v>
                </c:pt>
                <c:pt idx="322">
                  <c:v>0.72199999999999998</c:v>
                </c:pt>
                <c:pt idx="323">
                  <c:v>0.72299999999999998</c:v>
                </c:pt>
                <c:pt idx="324">
                  <c:v>0.72399999999999998</c:v>
                </c:pt>
                <c:pt idx="325">
                  <c:v>0.72499999999999998</c:v>
                </c:pt>
                <c:pt idx="326">
                  <c:v>0.72599999999999998</c:v>
                </c:pt>
                <c:pt idx="327">
                  <c:v>0.72699999999999998</c:v>
                </c:pt>
                <c:pt idx="328">
                  <c:v>0.72799999999999998</c:v>
                </c:pt>
                <c:pt idx="329">
                  <c:v>0.72899999999999998</c:v>
                </c:pt>
                <c:pt idx="330">
                  <c:v>0.73</c:v>
                </c:pt>
                <c:pt idx="331">
                  <c:v>0.73099999999999998</c:v>
                </c:pt>
                <c:pt idx="332">
                  <c:v>0.73199999999999998</c:v>
                </c:pt>
                <c:pt idx="333">
                  <c:v>0.73299999999999998</c:v>
                </c:pt>
                <c:pt idx="334">
                  <c:v>0.73399999999999999</c:v>
                </c:pt>
                <c:pt idx="335">
                  <c:v>0.73499999999999999</c:v>
                </c:pt>
                <c:pt idx="336">
                  <c:v>0.73599999999999999</c:v>
                </c:pt>
                <c:pt idx="337">
                  <c:v>0.73699999999999999</c:v>
                </c:pt>
                <c:pt idx="338">
                  <c:v>0.73799999999999999</c:v>
                </c:pt>
                <c:pt idx="339">
                  <c:v>0.73899999999999999</c:v>
                </c:pt>
                <c:pt idx="340">
                  <c:v>0.74</c:v>
                </c:pt>
                <c:pt idx="341">
                  <c:v>0.74099999999999999</c:v>
                </c:pt>
                <c:pt idx="342">
                  <c:v>0.74199999999999999</c:v>
                </c:pt>
                <c:pt idx="343">
                  <c:v>0.74299999999999999</c:v>
                </c:pt>
                <c:pt idx="344">
                  <c:v>0.74399999999999999</c:v>
                </c:pt>
                <c:pt idx="345">
                  <c:v>0.745</c:v>
                </c:pt>
                <c:pt idx="346">
                  <c:v>0.746</c:v>
                </c:pt>
                <c:pt idx="347">
                  <c:v>0.747</c:v>
                </c:pt>
                <c:pt idx="348">
                  <c:v>0.748</c:v>
                </c:pt>
                <c:pt idx="349">
                  <c:v>0.749</c:v>
                </c:pt>
                <c:pt idx="350">
                  <c:v>0.75</c:v>
                </c:pt>
                <c:pt idx="351">
                  <c:v>0.751</c:v>
                </c:pt>
                <c:pt idx="352">
                  <c:v>0.752</c:v>
                </c:pt>
                <c:pt idx="353">
                  <c:v>0.753</c:v>
                </c:pt>
                <c:pt idx="354">
                  <c:v>0.754</c:v>
                </c:pt>
                <c:pt idx="355">
                  <c:v>0.755</c:v>
                </c:pt>
                <c:pt idx="356">
                  <c:v>0.75600000000000001</c:v>
                </c:pt>
                <c:pt idx="357">
                  <c:v>0.75700000000000001</c:v>
                </c:pt>
                <c:pt idx="358">
                  <c:v>0.75800000000000001</c:v>
                </c:pt>
                <c:pt idx="359">
                  <c:v>0.75900000000000001</c:v>
                </c:pt>
                <c:pt idx="360">
                  <c:v>0.76</c:v>
                </c:pt>
                <c:pt idx="361">
                  <c:v>0.76100000000000001</c:v>
                </c:pt>
                <c:pt idx="362">
                  <c:v>0.76200000000000001</c:v>
                </c:pt>
                <c:pt idx="363">
                  <c:v>0.76300000000000001</c:v>
                </c:pt>
                <c:pt idx="364">
                  <c:v>0.76400000000000001</c:v>
                </c:pt>
                <c:pt idx="365">
                  <c:v>0.76500000000000001</c:v>
                </c:pt>
                <c:pt idx="366">
                  <c:v>0.76600000000000001</c:v>
                </c:pt>
                <c:pt idx="367">
                  <c:v>0.76700000000000002</c:v>
                </c:pt>
                <c:pt idx="368">
                  <c:v>0.76800000000000002</c:v>
                </c:pt>
                <c:pt idx="369">
                  <c:v>0.76900000000000002</c:v>
                </c:pt>
                <c:pt idx="370">
                  <c:v>0.77</c:v>
                </c:pt>
                <c:pt idx="371">
                  <c:v>0.77100000000000002</c:v>
                </c:pt>
                <c:pt idx="372">
                  <c:v>0.77200000000000002</c:v>
                </c:pt>
                <c:pt idx="373">
                  <c:v>0.77300000000000002</c:v>
                </c:pt>
                <c:pt idx="374">
                  <c:v>0.77400000000000002</c:v>
                </c:pt>
                <c:pt idx="375">
                  <c:v>0.77500000000000002</c:v>
                </c:pt>
                <c:pt idx="376">
                  <c:v>0.77600000000000002</c:v>
                </c:pt>
                <c:pt idx="377">
                  <c:v>0.77700000000000002</c:v>
                </c:pt>
                <c:pt idx="378">
                  <c:v>0.77800000000000002</c:v>
                </c:pt>
                <c:pt idx="379">
                  <c:v>0.77900000000000003</c:v>
                </c:pt>
                <c:pt idx="380">
                  <c:v>0.78</c:v>
                </c:pt>
                <c:pt idx="381">
                  <c:v>0.78100000000000003</c:v>
                </c:pt>
                <c:pt idx="382">
                  <c:v>0.78200000000000003</c:v>
                </c:pt>
                <c:pt idx="383">
                  <c:v>0.78300000000000003</c:v>
                </c:pt>
                <c:pt idx="384">
                  <c:v>0.78400000000000003</c:v>
                </c:pt>
                <c:pt idx="385">
                  <c:v>0.78500000000000003</c:v>
                </c:pt>
                <c:pt idx="386">
                  <c:v>0.78600000000000003</c:v>
                </c:pt>
                <c:pt idx="387">
                  <c:v>0.78700000000000003</c:v>
                </c:pt>
                <c:pt idx="388">
                  <c:v>0.78800000000000003</c:v>
                </c:pt>
                <c:pt idx="389">
                  <c:v>0.78900000000000003</c:v>
                </c:pt>
                <c:pt idx="390">
                  <c:v>0.79</c:v>
                </c:pt>
                <c:pt idx="391">
                  <c:v>0.79100000000000004</c:v>
                </c:pt>
                <c:pt idx="392">
                  <c:v>0.79200000000000004</c:v>
                </c:pt>
                <c:pt idx="393">
                  <c:v>0.79300000000000004</c:v>
                </c:pt>
                <c:pt idx="394">
                  <c:v>0.79400000000000004</c:v>
                </c:pt>
                <c:pt idx="395">
                  <c:v>0.79500000000000004</c:v>
                </c:pt>
                <c:pt idx="396">
                  <c:v>0.79600000000000004</c:v>
                </c:pt>
                <c:pt idx="397">
                  <c:v>0.79700000000000004</c:v>
                </c:pt>
                <c:pt idx="398">
                  <c:v>0.79800000000000004</c:v>
                </c:pt>
                <c:pt idx="399">
                  <c:v>0.79900000000000004</c:v>
                </c:pt>
                <c:pt idx="400">
                  <c:v>0.8</c:v>
                </c:pt>
                <c:pt idx="401">
                  <c:v>0.80100000000000005</c:v>
                </c:pt>
                <c:pt idx="402">
                  <c:v>0.80200000000000005</c:v>
                </c:pt>
                <c:pt idx="403">
                  <c:v>0.80300000000000005</c:v>
                </c:pt>
                <c:pt idx="404">
                  <c:v>0.80400000000000005</c:v>
                </c:pt>
                <c:pt idx="405">
                  <c:v>0.80500000000000005</c:v>
                </c:pt>
                <c:pt idx="406">
                  <c:v>0.80600000000000005</c:v>
                </c:pt>
                <c:pt idx="407">
                  <c:v>0.80700000000000005</c:v>
                </c:pt>
                <c:pt idx="408">
                  <c:v>0.80800000000000005</c:v>
                </c:pt>
                <c:pt idx="409">
                  <c:v>0.80900000000000005</c:v>
                </c:pt>
                <c:pt idx="410">
                  <c:v>0.81</c:v>
                </c:pt>
                <c:pt idx="411">
                  <c:v>0.81100000000000005</c:v>
                </c:pt>
                <c:pt idx="412">
                  <c:v>0.81200000000000006</c:v>
                </c:pt>
                <c:pt idx="413">
                  <c:v>0.81299999999999994</c:v>
                </c:pt>
                <c:pt idx="414">
                  <c:v>0.81399999999999995</c:v>
                </c:pt>
                <c:pt idx="415">
                  <c:v>0.81499999999999995</c:v>
                </c:pt>
                <c:pt idx="416">
                  <c:v>0.81599999999999995</c:v>
                </c:pt>
                <c:pt idx="417">
                  <c:v>0.81699999999999995</c:v>
                </c:pt>
                <c:pt idx="418">
                  <c:v>0.81799999999999995</c:v>
                </c:pt>
                <c:pt idx="419">
                  <c:v>0.81899999999999995</c:v>
                </c:pt>
                <c:pt idx="420">
                  <c:v>0.82</c:v>
                </c:pt>
                <c:pt idx="421">
                  <c:v>0.82099999999999995</c:v>
                </c:pt>
                <c:pt idx="422">
                  <c:v>0.82199999999999995</c:v>
                </c:pt>
                <c:pt idx="423">
                  <c:v>0.82299999999999995</c:v>
                </c:pt>
                <c:pt idx="424">
                  <c:v>0.82399999999999995</c:v>
                </c:pt>
                <c:pt idx="425">
                  <c:v>0.82499999999999996</c:v>
                </c:pt>
                <c:pt idx="426">
                  <c:v>0.82599999999999996</c:v>
                </c:pt>
                <c:pt idx="427">
                  <c:v>0.82699999999999996</c:v>
                </c:pt>
                <c:pt idx="428">
                  <c:v>0.82799999999999996</c:v>
                </c:pt>
                <c:pt idx="429">
                  <c:v>0.82899999999999996</c:v>
                </c:pt>
                <c:pt idx="430">
                  <c:v>0.83</c:v>
                </c:pt>
                <c:pt idx="431">
                  <c:v>0.83099999999999996</c:v>
                </c:pt>
                <c:pt idx="432">
                  <c:v>0.83199999999999996</c:v>
                </c:pt>
                <c:pt idx="433">
                  <c:v>0.83299999999999996</c:v>
                </c:pt>
                <c:pt idx="434">
                  <c:v>0.83399999999999996</c:v>
                </c:pt>
                <c:pt idx="435">
                  <c:v>0.83499999999999996</c:v>
                </c:pt>
                <c:pt idx="436">
                  <c:v>0.83599999999999997</c:v>
                </c:pt>
                <c:pt idx="437">
                  <c:v>0.83699999999999997</c:v>
                </c:pt>
                <c:pt idx="438">
                  <c:v>0.83799999999999997</c:v>
                </c:pt>
                <c:pt idx="439">
                  <c:v>0.83899999999999997</c:v>
                </c:pt>
                <c:pt idx="440">
                  <c:v>0.84</c:v>
                </c:pt>
                <c:pt idx="441">
                  <c:v>0.84099999999999997</c:v>
                </c:pt>
                <c:pt idx="442">
                  <c:v>0.84199999999999997</c:v>
                </c:pt>
                <c:pt idx="443">
                  <c:v>0.84299999999999997</c:v>
                </c:pt>
                <c:pt idx="444">
                  <c:v>0.84399999999999997</c:v>
                </c:pt>
                <c:pt idx="445">
                  <c:v>0.84499999999999997</c:v>
                </c:pt>
                <c:pt idx="446">
                  <c:v>0.84599999999999997</c:v>
                </c:pt>
                <c:pt idx="447">
                  <c:v>0.84699999999999998</c:v>
                </c:pt>
                <c:pt idx="448">
                  <c:v>0.84799999999999998</c:v>
                </c:pt>
                <c:pt idx="449">
                  <c:v>0.84899999999999998</c:v>
                </c:pt>
                <c:pt idx="450">
                  <c:v>0.85</c:v>
                </c:pt>
                <c:pt idx="451">
                  <c:v>0.85099999999999998</c:v>
                </c:pt>
                <c:pt idx="452">
                  <c:v>0.85199999999999998</c:v>
                </c:pt>
                <c:pt idx="453">
                  <c:v>0.85299999999999998</c:v>
                </c:pt>
                <c:pt idx="454">
                  <c:v>0.85399999999999998</c:v>
                </c:pt>
                <c:pt idx="455">
                  <c:v>0.85499999999999998</c:v>
                </c:pt>
                <c:pt idx="456">
                  <c:v>0.85599999999999998</c:v>
                </c:pt>
                <c:pt idx="457">
                  <c:v>0.85699999999999998</c:v>
                </c:pt>
                <c:pt idx="458">
                  <c:v>0.85799999999999998</c:v>
                </c:pt>
                <c:pt idx="459">
                  <c:v>0.85899999999999999</c:v>
                </c:pt>
                <c:pt idx="460">
                  <c:v>0.86</c:v>
                </c:pt>
                <c:pt idx="461">
                  <c:v>0.86099999999999999</c:v>
                </c:pt>
                <c:pt idx="462">
                  <c:v>0.86199999999999999</c:v>
                </c:pt>
                <c:pt idx="463">
                  <c:v>0.86299999999999999</c:v>
                </c:pt>
                <c:pt idx="464">
                  <c:v>0.86399999999999999</c:v>
                </c:pt>
                <c:pt idx="465">
                  <c:v>0.86499999999999999</c:v>
                </c:pt>
                <c:pt idx="466">
                  <c:v>0.86599999999999999</c:v>
                </c:pt>
                <c:pt idx="467">
                  <c:v>0.86699999999999999</c:v>
                </c:pt>
                <c:pt idx="468">
                  <c:v>0.86799999999999999</c:v>
                </c:pt>
                <c:pt idx="469">
                  <c:v>0.86899999999999999</c:v>
                </c:pt>
                <c:pt idx="470">
                  <c:v>0.87</c:v>
                </c:pt>
                <c:pt idx="471">
                  <c:v>0.871</c:v>
                </c:pt>
                <c:pt idx="472">
                  <c:v>0.872</c:v>
                </c:pt>
                <c:pt idx="473">
                  <c:v>0.873</c:v>
                </c:pt>
                <c:pt idx="474">
                  <c:v>0.874</c:v>
                </c:pt>
                <c:pt idx="475">
                  <c:v>0.875</c:v>
                </c:pt>
                <c:pt idx="476">
                  <c:v>0.876</c:v>
                </c:pt>
                <c:pt idx="477">
                  <c:v>0.877</c:v>
                </c:pt>
                <c:pt idx="478">
                  <c:v>0.878</c:v>
                </c:pt>
                <c:pt idx="479">
                  <c:v>0.879</c:v>
                </c:pt>
                <c:pt idx="480">
                  <c:v>0.88</c:v>
                </c:pt>
                <c:pt idx="481">
                  <c:v>0.88100000000000001</c:v>
                </c:pt>
                <c:pt idx="482">
                  <c:v>0.88200000000000001</c:v>
                </c:pt>
                <c:pt idx="483">
                  <c:v>0.88300000000000001</c:v>
                </c:pt>
                <c:pt idx="484">
                  <c:v>0.88400000000000001</c:v>
                </c:pt>
                <c:pt idx="485">
                  <c:v>0.88500000000000001</c:v>
                </c:pt>
                <c:pt idx="486">
                  <c:v>0.88600000000000001</c:v>
                </c:pt>
                <c:pt idx="487">
                  <c:v>0.88700000000000001</c:v>
                </c:pt>
                <c:pt idx="488">
                  <c:v>0.88800000000000001</c:v>
                </c:pt>
                <c:pt idx="489">
                  <c:v>0.88900000000000001</c:v>
                </c:pt>
                <c:pt idx="490">
                  <c:v>0.89</c:v>
                </c:pt>
                <c:pt idx="491">
                  <c:v>0.89100000000000001</c:v>
                </c:pt>
                <c:pt idx="492">
                  <c:v>0.89200000000000002</c:v>
                </c:pt>
                <c:pt idx="493">
                  <c:v>0.89300000000000002</c:v>
                </c:pt>
                <c:pt idx="494">
                  <c:v>0.89400000000000002</c:v>
                </c:pt>
                <c:pt idx="495">
                  <c:v>0.89500000000000002</c:v>
                </c:pt>
                <c:pt idx="496">
                  <c:v>0.89600000000000002</c:v>
                </c:pt>
                <c:pt idx="497">
                  <c:v>0.89700000000000002</c:v>
                </c:pt>
                <c:pt idx="498">
                  <c:v>0.89800000000000002</c:v>
                </c:pt>
                <c:pt idx="499">
                  <c:v>0.89900000000000002</c:v>
                </c:pt>
                <c:pt idx="500">
                  <c:v>0.9</c:v>
                </c:pt>
                <c:pt idx="501">
                  <c:v>0.90100000000000002</c:v>
                </c:pt>
                <c:pt idx="502">
                  <c:v>0.90200000000000002</c:v>
                </c:pt>
                <c:pt idx="503">
                  <c:v>0.90300000000000002</c:v>
                </c:pt>
                <c:pt idx="504">
                  <c:v>0.90400000000000003</c:v>
                </c:pt>
                <c:pt idx="505">
                  <c:v>0.90500000000000003</c:v>
                </c:pt>
                <c:pt idx="506">
                  <c:v>0.90600000000000003</c:v>
                </c:pt>
                <c:pt idx="507">
                  <c:v>0.90700000000000003</c:v>
                </c:pt>
                <c:pt idx="508">
                  <c:v>0.90800000000000003</c:v>
                </c:pt>
                <c:pt idx="509">
                  <c:v>0.90900000000000003</c:v>
                </c:pt>
                <c:pt idx="510">
                  <c:v>0.91</c:v>
                </c:pt>
                <c:pt idx="511">
                  <c:v>0.91100000000000003</c:v>
                </c:pt>
                <c:pt idx="512">
                  <c:v>0.91200000000000003</c:v>
                </c:pt>
                <c:pt idx="513">
                  <c:v>0.91300000000000003</c:v>
                </c:pt>
                <c:pt idx="514">
                  <c:v>0.91400000000000003</c:v>
                </c:pt>
                <c:pt idx="515">
                  <c:v>0.91500000000000004</c:v>
                </c:pt>
                <c:pt idx="516">
                  <c:v>0.91600000000000004</c:v>
                </c:pt>
                <c:pt idx="517">
                  <c:v>0.91700000000000004</c:v>
                </c:pt>
                <c:pt idx="518">
                  <c:v>0.91800000000000004</c:v>
                </c:pt>
                <c:pt idx="519">
                  <c:v>0.91900000000000004</c:v>
                </c:pt>
                <c:pt idx="520">
                  <c:v>0.92</c:v>
                </c:pt>
                <c:pt idx="521">
                  <c:v>0.92100000000000004</c:v>
                </c:pt>
                <c:pt idx="522">
                  <c:v>0.92200000000000004</c:v>
                </c:pt>
                <c:pt idx="523">
                  <c:v>0.92300000000000004</c:v>
                </c:pt>
                <c:pt idx="524">
                  <c:v>0.92400000000000004</c:v>
                </c:pt>
                <c:pt idx="525">
                  <c:v>0.92500000000000004</c:v>
                </c:pt>
                <c:pt idx="526">
                  <c:v>0.92600000000000005</c:v>
                </c:pt>
                <c:pt idx="527">
                  <c:v>0.92700000000000005</c:v>
                </c:pt>
                <c:pt idx="528">
                  <c:v>0.92800000000000005</c:v>
                </c:pt>
                <c:pt idx="529">
                  <c:v>0.92900000000000005</c:v>
                </c:pt>
                <c:pt idx="530">
                  <c:v>0.93</c:v>
                </c:pt>
                <c:pt idx="531">
                  <c:v>0.93100000000000005</c:v>
                </c:pt>
                <c:pt idx="532">
                  <c:v>0.93200000000000005</c:v>
                </c:pt>
                <c:pt idx="533">
                  <c:v>0.93300000000000005</c:v>
                </c:pt>
                <c:pt idx="534">
                  <c:v>0.93400000000000005</c:v>
                </c:pt>
                <c:pt idx="535">
                  <c:v>0.93500000000000005</c:v>
                </c:pt>
                <c:pt idx="536">
                  <c:v>0.93600000000000005</c:v>
                </c:pt>
                <c:pt idx="537">
                  <c:v>0.93700000000000006</c:v>
                </c:pt>
                <c:pt idx="538">
                  <c:v>0.93799999999999994</c:v>
                </c:pt>
                <c:pt idx="539">
                  <c:v>0.93899999999999995</c:v>
                </c:pt>
                <c:pt idx="540">
                  <c:v>0.94</c:v>
                </c:pt>
                <c:pt idx="541">
                  <c:v>0.94099999999999995</c:v>
                </c:pt>
                <c:pt idx="542">
                  <c:v>0.94199999999999995</c:v>
                </c:pt>
                <c:pt idx="543">
                  <c:v>0.94299999999999995</c:v>
                </c:pt>
                <c:pt idx="544">
                  <c:v>0.94399999999999995</c:v>
                </c:pt>
                <c:pt idx="545">
                  <c:v>0.94499999999999995</c:v>
                </c:pt>
                <c:pt idx="546">
                  <c:v>0.94599999999999995</c:v>
                </c:pt>
                <c:pt idx="547">
                  <c:v>0.94699999999999995</c:v>
                </c:pt>
                <c:pt idx="548">
                  <c:v>0.94799999999999995</c:v>
                </c:pt>
                <c:pt idx="549">
                  <c:v>0.94899999999999995</c:v>
                </c:pt>
                <c:pt idx="550">
                  <c:v>0.95</c:v>
                </c:pt>
                <c:pt idx="551">
                  <c:v>0.95099999999999996</c:v>
                </c:pt>
                <c:pt idx="552">
                  <c:v>0.95199999999999996</c:v>
                </c:pt>
                <c:pt idx="553">
                  <c:v>0.95299999999999996</c:v>
                </c:pt>
                <c:pt idx="554">
                  <c:v>0.95399999999999996</c:v>
                </c:pt>
                <c:pt idx="555">
                  <c:v>0.95499999999999996</c:v>
                </c:pt>
                <c:pt idx="556">
                  <c:v>0.95599999999999996</c:v>
                </c:pt>
                <c:pt idx="557">
                  <c:v>0.95699999999999996</c:v>
                </c:pt>
                <c:pt idx="558">
                  <c:v>0.95799999999999996</c:v>
                </c:pt>
                <c:pt idx="559">
                  <c:v>0.95899999999999996</c:v>
                </c:pt>
                <c:pt idx="560">
                  <c:v>0.96</c:v>
                </c:pt>
                <c:pt idx="561">
                  <c:v>0.96099999999999997</c:v>
                </c:pt>
                <c:pt idx="562">
                  <c:v>0.96199999999999997</c:v>
                </c:pt>
                <c:pt idx="563">
                  <c:v>0.96299999999999997</c:v>
                </c:pt>
                <c:pt idx="564">
                  <c:v>0.96399999999999997</c:v>
                </c:pt>
                <c:pt idx="565">
                  <c:v>0.96499999999999997</c:v>
                </c:pt>
                <c:pt idx="566">
                  <c:v>0.96599999999999997</c:v>
                </c:pt>
                <c:pt idx="567">
                  <c:v>0.96699999999999997</c:v>
                </c:pt>
                <c:pt idx="568">
                  <c:v>0.96799999999999997</c:v>
                </c:pt>
                <c:pt idx="569">
                  <c:v>0.96899999999999997</c:v>
                </c:pt>
                <c:pt idx="570">
                  <c:v>0.97</c:v>
                </c:pt>
                <c:pt idx="571">
                  <c:v>0.97099999999999997</c:v>
                </c:pt>
                <c:pt idx="572">
                  <c:v>0.97199999999999998</c:v>
                </c:pt>
                <c:pt idx="573">
                  <c:v>0.97299999999999998</c:v>
                </c:pt>
                <c:pt idx="574">
                  <c:v>0.97399999999999998</c:v>
                </c:pt>
                <c:pt idx="575">
                  <c:v>0.97499999999999998</c:v>
                </c:pt>
                <c:pt idx="576">
                  <c:v>0.97599999999999998</c:v>
                </c:pt>
                <c:pt idx="577">
                  <c:v>0.97699999999999998</c:v>
                </c:pt>
                <c:pt idx="578">
                  <c:v>0.97799999999999998</c:v>
                </c:pt>
                <c:pt idx="579">
                  <c:v>0.97899999999999998</c:v>
                </c:pt>
                <c:pt idx="580">
                  <c:v>0.98</c:v>
                </c:pt>
                <c:pt idx="581">
                  <c:v>0.98099999999999998</c:v>
                </c:pt>
                <c:pt idx="582">
                  <c:v>0.98199999999999998</c:v>
                </c:pt>
                <c:pt idx="583">
                  <c:v>0.98299999999999998</c:v>
                </c:pt>
                <c:pt idx="584">
                  <c:v>0.98399999999999999</c:v>
                </c:pt>
                <c:pt idx="585">
                  <c:v>0.98499999999999999</c:v>
                </c:pt>
                <c:pt idx="586">
                  <c:v>0.98599999999999999</c:v>
                </c:pt>
                <c:pt idx="587">
                  <c:v>0.98699999999999999</c:v>
                </c:pt>
                <c:pt idx="588">
                  <c:v>0.98799999999999999</c:v>
                </c:pt>
                <c:pt idx="589">
                  <c:v>0.98899999999999999</c:v>
                </c:pt>
                <c:pt idx="590">
                  <c:v>0.99</c:v>
                </c:pt>
                <c:pt idx="591">
                  <c:v>0.99099999999999999</c:v>
                </c:pt>
                <c:pt idx="592">
                  <c:v>0.99199999999999999</c:v>
                </c:pt>
                <c:pt idx="593">
                  <c:v>0.99299999999999999</c:v>
                </c:pt>
                <c:pt idx="594">
                  <c:v>0.99399999999999999</c:v>
                </c:pt>
                <c:pt idx="595">
                  <c:v>0.995</c:v>
                </c:pt>
                <c:pt idx="596">
                  <c:v>0.996</c:v>
                </c:pt>
                <c:pt idx="597">
                  <c:v>0.997</c:v>
                </c:pt>
                <c:pt idx="598">
                  <c:v>0.998</c:v>
                </c:pt>
                <c:pt idx="599">
                  <c:v>0.999</c:v>
                </c:pt>
                <c:pt idx="600">
                  <c:v>1</c:v>
                </c:pt>
                <c:pt idx="601">
                  <c:v>1.0009999999999999</c:v>
                </c:pt>
                <c:pt idx="602">
                  <c:v>1.002</c:v>
                </c:pt>
                <c:pt idx="603">
                  <c:v>1.0029999999999999</c:v>
                </c:pt>
                <c:pt idx="604">
                  <c:v>1.004</c:v>
                </c:pt>
                <c:pt idx="605">
                  <c:v>1.0049999999999999</c:v>
                </c:pt>
                <c:pt idx="606">
                  <c:v>1.006</c:v>
                </c:pt>
                <c:pt idx="607">
                  <c:v>1.0069999999999999</c:v>
                </c:pt>
                <c:pt idx="608">
                  <c:v>1.008</c:v>
                </c:pt>
                <c:pt idx="609">
                  <c:v>1.0089999999999999</c:v>
                </c:pt>
                <c:pt idx="610">
                  <c:v>1.01</c:v>
                </c:pt>
                <c:pt idx="611">
                  <c:v>1.0109999999999999</c:v>
                </c:pt>
                <c:pt idx="612">
                  <c:v>1.012</c:v>
                </c:pt>
                <c:pt idx="613">
                  <c:v>1.0129999999999999</c:v>
                </c:pt>
                <c:pt idx="614">
                  <c:v>1.014</c:v>
                </c:pt>
                <c:pt idx="615">
                  <c:v>1.0149999999999999</c:v>
                </c:pt>
                <c:pt idx="616">
                  <c:v>1.016</c:v>
                </c:pt>
                <c:pt idx="617">
                  <c:v>1.0169999999999999</c:v>
                </c:pt>
                <c:pt idx="618">
                  <c:v>1.018</c:v>
                </c:pt>
                <c:pt idx="619">
                  <c:v>1.0189999999999999</c:v>
                </c:pt>
                <c:pt idx="620">
                  <c:v>1.02</c:v>
                </c:pt>
                <c:pt idx="621">
                  <c:v>1.0209999999999999</c:v>
                </c:pt>
                <c:pt idx="622">
                  <c:v>1.022</c:v>
                </c:pt>
                <c:pt idx="623">
                  <c:v>1.0229999999999999</c:v>
                </c:pt>
                <c:pt idx="624">
                  <c:v>1.024</c:v>
                </c:pt>
                <c:pt idx="625">
                  <c:v>1.0249999999999999</c:v>
                </c:pt>
                <c:pt idx="626">
                  <c:v>1.026</c:v>
                </c:pt>
                <c:pt idx="627">
                  <c:v>1.0269999999999999</c:v>
                </c:pt>
                <c:pt idx="628">
                  <c:v>1.028</c:v>
                </c:pt>
                <c:pt idx="629">
                  <c:v>1.0289999999999999</c:v>
                </c:pt>
                <c:pt idx="630">
                  <c:v>1.03</c:v>
                </c:pt>
                <c:pt idx="631">
                  <c:v>1.0309999999999999</c:v>
                </c:pt>
                <c:pt idx="632">
                  <c:v>1.032</c:v>
                </c:pt>
                <c:pt idx="633">
                  <c:v>1.0329999999999999</c:v>
                </c:pt>
                <c:pt idx="634">
                  <c:v>1.034</c:v>
                </c:pt>
                <c:pt idx="635">
                  <c:v>1.0349999999999999</c:v>
                </c:pt>
                <c:pt idx="636">
                  <c:v>1.036</c:v>
                </c:pt>
                <c:pt idx="637">
                  <c:v>1.0369999999999999</c:v>
                </c:pt>
                <c:pt idx="638">
                  <c:v>1.038</c:v>
                </c:pt>
                <c:pt idx="639">
                  <c:v>1.0389999999999999</c:v>
                </c:pt>
                <c:pt idx="640">
                  <c:v>1.04</c:v>
                </c:pt>
                <c:pt idx="641">
                  <c:v>1.0409999999999999</c:v>
                </c:pt>
                <c:pt idx="642">
                  <c:v>1.042</c:v>
                </c:pt>
                <c:pt idx="643">
                  <c:v>1.0429999999999999</c:v>
                </c:pt>
                <c:pt idx="644">
                  <c:v>1.044</c:v>
                </c:pt>
                <c:pt idx="645">
                  <c:v>1.0449999999999999</c:v>
                </c:pt>
                <c:pt idx="646">
                  <c:v>1.046</c:v>
                </c:pt>
                <c:pt idx="647">
                  <c:v>1.0469999999999999</c:v>
                </c:pt>
                <c:pt idx="648">
                  <c:v>1.048</c:v>
                </c:pt>
                <c:pt idx="649">
                  <c:v>1.0489999999999999</c:v>
                </c:pt>
                <c:pt idx="650">
                  <c:v>1.05</c:v>
                </c:pt>
                <c:pt idx="651">
                  <c:v>1.0509999999999999</c:v>
                </c:pt>
                <c:pt idx="652">
                  <c:v>1.052</c:v>
                </c:pt>
                <c:pt idx="653">
                  <c:v>1.0529999999999999</c:v>
                </c:pt>
                <c:pt idx="654">
                  <c:v>1.054</c:v>
                </c:pt>
                <c:pt idx="655">
                  <c:v>1.0549999999999999</c:v>
                </c:pt>
                <c:pt idx="656">
                  <c:v>1.056</c:v>
                </c:pt>
                <c:pt idx="657">
                  <c:v>1.0569999999999999</c:v>
                </c:pt>
                <c:pt idx="658">
                  <c:v>1.0580000000000001</c:v>
                </c:pt>
                <c:pt idx="659">
                  <c:v>1.0589999999999999</c:v>
                </c:pt>
                <c:pt idx="660">
                  <c:v>1.06</c:v>
                </c:pt>
                <c:pt idx="661">
                  <c:v>1.0609999999999999</c:v>
                </c:pt>
                <c:pt idx="662">
                  <c:v>1.0620000000000001</c:v>
                </c:pt>
                <c:pt idx="663">
                  <c:v>1.0629999999999999</c:v>
                </c:pt>
                <c:pt idx="664">
                  <c:v>1.0640000000000001</c:v>
                </c:pt>
                <c:pt idx="665">
                  <c:v>1.0649999999999999</c:v>
                </c:pt>
                <c:pt idx="666">
                  <c:v>1.0660000000000001</c:v>
                </c:pt>
                <c:pt idx="667">
                  <c:v>1.0669999999999999</c:v>
                </c:pt>
                <c:pt idx="668">
                  <c:v>1.0680000000000001</c:v>
                </c:pt>
                <c:pt idx="669">
                  <c:v>1.069</c:v>
                </c:pt>
                <c:pt idx="670">
                  <c:v>1.07</c:v>
                </c:pt>
                <c:pt idx="671">
                  <c:v>1.071</c:v>
                </c:pt>
                <c:pt idx="672">
                  <c:v>1.0720000000000001</c:v>
                </c:pt>
                <c:pt idx="673">
                  <c:v>1.073</c:v>
                </c:pt>
                <c:pt idx="674">
                  <c:v>1.0740000000000001</c:v>
                </c:pt>
                <c:pt idx="675">
                  <c:v>1.075</c:v>
                </c:pt>
                <c:pt idx="676">
                  <c:v>1.0760000000000001</c:v>
                </c:pt>
                <c:pt idx="677">
                  <c:v>1.077</c:v>
                </c:pt>
                <c:pt idx="678">
                  <c:v>1.0780000000000001</c:v>
                </c:pt>
                <c:pt idx="679">
                  <c:v>1.079</c:v>
                </c:pt>
                <c:pt idx="680">
                  <c:v>1.08</c:v>
                </c:pt>
                <c:pt idx="681">
                  <c:v>1.081</c:v>
                </c:pt>
                <c:pt idx="682">
                  <c:v>1.0820000000000001</c:v>
                </c:pt>
                <c:pt idx="683">
                  <c:v>1.083</c:v>
                </c:pt>
                <c:pt idx="684">
                  <c:v>1.0840000000000001</c:v>
                </c:pt>
                <c:pt idx="685">
                  <c:v>1.085</c:v>
                </c:pt>
                <c:pt idx="686">
                  <c:v>1.0860000000000001</c:v>
                </c:pt>
                <c:pt idx="687">
                  <c:v>1.087</c:v>
                </c:pt>
                <c:pt idx="688">
                  <c:v>1.0880000000000001</c:v>
                </c:pt>
                <c:pt idx="689">
                  <c:v>1.089</c:v>
                </c:pt>
                <c:pt idx="690">
                  <c:v>1.0900000000000001</c:v>
                </c:pt>
                <c:pt idx="691">
                  <c:v>1.091</c:v>
                </c:pt>
                <c:pt idx="692">
                  <c:v>1.0920000000000001</c:v>
                </c:pt>
                <c:pt idx="693">
                  <c:v>1.093</c:v>
                </c:pt>
                <c:pt idx="694">
                  <c:v>1.0940000000000001</c:v>
                </c:pt>
                <c:pt idx="695">
                  <c:v>1.095</c:v>
                </c:pt>
                <c:pt idx="696">
                  <c:v>1.0960000000000001</c:v>
                </c:pt>
                <c:pt idx="697">
                  <c:v>1.097</c:v>
                </c:pt>
                <c:pt idx="698">
                  <c:v>1.0980000000000001</c:v>
                </c:pt>
                <c:pt idx="699">
                  <c:v>1.099</c:v>
                </c:pt>
                <c:pt idx="700">
                  <c:v>1.1000000000000001</c:v>
                </c:pt>
                <c:pt idx="701">
                  <c:v>1.101</c:v>
                </c:pt>
                <c:pt idx="702">
                  <c:v>1.1020000000000001</c:v>
                </c:pt>
                <c:pt idx="703">
                  <c:v>1.103</c:v>
                </c:pt>
                <c:pt idx="704">
                  <c:v>1.1040000000000001</c:v>
                </c:pt>
                <c:pt idx="705">
                  <c:v>1.105</c:v>
                </c:pt>
                <c:pt idx="706">
                  <c:v>1.1060000000000001</c:v>
                </c:pt>
                <c:pt idx="707">
                  <c:v>1.107</c:v>
                </c:pt>
                <c:pt idx="708">
                  <c:v>1.1080000000000001</c:v>
                </c:pt>
                <c:pt idx="709">
                  <c:v>1.109</c:v>
                </c:pt>
                <c:pt idx="710">
                  <c:v>1.1100000000000001</c:v>
                </c:pt>
                <c:pt idx="711">
                  <c:v>1.111</c:v>
                </c:pt>
                <c:pt idx="712">
                  <c:v>1.1120000000000001</c:v>
                </c:pt>
                <c:pt idx="713">
                  <c:v>1.113</c:v>
                </c:pt>
                <c:pt idx="714">
                  <c:v>1.1140000000000001</c:v>
                </c:pt>
                <c:pt idx="715">
                  <c:v>1.115</c:v>
                </c:pt>
                <c:pt idx="716">
                  <c:v>1.1160000000000001</c:v>
                </c:pt>
                <c:pt idx="717">
                  <c:v>1.117</c:v>
                </c:pt>
                <c:pt idx="718">
                  <c:v>1.1180000000000001</c:v>
                </c:pt>
                <c:pt idx="719">
                  <c:v>1.119</c:v>
                </c:pt>
                <c:pt idx="720">
                  <c:v>1.1200000000000001</c:v>
                </c:pt>
                <c:pt idx="721">
                  <c:v>1.121</c:v>
                </c:pt>
                <c:pt idx="722">
                  <c:v>1.1220000000000001</c:v>
                </c:pt>
                <c:pt idx="723">
                  <c:v>1.123</c:v>
                </c:pt>
                <c:pt idx="724">
                  <c:v>1.1240000000000001</c:v>
                </c:pt>
                <c:pt idx="725">
                  <c:v>1.125</c:v>
                </c:pt>
                <c:pt idx="726">
                  <c:v>1.1259999999999999</c:v>
                </c:pt>
                <c:pt idx="727">
                  <c:v>1.127</c:v>
                </c:pt>
                <c:pt idx="728">
                  <c:v>1.1279999999999999</c:v>
                </c:pt>
                <c:pt idx="729">
                  <c:v>1.129</c:v>
                </c:pt>
                <c:pt idx="730">
                  <c:v>1.1299999999999999</c:v>
                </c:pt>
                <c:pt idx="731">
                  <c:v>1.131</c:v>
                </c:pt>
                <c:pt idx="732">
                  <c:v>1.1319999999999999</c:v>
                </c:pt>
                <c:pt idx="733">
                  <c:v>1.133</c:v>
                </c:pt>
                <c:pt idx="734">
                  <c:v>1.1339999999999999</c:v>
                </c:pt>
                <c:pt idx="735">
                  <c:v>1.135</c:v>
                </c:pt>
                <c:pt idx="736">
                  <c:v>1.1359999999999999</c:v>
                </c:pt>
                <c:pt idx="737">
                  <c:v>1.137</c:v>
                </c:pt>
                <c:pt idx="738">
                  <c:v>1.1379999999999999</c:v>
                </c:pt>
                <c:pt idx="739">
                  <c:v>1.139</c:v>
                </c:pt>
                <c:pt idx="740">
                  <c:v>1.1399999999999999</c:v>
                </c:pt>
                <c:pt idx="741">
                  <c:v>1.141</c:v>
                </c:pt>
                <c:pt idx="742">
                  <c:v>1.1419999999999999</c:v>
                </c:pt>
                <c:pt idx="743">
                  <c:v>1.143</c:v>
                </c:pt>
                <c:pt idx="744">
                  <c:v>1.1439999999999999</c:v>
                </c:pt>
                <c:pt idx="745">
                  <c:v>1.145</c:v>
                </c:pt>
                <c:pt idx="746">
                  <c:v>1.1459999999999999</c:v>
                </c:pt>
                <c:pt idx="747">
                  <c:v>1.147</c:v>
                </c:pt>
                <c:pt idx="748">
                  <c:v>1.1479999999999999</c:v>
                </c:pt>
                <c:pt idx="749">
                  <c:v>1.149</c:v>
                </c:pt>
                <c:pt idx="750">
                  <c:v>1.1499999999999999</c:v>
                </c:pt>
                <c:pt idx="751">
                  <c:v>1.151</c:v>
                </c:pt>
                <c:pt idx="752">
                  <c:v>1.1519999999999999</c:v>
                </c:pt>
                <c:pt idx="753">
                  <c:v>1.153</c:v>
                </c:pt>
                <c:pt idx="754">
                  <c:v>1.1539999999999999</c:v>
                </c:pt>
                <c:pt idx="755">
                  <c:v>1.155</c:v>
                </c:pt>
                <c:pt idx="756">
                  <c:v>1.1559999999999999</c:v>
                </c:pt>
                <c:pt idx="757">
                  <c:v>1.157</c:v>
                </c:pt>
                <c:pt idx="758">
                  <c:v>1.1579999999999999</c:v>
                </c:pt>
                <c:pt idx="759">
                  <c:v>1.159</c:v>
                </c:pt>
                <c:pt idx="760">
                  <c:v>1.1599999999999999</c:v>
                </c:pt>
                <c:pt idx="761">
                  <c:v>1.161</c:v>
                </c:pt>
                <c:pt idx="762">
                  <c:v>1.1619999999999999</c:v>
                </c:pt>
                <c:pt idx="763">
                  <c:v>1.163</c:v>
                </c:pt>
                <c:pt idx="764">
                  <c:v>1.1639999999999999</c:v>
                </c:pt>
                <c:pt idx="765">
                  <c:v>1.165</c:v>
                </c:pt>
                <c:pt idx="766">
                  <c:v>1.1659999999999999</c:v>
                </c:pt>
                <c:pt idx="767">
                  <c:v>1.167</c:v>
                </c:pt>
                <c:pt idx="768">
                  <c:v>1.1679999999999999</c:v>
                </c:pt>
                <c:pt idx="769">
                  <c:v>1.169</c:v>
                </c:pt>
                <c:pt idx="770">
                  <c:v>1.17</c:v>
                </c:pt>
                <c:pt idx="771">
                  <c:v>1.171</c:v>
                </c:pt>
                <c:pt idx="772">
                  <c:v>1.1719999999999999</c:v>
                </c:pt>
                <c:pt idx="773">
                  <c:v>1.173</c:v>
                </c:pt>
                <c:pt idx="774">
                  <c:v>1.1739999999999999</c:v>
                </c:pt>
                <c:pt idx="775">
                  <c:v>1.175</c:v>
                </c:pt>
                <c:pt idx="776">
                  <c:v>1.1759999999999999</c:v>
                </c:pt>
                <c:pt idx="777">
                  <c:v>1.177</c:v>
                </c:pt>
                <c:pt idx="778">
                  <c:v>1.1779999999999999</c:v>
                </c:pt>
                <c:pt idx="779">
                  <c:v>1.179</c:v>
                </c:pt>
                <c:pt idx="780">
                  <c:v>1.18</c:v>
                </c:pt>
                <c:pt idx="781">
                  <c:v>1.181</c:v>
                </c:pt>
                <c:pt idx="782">
                  <c:v>1.1819999999999999</c:v>
                </c:pt>
                <c:pt idx="783">
                  <c:v>1.1830000000000001</c:v>
                </c:pt>
                <c:pt idx="784">
                  <c:v>1.1839999999999999</c:v>
                </c:pt>
                <c:pt idx="785">
                  <c:v>1.1850000000000001</c:v>
                </c:pt>
                <c:pt idx="786">
                  <c:v>1.1859999999999999</c:v>
                </c:pt>
                <c:pt idx="787">
                  <c:v>1.1870000000000001</c:v>
                </c:pt>
                <c:pt idx="788">
                  <c:v>1.1879999999999999</c:v>
                </c:pt>
                <c:pt idx="789">
                  <c:v>1.1890000000000001</c:v>
                </c:pt>
                <c:pt idx="790">
                  <c:v>1.19</c:v>
                </c:pt>
                <c:pt idx="791">
                  <c:v>1.1910000000000001</c:v>
                </c:pt>
                <c:pt idx="792">
                  <c:v>1.1919999999999999</c:v>
                </c:pt>
                <c:pt idx="793">
                  <c:v>1.1930000000000001</c:v>
                </c:pt>
                <c:pt idx="794">
                  <c:v>1.194</c:v>
                </c:pt>
                <c:pt idx="795">
                  <c:v>1.1950000000000001</c:v>
                </c:pt>
                <c:pt idx="796">
                  <c:v>1.196</c:v>
                </c:pt>
                <c:pt idx="797">
                  <c:v>1.1970000000000001</c:v>
                </c:pt>
                <c:pt idx="798">
                  <c:v>1.198</c:v>
                </c:pt>
                <c:pt idx="799">
                  <c:v>1.1990000000000001</c:v>
                </c:pt>
                <c:pt idx="800">
                  <c:v>1.2</c:v>
                </c:pt>
              </c:numCache>
            </c:numRef>
          </c:xVal>
          <c:yVal>
            <c:numRef>
              <c:f>'Chart Data'!$B$2:$B$802</c:f>
              <c:numCache>
                <c:formatCode>0</c:formatCode>
                <c:ptCount val="801"/>
                <c:pt idx="0">
                  <c:v>-0.27903129293700002</c:v>
                </c:pt>
                <c:pt idx="1">
                  <c:v>-0.178149028076</c:v>
                </c:pt>
                <c:pt idx="2">
                  <c:v>-0.22591956458599999</c:v>
                </c:pt>
                <c:pt idx="3">
                  <c:v>0.10263974283000001</c:v>
                </c:pt>
                <c:pt idx="4">
                  <c:v>0.29850431453800003</c:v>
                </c:pt>
                <c:pt idx="5">
                  <c:v>0.42533322559999998</c:v>
                </c:pt>
                <c:pt idx="6">
                  <c:v>0.62798507261000003</c:v>
                </c:pt>
                <c:pt idx="7">
                  <c:v>0.94945221441500005</c:v>
                </c:pt>
                <c:pt idx="8">
                  <c:v>1.2380693753500001</c:v>
                </c:pt>
                <c:pt idx="9">
                  <c:v>1.4259958617299999</c:v>
                </c:pt>
                <c:pt idx="10">
                  <c:v>1.75804926849</c:v>
                </c:pt>
                <c:pt idx="11">
                  <c:v>2.0669839692199998</c:v>
                </c:pt>
                <c:pt idx="12">
                  <c:v>2.3544542874299998</c:v>
                </c:pt>
                <c:pt idx="13">
                  <c:v>2.5085909744200001</c:v>
                </c:pt>
                <c:pt idx="14">
                  <c:v>2.6420927594800001</c:v>
                </c:pt>
                <c:pt idx="15">
                  <c:v>2.7566057699600002</c:v>
                </c:pt>
                <c:pt idx="16">
                  <c:v>2.8536646495700002</c:v>
                </c:pt>
                <c:pt idx="17">
                  <c:v>2.9346995172199999</c:v>
                </c:pt>
                <c:pt idx="18">
                  <c:v>3.0010425122400002</c:v>
                </c:pt>
                <c:pt idx="19">
                  <c:v>3.0539339497700002</c:v>
                </c:pt>
                <c:pt idx="20">
                  <c:v>3.0945281088100001</c:v>
                </c:pt>
                <c:pt idx="21">
                  <c:v>3.1238986741199999</c:v>
                </c:pt>
                <c:pt idx="22">
                  <c:v>3.1430438519599999</c:v>
                </c:pt>
                <c:pt idx="23">
                  <c:v>3.15289117846</c:v>
                </c:pt>
                <c:pt idx="24">
                  <c:v>3.3295167888899999</c:v>
                </c:pt>
                <c:pt idx="25">
                  <c:v>3.3164120328500002</c:v>
                </c:pt>
                <c:pt idx="26">
                  <c:v>3.2966660442700002</c:v>
                </c:pt>
                <c:pt idx="27">
                  <c:v>3.27095778717</c:v>
                </c:pt>
                <c:pt idx="28">
                  <c:v>3.23991579529</c:v>
                </c:pt>
                <c:pt idx="29">
                  <c:v>3.2041214761200001</c:v>
                </c:pt>
                <c:pt idx="30">
                  <c:v>3.1641122126600001</c:v>
                </c:pt>
                <c:pt idx="31">
                  <c:v>3.1203842746800001</c:v>
                </c:pt>
                <c:pt idx="32">
                  <c:v>3.0733955507699999</c:v>
                </c:pt>
                <c:pt idx="33">
                  <c:v>3.1987828619399998</c:v>
                </c:pt>
                <c:pt idx="34">
                  <c:v>3.1396267351599998</c:v>
                </c:pt>
                <c:pt idx="35">
                  <c:v>3.0786322392100001</c:v>
                </c:pt>
                <c:pt idx="36">
                  <c:v>3.0161193976699998</c:v>
                </c:pt>
                <c:pt idx="37">
                  <c:v>2.9523813913299999</c:v>
                </c:pt>
                <c:pt idx="38">
                  <c:v>2.8876864152900001</c:v>
                </c:pt>
                <c:pt idx="39">
                  <c:v>2.9150326639999999</c:v>
                </c:pt>
                <c:pt idx="40">
                  <c:v>2.8454956466799999</c:v>
                </c:pt>
                <c:pt idx="41">
                  <c:v>2.7758077436300002</c:v>
                </c:pt>
                <c:pt idx="42">
                  <c:v>2.70614907103</c:v>
                </c:pt>
                <c:pt idx="43">
                  <c:v>2.6366825351899998</c:v>
                </c:pt>
                <c:pt idx="44">
                  <c:v>2.5675550828199998</c:v>
                </c:pt>
                <c:pt idx="45">
                  <c:v>2.4988988702900001</c:v>
                </c:pt>
                <c:pt idx="46">
                  <c:v>2.4621145658799999</c:v>
                </c:pt>
                <c:pt idx="47">
                  <c:v>2.4229744413900001</c:v>
                </c:pt>
                <c:pt idx="48">
                  <c:v>2.38179578022</c:v>
                </c:pt>
                <c:pt idx="49">
                  <c:v>2.33887052109</c:v>
                </c:pt>
                <c:pt idx="50">
                  <c:v>2.2944669754399998</c:v>
                </c:pt>
                <c:pt idx="51">
                  <c:v>2.2488314377499998</c:v>
                </c:pt>
                <c:pt idx="52">
                  <c:v>2.2021896948399999</c:v>
                </c:pt>
                <c:pt idx="53">
                  <c:v>2.1547484403900001</c:v>
                </c:pt>
                <c:pt idx="54">
                  <c:v>2.1066966002899998</c:v>
                </c:pt>
                <c:pt idx="55">
                  <c:v>2.0582065740600002</c:v>
                </c:pt>
                <c:pt idx="56">
                  <c:v>2.0094353974999999</c:v>
                </c:pt>
                <c:pt idx="57">
                  <c:v>1.93836736327</c:v>
                </c:pt>
                <c:pt idx="58">
                  <c:v>1.8903188149300001</c:v>
                </c:pt>
                <c:pt idx="59">
                  <c:v>1.84234643671</c:v>
                </c:pt>
                <c:pt idx="60">
                  <c:v>1.7945570856799999</c:v>
                </c:pt>
                <c:pt idx="61">
                  <c:v>1.7470470147699999</c:v>
                </c:pt>
                <c:pt idx="62">
                  <c:v>1.6999026529500001</c:v>
                </c:pt>
                <c:pt idx="63">
                  <c:v>1.6532013345100001</c:v>
                </c:pt>
                <c:pt idx="64">
                  <c:v>1.6070119806100001</c:v>
                </c:pt>
                <c:pt idx="65">
                  <c:v>1.5613957359499999</c:v>
                </c:pt>
                <c:pt idx="66">
                  <c:v>1.5164065633699999</c:v>
                </c:pt>
                <c:pt idx="67">
                  <c:v>1.47209179891</c:v>
                </c:pt>
                <c:pt idx="68">
                  <c:v>1.42849266989</c:v>
                </c:pt>
                <c:pt idx="69">
                  <c:v>1.3856447781300001</c:v>
                </c:pt>
                <c:pt idx="70">
                  <c:v>1.34357855062</c:v>
                </c:pt>
                <c:pt idx="71">
                  <c:v>1.30231965959</c:v>
                </c:pt>
                <c:pt idx="72">
                  <c:v>1.2618894139500001</c:v>
                </c:pt>
                <c:pt idx="73">
                  <c:v>1.22230512379</c:v>
                </c:pt>
                <c:pt idx="74">
                  <c:v>1.18358043977</c:v>
                </c:pt>
                <c:pt idx="75">
                  <c:v>1.1457256688799999</c:v>
                </c:pt>
                <c:pt idx="76">
                  <c:v>1.1087480681299999</c:v>
                </c:pt>
                <c:pt idx="77">
                  <c:v>1.0726521175199999</c:v>
                </c:pt>
                <c:pt idx="78">
                  <c:v>1.0374397736600001</c:v>
                </c:pt>
                <c:pt idx="79">
                  <c:v>1.0031107052299999</c:v>
                </c:pt>
                <c:pt idx="80">
                  <c:v>0.96966251153500005</c:v>
                </c:pt>
                <c:pt idx="81">
                  <c:v>0.93709092508699998</c:v>
                </c:pt>
                <c:pt idx="82">
                  <c:v>0.90538999944700005</c:v>
                </c:pt>
                <c:pt idx="83">
                  <c:v>0.87455228312400002</c:v>
                </c:pt>
                <c:pt idx="84">
                  <c:v>0.84456898052999996</c:v>
                </c:pt>
                <c:pt idx="85">
                  <c:v>0.81543010080099998</c:v>
                </c:pt>
                <c:pt idx="86">
                  <c:v>0.78712459531500001</c:v>
                </c:pt>
                <c:pt idx="87">
                  <c:v>0.79092269376500002</c:v>
                </c:pt>
                <c:pt idx="88">
                  <c:v>0.42931984553899999</c:v>
                </c:pt>
                <c:pt idx="89">
                  <c:v>-0.14339323887200001</c:v>
                </c:pt>
                <c:pt idx="90">
                  <c:v>-0.32090260049899999</c:v>
                </c:pt>
                <c:pt idx="91">
                  <c:v>-0.43787124091200003</c:v>
                </c:pt>
                <c:pt idx="92">
                  <c:v>-0.64359618973099997</c:v>
                </c:pt>
                <c:pt idx="93">
                  <c:v>-0.82821298327799997</c:v>
                </c:pt>
                <c:pt idx="94">
                  <c:v>-0.99329120432100004</c:v>
                </c:pt>
                <c:pt idx="95">
                  <c:v>-1.14029754392</c:v>
                </c:pt>
                <c:pt idx="96">
                  <c:v>-1.27060210425</c:v>
                </c:pt>
                <c:pt idx="97">
                  <c:v>-1.43097251665</c:v>
                </c:pt>
                <c:pt idx="98">
                  <c:v>-1.4656230671399999</c:v>
                </c:pt>
                <c:pt idx="99">
                  <c:v>-1.4934900961299999</c:v>
                </c:pt>
                <c:pt idx="100">
                  <c:v>-1.5151528573999999</c:v>
                </c:pt>
                <c:pt idx="101">
                  <c:v>-1.5311502387</c:v>
                </c:pt>
                <c:pt idx="102">
                  <c:v>-1.6814596456799999</c:v>
                </c:pt>
                <c:pt idx="103">
                  <c:v>-1.4422192425</c:v>
                </c:pt>
                <c:pt idx="104">
                  <c:v>-1.32349920375</c:v>
                </c:pt>
                <c:pt idx="105">
                  <c:v>-1.2847739733000001</c:v>
                </c:pt>
                <c:pt idx="106">
                  <c:v>-1.1681892254499999</c:v>
                </c:pt>
                <c:pt idx="107">
                  <c:v>-0.92032649084700002</c:v>
                </c:pt>
                <c:pt idx="108">
                  <c:v>-0.69386195395299999</c:v>
                </c:pt>
                <c:pt idx="109">
                  <c:v>-0.55757825540499995</c:v>
                </c:pt>
                <c:pt idx="110">
                  <c:v>-0.267535107469</c:v>
                </c:pt>
                <c:pt idx="111">
                  <c:v>8.2051314081200005E-3</c:v>
                </c:pt>
                <c:pt idx="112">
                  <c:v>0.27053680605899999</c:v>
                </c:pt>
                <c:pt idx="113">
                  <c:v>0.40688384930299998</c:v>
                </c:pt>
                <c:pt idx="114">
                  <c:v>0.52928795454300004</c:v>
                </c:pt>
                <c:pt idx="115">
                  <c:v>0.63878482114699997</c:v>
                </c:pt>
                <c:pt idx="116">
                  <c:v>0.73634228941299995</c:v>
                </c:pt>
                <c:pt idx="117">
                  <c:v>0.82286449614099999</c:v>
                </c:pt>
                <c:pt idx="118">
                  <c:v>0.89919578626800001</c:v>
                </c:pt>
                <c:pt idx="119">
                  <c:v>0.96612439448999998</c:v>
                </c:pt>
                <c:pt idx="120">
                  <c:v>1.0243859099799999</c:v>
                </c:pt>
                <c:pt idx="121">
                  <c:v>0.827307176137</c:v>
                </c:pt>
                <c:pt idx="122">
                  <c:v>0.64701515622899997</c:v>
                </c:pt>
                <c:pt idx="123">
                  <c:v>0.48234122022699999</c:v>
                </c:pt>
                <c:pt idx="124">
                  <c:v>0.33219079926599998</c:v>
                </c:pt>
                <c:pt idx="125">
                  <c:v>0.19553894129900001</c:v>
                </c:pt>
                <c:pt idx="126">
                  <c:v>7.1426124094799995E-2</c:v>
                </c:pt>
                <c:pt idx="127">
                  <c:v>-4.10456889363E-2</c:v>
                </c:pt>
                <c:pt idx="128">
                  <c:v>-0.14271676383599999</c:v>
                </c:pt>
                <c:pt idx="129">
                  <c:v>-0.234373095063</c:v>
                </c:pt>
                <c:pt idx="130">
                  <c:v>-0.31674970057000001</c:v>
                </c:pt>
                <c:pt idx="131">
                  <c:v>-0.39053372457399999</c:v>
                </c:pt>
                <c:pt idx="132">
                  <c:v>-0.45636735892199998</c:v>
                </c:pt>
                <c:pt idx="133">
                  <c:v>-0.51485059337700001</c:v>
                </c:pt>
                <c:pt idx="134">
                  <c:v>-0.56654380456099995</c:v>
                </c:pt>
                <c:pt idx="135">
                  <c:v>-0.61197019274800002</c:v>
                </c:pt>
                <c:pt idx="136">
                  <c:v>-0.65161807519600001</c:v>
                </c:pt>
                <c:pt idx="137">
                  <c:v>-0.68594304420499996</c:v>
                </c:pt>
                <c:pt idx="138">
                  <c:v>-0.71536999765200004</c:v>
                </c:pt>
                <c:pt idx="139">
                  <c:v>-0.74029504930500001</c:v>
                </c:pt>
                <c:pt idx="140">
                  <c:v>-0.761087325807</c:v>
                </c:pt>
                <c:pt idx="141">
                  <c:v>-0.77809065684599998</c:v>
                </c:pt>
                <c:pt idx="142">
                  <c:v>-0.79162516465999999</c:v>
                </c:pt>
                <c:pt idx="143">
                  <c:v>-0.80198875865999997</c:v>
                </c:pt>
                <c:pt idx="144">
                  <c:v>-0.80945854066900003</c:v>
                </c:pt>
                <c:pt idx="145">
                  <c:v>-0.83645059386999998</c:v>
                </c:pt>
                <c:pt idx="146">
                  <c:v>-0.83801744926199995</c:v>
                </c:pt>
                <c:pt idx="147">
                  <c:v>-0.837441916294</c:v>
                </c:pt>
                <c:pt idx="148">
                  <c:v>-1.0579360741699999</c:v>
                </c:pt>
                <c:pt idx="149">
                  <c:v>-1.25493106469</c:v>
                </c:pt>
                <c:pt idx="150">
                  <c:v>-1.4301945631099999</c:v>
                </c:pt>
                <c:pt idx="151">
                  <c:v>-1.5853777179899999</c:v>
                </c:pt>
                <c:pt idx="152">
                  <c:v>-1.7220223128300001</c:v>
                </c:pt>
                <c:pt idx="153">
                  <c:v>-1.8415675062600001</c:v>
                </c:pt>
                <c:pt idx="154">
                  <c:v>-1.9453561749799999</c:v>
                </c:pt>
                <c:pt idx="155">
                  <c:v>-2.0346408820500002</c:v>
                </c:pt>
                <c:pt idx="156">
                  <c:v>-2.1105894920599999</c:v>
                </c:pt>
                <c:pt idx="157">
                  <c:v>-2.1742904534299998</c:v>
                </c:pt>
                <c:pt idx="158">
                  <c:v>-2.22675776691</c:v>
                </c:pt>
                <c:pt idx="159">
                  <c:v>-2.4850128096300002</c:v>
                </c:pt>
                <c:pt idx="160">
                  <c:v>-2.7127808611700002</c:v>
                </c:pt>
                <c:pt idx="161">
                  <c:v>-2.9124213802700001</c:v>
                </c:pt>
                <c:pt idx="162">
                  <c:v>-3.0861361968100001</c:v>
                </c:pt>
                <c:pt idx="163">
                  <c:v>-3.23597927488</c:v>
                </c:pt>
                <c:pt idx="164">
                  <c:v>-3.3638658986499999</c:v>
                </c:pt>
                <c:pt idx="165">
                  <c:v>-3.4715813138499998</c:v>
                </c:pt>
                <c:pt idx="166">
                  <c:v>-3.5607888561999999</c:v>
                </c:pt>
                <c:pt idx="167">
                  <c:v>-3.6330375963799999</c:v>
                </c:pt>
                <c:pt idx="168">
                  <c:v>-3.6897695291799999</c:v>
                </c:pt>
                <c:pt idx="169">
                  <c:v>-3.7323263332200001</c:v>
                </c:pt>
                <c:pt idx="170">
                  <c:v>-3.7619557260600001</c:v>
                </c:pt>
                <c:pt idx="171">
                  <c:v>-3.7798174379899998</c:v>
                </c:pt>
                <c:pt idx="172">
                  <c:v>-4.03434818705</c:v>
                </c:pt>
                <c:pt idx="173">
                  <c:v>-4.2550611571700001</c:v>
                </c:pt>
                <c:pt idx="174">
                  <c:v>-4.4446495544699998</c:v>
                </c:pt>
                <c:pt idx="175">
                  <c:v>-4.6056243245699999</c:v>
                </c:pt>
                <c:pt idx="176">
                  <c:v>-4.7403255245200002</c:v>
                </c:pt>
                <c:pt idx="177">
                  <c:v>-4.8509330189800002</c:v>
                </c:pt>
                <c:pt idx="178">
                  <c:v>-4.9394765396200002</c:v>
                </c:pt>
                <c:pt idx="179">
                  <c:v>-5.00784514427</c:v>
                </c:pt>
                <c:pt idx="180">
                  <c:v>-5.05779611059</c:v>
                </c:pt>
                <c:pt idx="181">
                  <c:v>-5.09096329677</c:v>
                </c:pt>
                <c:pt idx="182">
                  <c:v>-5.1088650002199998</c:v>
                </c:pt>
                <c:pt idx="183">
                  <c:v>-5.1129113432600004</c:v>
                </c:pt>
                <c:pt idx="184">
                  <c:v>-5.1044112132499997</c:v>
                </c:pt>
                <c:pt idx="185">
                  <c:v>-5.0845787831100004</c:v>
                </c:pt>
                <c:pt idx="186">
                  <c:v>-5.2076424650900002</c:v>
                </c:pt>
                <c:pt idx="187">
                  <c:v>-4.9984402597399997</c:v>
                </c:pt>
                <c:pt idx="188">
                  <c:v>-5.0253745376100003</c:v>
                </c:pt>
                <c:pt idx="189">
                  <c:v>-5.2822926097699998</c:v>
                </c:pt>
                <c:pt idx="190">
                  <c:v>-5.1618356009599999</c:v>
                </c:pt>
                <c:pt idx="191">
                  <c:v>-4.99767862676</c:v>
                </c:pt>
                <c:pt idx="192">
                  <c:v>-4.9381847836499997</c:v>
                </c:pt>
                <c:pt idx="193">
                  <c:v>-4.8726067148599999</c:v>
                </c:pt>
                <c:pt idx="194">
                  <c:v>-4.8016793929599997</c:v>
                </c:pt>
                <c:pt idx="195">
                  <c:v>-4.7260805722199999</c:v>
                </c:pt>
                <c:pt idx="196">
                  <c:v>-4.6464346215600001</c:v>
                </c:pt>
                <c:pt idx="197">
                  <c:v>-4.6088043049799996</c:v>
                </c:pt>
                <c:pt idx="198">
                  <c:v>-4.4567376948000001</c:v>
                </c:pt>
                <c:pt idx="199">
                  <c:v>-4.3085414776000004</c:v>
                </c:pt>
                <c:pt idx="200">
                  <c:v>-4.1641998317300004</c:v>
                </c:pt>
                <c:pt idx="201">
                  <c:v>-4.0236892727900004</c:v>
                </c:pt>
                <c:pt idx="202">
                  <c:v>-4.0264557630500004</c:v>
                </c:pt>
                <c:pt idx="203">
                  <c:v>-3.6481352729099998</c:v>
                </c:pt>
                <c:pt idx="204">
                  <c:v>-3.3983234438099998</c:v>
                </c:pt>
                <c:pt idx="205">
                  <c:v>-3.2138878756199998</c:v>
                </c:pt>
                <c:pt idx="206">
                  <c:v>-2.9817374402299999</c:v>
                </c:pt>
                <c:pt idx="207">
                  <c:v>-2.6249928976799999</c:v>
                </c:pt>
                <c:pt idx="208">
                  <c:v>-2.29595336009</c:v>
                </c:pt>
                <c:pt idx="209">
                  <c:v>-2.0630452777400001</c:v>
                </c:pt>
                <c:pt idx="210">
                  <c:v>-1.68199191461</c:v>
                </c:pt>
                <c:pt idx="211">
                  <c:v>-1.32053784444</c:v>
                </c:pt>
                <c:pt idx="212">
                  <c:v>-0.97748858108799996</c:v>
                </c:pt>
                <c:pt idx="213">
                  <c:v>-0.76513672875799998</c:v>
                </c:pt>
                <c:pt idx="214">
                  <c:v>-0.57117289644900004</c:v>
                </c:pt>
                <c:pt idx="215">
                  <c:v>-0.39430858906600003</c:v>
                </c:pt>
                <c:pt idx="216">
                  <c:v>-0.233337255631</c:v>
                </c:pt>
                <c:pt idx="217">
                  <c:v>-8.7129361136999997E-2</c:v>
                </c:pt>
                <c:pt idx="218">
                  <c:v>4.5372255814E-2</c:v>
                </c:pt>
                <c:pt idx="219">
                  <c:v>0.16515675573899999</c:v>
                </c:pt>
                <c:pt idx="220">
                  <c:v>0.44836416689699998</c:v>
                </c:pt>
                <c:pt idx="221">
                  <c:v>0.53855163265100003</c:v>
                </c:pt>
                <c:pt idx="222">
                  <c:v>0.61887564406600004</c:v>
                </c:pt>
                <c:pt idx="223">
                  <c:v>0.69008377671800003</c:v>
                </c:pt>
                <c:pt idx="224">
                  <c:v>0.75287414770799999</c:v>
                </c:pt>
                <c:pt idx="225">
                  <c:v>0.80789846173699997</c:v>
                </c:pt>
                <c:pt idx="226">
                  <c:v>0.85576487770800003</c:v>
                </c:pt>
                <c:pt idx="227">
                  <c:v>0.89704070610700004</c:v>
                </c:pt>
                <c:pt idx="228">
                  <c:v>0.93225494685700006</c:v>
                </c:pt>
                <c:pt idx="229">
                  <c:v>0.961900676786</c:v>
                </c:pt>
                <c:pt idx="230">
                  <c:v>0.98643729534699998</c:v>
                </c:pt>
                <c:pt idx="231">
                  <c:v>1.00629263673</c:v>
                </c:pt>
                <c:pt idx="232">
                  <c:v>1.0218649560499999</c:v>
                </c:pt>
                <c:pt idx="233">
                  <c:v>1.0335247969200001</c:v>
                </c:pt>
                <c:pt idx="234">
                  <c:v>1.04161674715</c:v>
                </c:pt>
                <c:pt idx="235">
                  <c:v>1.0464610891599999</c:v>
                </c:pt>
                <c:pt idx="236">
                  <c:v>1.0483553511299999</c:v>
                </c:pt>
                <c:pt idx="237">
                  <c:v>1.0475757646699999</c:v>
                </c:pt>
                <c:pt idx="238">
                  <c:v>1.0443786343899999</c:v>
                </c:pt>
                <c:pt idx="239">
                  <c:v>1.03900162461</c:v>
                </c:pt>
                <c:pt idx="240">
                  <c:v>1.0722925860300001</c:v>
                </c:pt>
                <c:pt idx="241">
                  <c:v>1.09986497167</c:v>
                </c:pt>
                <c:pt idx="242">
                  <c:v>1.12219739313</c:v>
                </c:pt>
                <c:pt idx="243">
                  <c:v>0.95714501361899995</c:v>
                </c:pt>
                <c:pt idx="244">
                  <c:v>0.80552280920800001</c:v>
                </c:pt>
                <c:pt idx="245">
                  <c:v>0.66641337364099995</c:v>
                </c:pt>
                <c:pt idx="246">
                  <c:v>0.538956840923</c:v>
                </c:pt>
                <c:pt idx="247">
                  <c:v>0.50761670077599996</c:v>
                </c:pt>
                <c:pt idx="248">
                  <c:v>0.32929335265199999</c:v>
                </c:pt>
                <c:pt idx="249">
                  <c:v>0.167156467788</c:v>
                </c:pt>
                <c:pt idx="250">
                  <c:v>2.0051354320700002E-2</c:v>
                </c:pt>
                <c:pt idx="251">
                  <c:v>-0.113102550259</c:v>
                </c:pt>
                <c:pt idx="252">
                  <c:v>-0.233316163257</c:v>
                </c:pt>
                <c:pt idx="253">
                  <c:v>-0.341534979854</c:v>
                </c:pt>
                <c:pt idx="254">
                  <c:v>-0.43864304991800002</c:v>
                </c:pt>
                <c:pt idx="255">
                  <c:v>-0.52546672253000004</c:v>
                </c:pt>
                <c:pt idx="256">
                  <c:v>-0.60277817140599999</c:v>
                </c:pt>
                <c:pt idx="257">
                  <c:v>-0.67129871369899996</c:v>
                </c:pt>
                <c:pt idx="258">
                  <c:v>-0.57864565161799997</c:v>
                </c:pt>
                <c:pt idx="259">
                  <c:v>-0.63756906847499994</c:v>
                </c:pt>
                <c:pt idx="260">
                  <c:v>-0.68936867880200003</c:v>
                </c:pt>
                <c:pt idx="261">
                  <c:v>-0.73459919347199998</c:v>
                </c:pt>
                <c:pt idx="262">
                  <c:v>-0.77377816068899996</c:v>
                </c:pt>
                <c:pt idx="263">
                  <c:v>-0.80738827145299996</c:v>
                </c:pt>
                <c:pt idx="264">
                  <c:v>-0.83587952855600001</c:v>
                </c:pt>
                <c:pt idx="265">
                  <c:v>-0.85967128690700001</c:v>
                </c:pt>
                <c:pt idx="266">
                  <c:v>-0.87915417259999995</c:v>
                </c:pt>
                <c:pt idx="267">
                  <c:v>-0.89469188769600005</c:v>
                </c:pt>
                <c:pt idx="268">
                  <c:v>-0.90662290728499995</c:v>
                </c:pt>
                <c:pt idx="269">
                  <c:v>-0.91526207507199997</c:v>
                </c:pt>
                <c:pt idx="270">
                  <c:v>-0.92090210331599998</c:v>
                </c:pt>
                <c:pt idx="271">
                  <c:v>-0.74860023241200002</c:v>
                </c:pt>
                <c:pt idx="272">
                  <c:v>-0.75591718689200005</c:v>
                </c:pt>
                <c:pt idx="273">
                  <c:v>-0.76073983987799998</c:v>
                </c:pt>
                <c:pt idx="274">
                  <c:v>-0.76329408452799996</c:v>
                </c:pt>
                <c:pt idx="275">
                  <c:v>-0.76378971298800002</c:v>
                </c:pt>
                <c:pt idx="276">
                  <c:v>-0.76242144960400005</c:v>
                </c:pt>
                <c:pt idx="277">
                  <c:v>-0.75936992164499995</c:v>
                </c:pt>
                <c:pt idx="278">
                  <c:v>-0.75480257118399996</c:v>
                </c:pt>
                <c:pt idx="279">
                  <c:v>-0.748874511563</c:v>
                </c:pt>
                <c:pt idx="280">
                  <c:v>-0.74172933167699995</c:v>
                </c:pt>
                <c:pt idx="281">
                  <c:v>-0.73349985113799998</c:v>
                </c:pt>
                <c:pt idx="282">
                  <c:v>-0.72430882918200001</c:v>
                </c:pt>
                <c:pt idx="283">
                  <c:v>-0.71426963005400002</c:v>
                </c:pt>
                <c:pt idx="284">
                  <c:v>-0.70348684741099998</c:v>
                </c:pt>
                <c:pt idx="285">
                  <c:v>-0.59930364489800003</c:v>
                </c:pt>
                <c:pt idx="286">
                  <c:v>-0.59095661980400005</c:v>
                </c:pt>
                <c:pt idx="287">
                  <c:v>-0.581998288054</c:v>
                </c:pt>
                <c:pt idx="288">
                  <c:v>-0.53006917559599998</c:v>
                </c:pt>
                <c:pt idx="289">
                  <c:v>-0.72632109540900003</c:v>
                </c:pt>
                <c:pt idx="290">
                  <c:v>-0.56180777471999999</c:v>
                </c:pt>
                <c:pt idx="291">
                  <c:v>-0.36872848476999998</c:v>
                </c:pt>
                <c:pt idx="292">
                  <c:v>-0.29407492562999998</c:v>
                </c:pt>
                <c:pt idx="293">
                  <c:v>-0.22582611441799999</c:v>
                </c:pt>
                <c:pt idx="294">
                  <c:v>-0.16353489329500001</c:v>
                </c:pt>
                <c:pt idx="295">
                  <c:v>-0.22417681772199999</c:v>
                </c:pt>
                <c:pt idx="296">
                  <c:v>-0.27851468000899998</c:v>
                </c:pt>
                <c:pt idx="297">
                  <c:v>-0.372507329916</c:v>
                </c:pt>
                <c:pt idx="298">
                  <c:v>-0.34961442969399997</c:v>
                </c:pt>
                <c:pt idx="299">
                  <c:v>-0.32806849491000001</c:v>
                </c:pt>
                <c:pt idx="300">
                  <c:v>-0.30779259334800002</c:v>
                </c:pt>
                <c:pt idx="301">
                  <c:v>-0.28871409299799999</c:v>
                </c:pt>
                <c:pt idx="302">
                  <c:v>-0.410240749934</c:v>
                </c:pt>
                <c:pt idx="303">
                  <c:v>-0.14798031942500001</c:v>
                </c:pt>
                <c:pt idx="304">
                  <c:v>-1.15093351957E-2</c:v>
                </c:pt>
                <c:pt idx="305">
                  <c:v>6.2315424390399998E-2</c:v>
                </c:pt>
                <c:pt idx="306">
                  <c:v>0.18658838559599999</c:v>
                </c:pt>
                <c:pt idx="307">
                  <c:v>0.438185271233</c:v>
                </c:pt>
                <c:pt idx="308">
                  <c:v>0.69607950283999998</c:v>
                </c:pt>
                <c:pt idx="309">
                  <c:v>0.85749589349400002</c:v>
                </c:pt>
                <c:pt idx="310">
                  <c:v>1.16691419011</c:v>
                </c:pt>
                <c:pt idx="311">
                  <c:v>1.45677385181</c:v>
                </c:pt>
                <c:pt idx="312">
                  <c:v>1.7284357878500001</c:v>
                </c:pt>
                <c:pt idx="313">
                  <c:v>1.86975748735</c:v>
                </c:pt>
                <c:pt idx="314">
                  <c:v>1.99318330177</c:v>
                </c:pt>
                <c:pt idx="315">
                  <c:v>2.10012267293</c:v>
                </c:pt>
                <c:pt idx="316">
                  <c:v>2.19189013066</c:v>
                </c:pt>
                <c:pt idx="317">
                  <c:v>2.26971119818</c:v>
                </c:pt>
                <c:pt idx="318">
                  <c:v>2.3347279472100002</c:v>
                </c:pt>
                <c:pt idx="319">
                  <c:v>2.3880042229299998</c:v>
                </c:pt>
                <c:pt idx="320">
                  <c:v>2.4305305578</c:v>
                </c:pt>
                <c:pt idx="321">
                  <c:v>2.4632287921199998</c:v>
                </c:pt>
                <c:pt idx="322">
                  <c:v>2.4869564183000001</c:v>
                </c:pt>
                <c:pt idx="323">
                  <c:v>2.50251066479</c:v>
                </c:pt>
                <c:pt idx="324">
                  <c:v>2.5106323346399999</c:v>
                </c:pt>
                <c:pt idx="325">
                  <c:v>2.5120094130899999</c:v>
                </c:pt>
                <c:pt idx="326">
                  <c:v>2.5072804573999998</c:v>
                </c:pt>
                <c:pt idx="327">
                  <c:v>2.49703778168</c:v>
                </c:pt>
                <c:pt idx="328">
                  <c:v>2.4818304486899998</c:v>
                </c:pt>
                <c:pt idx="329">
                  <c:v>2.4621670797099999</c:v>
                </c:pt>
                <c:pt idx="330">
                  <c:v>2.4385184933300001</c:v>
                </c:pt>
                <c:pt idx="331">
                  <c:v>2.4113201828999999</c:v>
                </c:pt>
                <c:pt idx="332">
                  <c:v>2.3809746424</c:v>
                </c:pt>
                <c:pt idx="333">
                  <c:v>2.3478535493299999</c:v>
                </c:pt>
                <c:pt idx="334">
                  <c:v>2.3122998132400001</c:v>
                </c:pt>
                <c:pt idx="335">
                  <c:v>2.2019338829600001</c:v>
                </c:pt>
                <c:pt idx="336">
                  <c:v>2.09683320782</c:v>
                </c:pt>
                <c:pt idx="337">
                  <c:v>1.9967467217499999</c:v>
                </c:pt>
                <c:pt idx="338">
                  <c:v>1.9014353241899999</c:v>
                </c:pt>
                <c:pt idx="339">
                  <c:v>1.7818931067999999</c:v>
                </c:pt>
                <c:pt idx="340">
                  <c:v>1.69658940676</c:v>
                </c:pt>
                <c:pt idx="341">
                  <c:v>1.61536797204</c:v>
                </c:pt>
                <c:pt idx="342">
                  <c:v>1.6673697374900001</c:v>
                </c:pt>
                <c:pt idx="343">
                  <c:v>1.58865878991</c:v>
                </c:pt>
                <c:pt idx="344">
                  <c:v>1.51365944473</c:v>
                </c:pt>
                <c:pt idx="345">
                  <c:v>1.4421968874</c:v>
                </c:pt>
                <c:pt idx="346">
                  <c:v>1.4255978033700001</c:v>
                </c:pt>
                <c:pt idx="347">
                  <c:v>1.3586953474900001</c:v>
                </c:pt>
                <c:pt idx="348">
                  <c:v>1.2949277513699999</c:v>
                </c:pt>
                <c:pt idx="349">
                  <c:v>1.2341483692899999</c:v>
                </c:pt>
                <c:pt idx="350">
                  <c:v>1.1762174030500001</c:v>
                </c:pt>
                <c:pt idx="351">
                  <c:v>1.12100158283</c:v>
                </c:pt>
                <c:pt idx="352">
                  <c:v>0.95097953183499995</c:v>
                </c:pt>
                <c:pt idx="353">
                  <c:v>0.79487524773399998</c:v>
                </c:pt>
                <c:pt idx="354">
                  <c:v>0.65173558471299997</c:v>
                </c:pt>
                <c:pt idx="355">
                  <c:v>0.52066726352699999</c:v>
                </c:pt>
                <c:pt idx="356">
                  <c:v>0.400833299167</c:v>
                </c:pt>
                <c:pt idx="357">
                  <c:v>0.29144963459000001</c:v>
                </c:pt>
                <c:pt idx="358">
                  <c:v>0.191781968883</c:v>
                </c:pt>
                <c:pt idx="359">
                  <c:v>0.10114276893</c:v>
                </c:pt>
                <c:pt idx="360">
                  <c:v>1.8888454213600001E-2</c:v>
                </c:pt>
                <c:pt idx="361">
                  <c:v>-5.5583255029099998E-2</c:v>
                </c:pt>
                <c:pt idx="362">
                  <c:v>-0.122835835528</c:v>
                </c:pt>
                <c:pt idx="363">
                  <c:v>-0.18339631330699999</c:v>
                </c:pt>
                <c:pt idx="364">
                  <c:v>-0.23775747886500001</c:v>
                </c:pt>
                <c:pt idx="365">
                  <c:v>-0.50938680802500003</c:v>
                </c:pt>
                <c:pt idx="366">
                  <c:v>-0.75395557719700002</c:v>
                </c:pt>
                <c:pt idx="367">
                  <c:v>-0.97345721543800001</c:v>
                </c:pt>
                <c:pt idx="368">
                  <c:v>-1.1291274576799999</c:v>
                </c:pt>
                <c:pt idx="369">
                  <c:v>-1.26729801014</c:v>
                </c:pt>
                <c:pt idx="370">
                  <c:v>-1.3893055402600001</c:v>
                </c:pt>
                <c:pt idx="371">
                  <c:v>-1.4963979596600001</c:v>
                </c:pt>
                <c:pt idx="372">
                  <c:v>-1.58973990207</c:v>
                </c:pt>
                <c:pt idx="373">
                  <c:v>-1.6704178781400001</c:v>
                </c:pt>
                <c:pt idx="374">
                  <c:v>-1.7394451254500001</c:v>
                </c:pt>
                <c:pt idx="375">
                  <c:v>-1.7977661713699999</c:v>
                </c:pt>
                <c:pt idx="376">
                  <c:v>-1.8462611250300001</c:v>
                </c:pt>
                <c:pt idx="377">
                  <c:v>-1.8857497141499999</c:v>
                </c:pt>
                <c:pt idx="378">
                  <c:v>-1.9169950812900001</c:v>
                </c:pt>
                <c:pt idx="379">
                  <c:v>-1.9407073534799999</c:v>
                </c:pt>
                <c:pt idx="380">
                  <c:v>-1.95754699821</c:v>
                </c:pt>
                <c:pt idx="381">
                  <c:v>-1.9681279781900001</c:v>
                </c:pt>
                <c:pt idx="382">
                  <c:v>-1.97302071653</c:v>
                </c:pt>
                <c:pt idx="383">
                  <c:v>-1.9727548832799999</c:v>
                </c:pt>
                <c:pt idx="384">
                  <c:v>-1.96782201373</c:v>
                </c:pt>
                <c:pt idx="385">
                  <c:v>-1.95867796828</c:v>
                </c:pt>
                <c:pt idx="386">
                  <c:v>-1.94574524303</c:v>
                </c:pt>
                <c:pt idx="387">
                  <c:v>-1.9294151399299999</c:v>
                </c:pt>
                <c:pt idx="388">
                  <c:v>-1.8676108489200001</c:v>
                </c:pt>
                <c:pt idx="389">
                  <c:v>-2.05174590245</c:v>
                </c:pt>
                <c:pt idx="390">
                  <c:v>-1.8731161733699999</c:v>
                </c:pt>
                <c:pt idx="391">
                  <c:v>-1.66414479134</c:v>
                </c:pt>
                <c:pt idx="392">
                  <c:v>-1.57203023552</c:v>
                </c:pt>
                <c:pt idx="393">
                  <c:v>-1.4849423562299999</c:v>
                </c:pt>
                <c:pt idx="394">
                  <c:v>-1.2788271229799999</c:v>
                </c:pt>
                <c:pt idx="395">
                  <c:v>-1.1675932502499999</c:v>
                </c:pt>
                <c:pt idx="396">
                  <c:v>-1.0641674789</c:v>
                </c:pt>
                <c:pt idx="397">
                  <c:v>-1.0135409604700001</c:v>
                </c:pt>
                <c:pt idx="398">
                  <c:v>-0.85826648262899996</c:v>
                </c:pt>
                <c:pt idx="399">
                  <c:v>-0.71572687893300002</c:v>
                </c:pt>
                <c:pt idx="400">
                  <c:v>-0.58504930616499995</c:v>
                </c:pt>
                <c:pt idx="401">
                  <c:v>-0.53811138324800001</c:v>
                </c:pt>
                <c:pt idx="402">
                  <c:v>-0.63383658352700001</c:v>
                </c:pt>
                <c:pt idx="403">
                  <c:v>-0.34769819146999997</c:v>
                </c:pt>
                <c:pt idx="404">
                  <c:v>-0.189146491419</c:v>
                </c:pt>
                <c:pt idx="405">
                  <c:v>-9.4919751701099994E-2</c:v>
                </c:pt>
                <c:pt idx="406">
                  <c:v>4.8187679250800003E-2</c:v>
                </c:pt>
                <c:pt idx="407">
                  <c:v>0.29499742554399999</c:v>
                </c:pt>
                <c:pt idx="408">
                  <c:v>0.53848545623599997</c:v>
                </c:pt>
                <c:pt idx="409">
                  <c:v>0.68724142557000001</c:v>
                </c:pt>
                <c:pt idx="410">
                  <c:v>0.98560906125299996</c:v>
                </c:pt>
                <c:pt idx="411">
                  <c:v>1.2659009182100001</c:v>
                </c:pt>
                <c:pt idx="412">
                  <c:v>1.52935955097</c:v>
                </c:pt>
                <c:pt idx="413">
                  <c:v>1.6637321112700001</c:v>
                </c:pt>
                <c:pt idx="414">
                  <c:v>1.7813601301099999</c:v>
                </c:pt>
                <c:pt idx="415">
                  <c:v>1.88355727491</c:v>
                </c:pt>
                <c:pt idx="416">
                  <c:v>1.9715489045400001</c:v>
                </c:pt>
                <c:pt idx="417">
                  <c:v>2.0464775583299999</c:v>
                </c:pt>
                <c:pt idx="418">
                  <c:v>2.1094081198099999</c:v>
                </c:pt>
                <c:pt idx="419">
                  <c:v>2.16133267375</c:v>
                </c:pt>
                <c:pt idx="420">
                  <c:v>2.2031750740899998</c:v>
                </c:pt>
                <c:pt idx="421">
                  <c:v>2.2670774486999998</c:v>
                </c:pt>
                <c:pt idx="422">
                  <c:v>2.3195063081399998</c:v>
                </c:pt>
                <c:pt idx="423">
                  <c:v>2.3614287960699998</c:v>
                </c:pt>
                <c:pt idx="424">
                  <c:v>2.39374501039</c:v>
                </c:pt>
                <c:pt idx="425">
                  <c:v>2.4172922425499999</c:v>
                </c:pt>
                <c:pt idx="426">
                  <c:v>2.4328489628300001</c:v>
                </c:pt>
                <c:pt idx="427">
                  <c:v>2.4411385662399998</c:v>
                </c:pt>
                <c:pt idx="428">
                  <c:v>2.4428328929699998</c:v>
                </c:pt>
                <c:pt idx="429">
                  <c:v>2.43855553653</c:v>
                </c:pt>
                <c:pt idx="430">
                  <c:v>2.4288849516800002</c:v>
                </c:pt>
                <c:pt idx="431">
                  <c:v>2.4143573741200002</c:v>
                </c:pt>
                <c:pt idx="432">
                  <c:v>2.3954695626600002</c:v>
                </c:pt>
                <c:pt idx="433">
                  <c:v>2.3726813743799999</c:v>
                </c:pt>
                <c:pt idx="434">
                  <c:v>2.3979114591799999</c:v>
                </c:pt>
                <c:pt idx="435">
                  <c:v>2.3665448852700002</c:v>
                </c:pt>
                <c:pt idx="436">
                  <c:v>2.3325342451400002</c:v>
                </c:pt>
                <c:pt idx="437">
                  <c:v>2.29621205161</c:v>
                </c:pt>
                <c:pt idx="438">
                  <c:v>2.2578846729199999</c:v>
                </c:pt>
                <c:pt idx="439">
                  <c:v>2.2178340919699999</c:v>
                </c:pt>
                <c:pt idx="440">
                  <c:v>1.9533127211700001</c:v>
                </c:pt>
                <c:pt idx="441">
                  <c:v>1.70931779785</c:v>
                </c:pt>
                <c:pt idx="442">
                  <c:v>1.48447633103</c:v>
                </c:pt>
                <c:pt idx="443">
                  <c:v>1.2775004293000001</c:v>
                </c:pt>
                <c:pt idx="444">
                  <c:v>1.0871822658100001</c:v>
                </c:pt>
                <c:pt idx="445">
                  <c:v>0.91238933208799999</c:v>
                </c:pt>
                <c:pt idx="446">
                  <c:v>0.75205996423200006</c:v>
                </c:pt>
                <c:pt idx="447">
                  <c:v>0.47425476588799997</c:v>
                </c:pt>
                <c:pt idx="448">
                  <c:v>0.22175817980000001</c:v>
                </c:pt>
                <c:pt idx="449">
                  <c:v>-7.2376463573999997E-3</c:v>
                </c:pt>
                <c:pt idx="450">
                  <c:v>-0.21442442319800001</c:v>
                </c:pt>
                <c:pt idx="451">
                  <c:v>-0.31822954276400001</c:v>
                </c:pt>
                <c:pt idx="452">
                  <c:v>-0.489708049541</c:v>
                </c:pt>
                <c:pt idx="453">
                  <c:v>-0.64370341445900003</c:v>
                </c:pt>
                <c:pt idx="454">
                  <c:v>-0.78151308983199996</c:v>
                </c:pt>
                <c:pt idx="455">
                  <c:v>-0.90434955784100002</c:v>
                </c:pt>
                <c:pt idx="456">
                  <c:v>-1.01334553254</c:v>
                </c:pt>
                <c:pt idx="457">
                  <c:v>-1.1095588565600001</c:v>
                </c:pt>
                <c:pt idx="458">
                  <c:v>-1.3113714410499999</c:v>
                </c:pt>
                <c:pt idx="459">
                  <c:v>-1.4908598314299999</c:v>
                </c:pt>
                <c:pt idx="460">
                  <c:v>-1.6497215301199999</c:v>
                </c:pt>
                <c:pt idx="461">
                  <c:v>-1.78954156284</c:v>
                </c:pt>
                <c:pt idx="462">
                  <c:v>-1.9117994120899999</c:v>
                </c:pt>
                <c:pt idx="463">
                  <c:v>-2.0178755418600001</c:v>
                </c:pt>
                <c:pt idx="464">
                  <c:v>-1.95109267628</c:v>
                </c:pt>
                <c:pt idx="465">
                  <c:v>-2.03478244727</c:v>
                </c:pt>
                <c:pt idx="466">
                  <c:v>-2.10566821305</c:v>
                </c:pt>
                <c:pt idx="467">
                  <c:v>-2.19357803245</c:v>
                </c:pt>
                <c:pt idx="468">
                  <c:v>-2.2408036226300001</c:v>
                </c:pt>
                <c:pt idx="469">
                  <c:v>-2.2782051975900002</c:v>
                </c:pt>
                <c:pt idx="470">
                  <c:v>-2.3066286737800001</c:v>
                </c:pt>
                <c:pt idx="471">
                  <c:v>-2.3268608230500001</c:v>
                </c:pt>
                <c:pt idx="472">
                  <c:v>-2.3396330296499999</c:v>
                </c:pt>
                <c:pt idx="473">
                  <c:v>-2.34562482142</c:v>
                </c:pt>
                <c:pt idx="474">
                  <c:v>-2.3454671882499998</c:v>
                </c:pt>
                <c:pt idx="475">
                  <c:v>-2.3397457002299999</c:v>
                </c:pt>
                <c:pt idx="476">
                  <c:v>-2.3290034371099999</c:v>
                </c:pt>
                <c:pt idx="477">
                  <c:v>-2.3137437400300001</c:v>
                </c:pt>
                <c:pt idx="478">
                  <c:v>-2.2944327959100002</c:v>
                </c:pt>
                <c:pt idx="479">
                  <c:v>-2.2715020642899999</c:v>
                </c:pt>
                <c:pt idx="480">
                  <c:v>-2.24535055583</c:v>
                </c:pt>
                <c:pt idx="481">
                  <c:v>-2.2163469711300001</c:v>
                </c:pt>
                <c:pt idx="482">
                  <c:v>-2.1848317081599999</c:v>
                </c:pt>
                <c:pt idx="483">
                  <c:v>-2.1511187459399999</c:v>
                </c:pt>
                <c:pt idx="484">
                  <c:v>-2.1154974118199998</c:v>
                </c:pt>
                <c:pt idx="485">
                  <c:v>-2.0782340391799998</c:v>
                </c:pt>
                <c:pt idx="486">
                  <c:v>-2.03957352217</c:v>
                </c:pt>
                <c:pt idx="487">
                  <c:v>-1.9997407733499999</c:v>
                </c:pt>
                <c:pt idx="488">
                  <c:v>-1.9165031346900001</c:v>
                </c:pt>
                <c:pt idx="489">
                  <c:v>-2.0811281996100002</c:v>
                </c:pt>
                <c:pt idx="490">
                  <c:v>-1.8534930058400001</c:v>
                </c:pt>
                <c:pt idx="491">
                  <c:v>-1.60022632073</c:v>
                </c:pt>
                <c:pt idx="492">
                  <c:v>-1.46818375174</c:v>
                </c:pt>
                <c:pt idx="493">
                  <c:v>-1.3739927214600001</c:v>
                </c:pt>
                <c:pt idx="494">
                  <c:v>-1.2583960892299999</c:v>
                </c:pt>
                <c:pt idx="495">
                  <c:v>-1.15080674902</c:v>
                </c:pt>
                <c:pt idx="496">
                  <c:v>-1.0507186149100001</c:v>
                </c:pt>
                <c:pt idx="497">
                  <c:v>-1.0031441046</c:v>
                </c:pt>
                <c:pt idx="498">
                  <c:v>-0.85065592754200003</c:v>
                </c:pt>
                <c:pt idx="499">
                  <c:v>-0.71065557528400003</c:v>
                </c:pt>
                <c:pt idx="500">
                  <c:v>-0.53079439799000006</c:v>
                </c:pt>
                <c:pt idx="501">
                  <c:v>-0.415278844353</c:v>
                </c:pt>
                <c:pt idx="502">
                  <c:v>-0.44924460399100002</c:v>
                </c:pt>
                <c:pt idx="503">
                  <c:v>-0.10766302389</c:v>
                </c:pt>
                <c:pt idx="504">
                  <c:v>0.10048480706100001</c:v>
                </c:pt>
                <c:pt idx="505">
                  <c:v>0.23889907376799999</c:v>
                </c:pt>
                <c:pt idx="506">
                  <c:v>0.42119502142999998</c:v>
                </c:pt>
                <c:pt idx="507">
                  <c:v>0.72473524823900004</c:v>
                </c:pt>
                <c:pt idx="508">
                  <c:v>0.99766597051499994</c:v>
                </c:pt>
                <c:pt idx="509">
                  <c:v>1.17197059633</c:v>
                </c:pt>
                <c:pt idx="510">
                  <c:v>1.4923026505799999</c:v>
                </c:pt>
                <c:pt idx="511">
                  <c:v>1.7912635296499999</c:v>
                </c:pt>
                <c:pt idx="512">
                  <c:v>2.07036498092</c:v>
                </c:pt>
                <c:pt idx="513">
                  <c:v>2.2176049299799998</c:v>
                </c:pt>
                <c:pt idx="514">
                  <c:v>2.3455584189000001</c:v>
                </c:pt>
                <c:pt idx="515">
                  <c:v>2.45575645082</c:v>
                </c:pt>
                <c:pt idx="516">
                  <c:v>2.5496265672399998</c:v>
                </c:pt>
                <c:pt idx="517">
                  <c:v>2.6284992982099999</c:v>
                </c:pt>
                <c:pt idx="518">
                  <c:v>2.6936142294200001</c:v>
                </c:pt>
                <c:pt idx="519">
                  <c:v>2.7461257082600001</c:v>
                </c:pt>
                <c:pt idx="520">
                  <c:v>2.7649497416500002</c:v>
                </c:pt>
                <c:pt idx="521">
                  <c:v>2.7962728164400001</c:v>
                </c:pt>
                <c:pt idx="522">
                  <c:v>2.8179639786299999</c:v>
                </c:pt>
                <c:pt idx="523">
                  <c:v>2.8308882319599999</c:v>
                </c:pt>
                <c:pt idx="524">
                  <c:v>2.83584911688</c:v>
                </c:pt>
                <c:pt idx="525">
                  <c:v>2.8335926482799998</c:v>
                </c:pt>
                <c:pt idx="526">
                  <c:v>2.8248110153399999</c:v>
                </c:pt>
                <c:pt idx="527">
                  <c:v>2.8101460572499999</c:v>
                </c:pt>
                <c:pt idx="528">
                  <c:v>2.79019252804</c:v>
                </c:pt>
                <c:pt idx="529">
                  <c:v>2.7655011626400001</c:v>
                </c:pt>
                <c:pt idx="530">
                  <c:v>2.7365815559</c:v>
                </c:pt>
                <c:pt idx="531">
                  <c:v>2.7039048654500002</c:v>
                </c:pt>
                <c:pt idx="532">
                  <c:v>2.6679063488599999</c:v>
                </c:pt>
                <c:pt idx="533">
                  <c:v>2.6289877446199998</c:v>
                </c:pt>
                <c:pt idx="534">
                  <c:v>2.5875195064000001</c:v>
                </c:pt>
                <c:pt idx="535">
                  <c:v>2.5438428990299999</c:v>
                </c:pt>
                <c:pt idx="536">
                  <c:v>2.4982719644400002</c:v>
                </c:pt>
                <c:pt idx="537">
                  <c:v>2.4510953653100001</c:v>
                </c:pt>
                <c:pt idx="538">
                  <c:v>2.4025781136300002</c:v>
                </c:pt>
                <c:pt idx="539">
                  <c:v>2.5109280516400001</c:v>
                </c:pt>
                <c:pt idx="540">
                  <c:v>2.4542364988299998</c:v>
                </c:pt>
                <c:pt idx="541">
                  <c:v>2.3971022896099998</c:v>
                </c:pt>
                <c:pt idx="542">
                  <c:v>2.3397034459800001</c:v>
                </c:pt>
                <c:pt idx="543">
                  <c:v>2.2822016783499999</c:v>
                </c:pt>
                <c:pt idx="544">
                  <c:v>2.2247435531500002</c:v>
                </c:pt>
                <c:pt idx="545">
                  <c:v>2.1674615853799999</c:v>
                </c:pt>
                <c:pt idx="546">
                  <c:v>2.2032285058199998</c:v>
                </c:pt>
                <c:pt idx="547">
                  <c:v>2.1430039026999999</c:v>
                </c:pt>
                <c:pt idx="548">
                  <c:v>2.0834131455899998</c:v>
                </c:pt>
                <c:pt idx="549">
                  <c:v>2.0245376567900002</c:v>
                </c:pt>
                <c:pt idx="550">
                  <c:v>1.96644940894</c:v>
                </c:pt>
                <c:pt idx="551">
                  <c:v>1.9092116530700001</c:v>
                </c:pt>
                <c:pt idx="552">
                  <c:v>1.8528795981099999</c:v>
                </c:pt>
                <c:pt idx="553">
                  <c:v>1.79750104491</c:v>
                </c:pt>
                <c:pt idx="554">
                  <c:v>1.7431169774999999</c:v>
                </c:pt>
                <c:pt idx="555">
                  <c:v>1.6897621142899999</c:v>
                </c:pt>
                <c:pt idx="556">
                  <c:v>1.63746542178</c:v>
                </c:pt>
                <c:pt idx="557">
                  <c:v>1.6694057983699999</c:v>
                </c:pt>
                <c:pt idx="558">
                  <c:v>1.54333155317</c:v>
                </c:pt>
                <c:pt idx="559">
                  <c:v>1.4255839380299999</c:v>
                </c:pt>
                <c:pt idx="560">
                  <c:v>1.3156506401600001</c:v>
                </c:pt>
                <c:pt idx="561">
                  <c:v>1.2130495128800001</c:v>
                </c:pt>
                <c:pt idx="562">
                  <c:v>1.1173268517799999</c:v>
                </c:pt>
                <c:pt idx="563">
                  <c:v>1.0280557672099999</c:v>
                </c:pt>
                <c:pt idx="564">
                  <c:v>0.94483464792299998</c:v>
                </c:pt>
                <c:pt idx="565">
                  <c:v>0.86728571079000005</c:v>
                </c:pt>
                <c:pt idx="566">
                  <c:v>0.79505363180599997</c:v>
                </c:pt>
                <c:pt idx="567">
                  <c:v>0.72780425401000004</c:v>
                </c:pt>
                <c:pt idx="568">
                  <c:v>0.66522336797899995</c:v>
                </c:pt>
                <c:pt idx="569">
                  <c:v>0.60701556093999998</c:v>
                </c:pt>
                <c:pt idx="570">
                  <c:v>0.55290313069300001</c:v>
                </c:pt>
                <c:pt idx="571">
                  <c:v>0.50262506075799995</c:v>
                </c:pt>
                <c:pt idx="572">
                  <c:v>0.45593605336900001</c:v>
                </c:pt>
                <c:pt idx="573">
                  <c:v>0.23001525097299999</c:v>
                </c:pt>
                <c:pt idx="574">
                  <c:v>2.50465482989E-2</c:v>
                </c:pt>
                <c:pt idx="575">
                  <c:v>-0.16047637835100001</c:v>
                </c:pt>
                <c:pt idx="576">
                  <c:v>-0.327962760144</c:v>
                </c:pt>
                <c:pt idx="577">
                  <c:v>-0.47873062333499999</c:v>
                </c:pt>
                <c:pt idx="578">
                  <c:v>-0.61401233355100004</c:v>
                </c:pt>
                <c:pt idx="579">
                  <c:v>-0.73495981620700002</c:v>
                </c:pt>
                <c:pt idx="580">
                  <c:v>-0.84264947147199998</c:v>
                </c:pt>
                <c:pt idx="581">
                  <c:v>-0.93808680114999998</c:v>
                </c:pt>
                <c:pt idx="582">
                  <c:v>-1.0222107639</c:v>
                </c:pt>
                <c:pt idx="583">
                  <c:v>-1.0958978742900001</c:v>
                </c:pt>
                <c:pt idx="584">
                  <c:v>-1.1599660602399999</c:v>
                </c:pt>
                <c:pt idx="585">
                  <c:v>-1.2151782928399999</c:v>
                </c:pt>
                <c:pt idx="586">
                  <c:v>-1.2622460013800001</c:v>
                </c:pt>
                <c:pt idx="587">
                  <c:v>-1.5248391210400001</c:v>
                </c:pt>
                <c:pt idx="588">
                  <c:v>-1.78907292552</c:v>
                </c:pt>
                <c:pt idx="589">
                  <c:v>-2.2905647233900002</c:v>
                </c:pt>
                <c:pt idx="590">
                  <c:v>-2.3776561955400002</c:v>
                </c:pt>
                <c:pt idx="591">
                  <c:v>-2.4079192158699998</c:v>
                </c:pt>
                <c:pt idx="592">
                  <c:v>-2.5305037801900001</c:v>
                </c:pt>
                <c:pt idx="593">
                  <c:v>-2.6354039029099998</c:v>
                </c:pt>
                <c:pt idx="594">
                  <c:v>-2.7240529690000002</c:v>
                </c:pt>
                <c:pt idx="595">
                  <c:v>-2.79778661303</c:v>
                </c:pt>
                <c:pt idx="596">
                  <c:v>-2.8578488445099999</c:v>
                </c:pt>
                <c:pt idx="597">
                  <c:v>-2.95088599348</c:v>
                </c:pt>
                <c:pt idx="598">
                  <c:v>-2.9209956686199998</c:v>
                </c:pt>
                <c:pt idx="599">
                  <c:v>-2.8870019943999998</c:v>
                </c:pt>
                <c:pt idx="600">
                  <c:v>-2.84937631244</c:v>
                </c:pt>
                <c:pt idx="601">
                  <c:v>-2.8085537492500001</c:v>
                </c:pt>
                <c:pt idx="602">
                  <c:v>-2.9044119519399998</c:v>
                </c:pt>
                <c:pt idx="603">
                  <c:v>-2.6129931851800001</c:v>
                </c:pt>
                <c:pt idx="604">
                  <c:v>-2.4442754439900001</c:v>
                </c:pt>
                <c:pt idx="605">
                  <c:v>-2.3354861099500002</c:v>
                </c:pt>
                <c:pt idx="606">
                  <c:v>-2.1738725570000001</c:v>
                </c:pt>
                <c:pt idx="607">
                  <c:v>-1.88287398744</c:v>
                </c:pt>
                <c:pt idx="608">
                  <c:v>-1.6150890473399999</c:v>
                </c:pt>
                <c:pt idx="609">
                  <c:v>-1.43922589961</c:v>
                </c:pt>
                <c:pt idx="610">
                  <c:v>-1.1112727252700001</c:v>
                </c:pt>
                <c:pt idx="611">
                  <c:v>-0.79922318782500001</c:v>
                </c:pt>
                <c:pt idx="612">
                  <c:v>-0.50211697720600001</c:v>
                </c:pt>
                <c:pt idx="613">
                  <c:v>-0.33246682226000002</c:v>
                </c:pt>
                <c:pt idx="614">
                  <c:v>-0.17817021880100001</c:v>
                </c:pt>
                <c:pt idx="615">
                  <c:v>-3.8133088349799997E-2</c:v>
                </c:pt>
                <c:pt idx="616">
                  <c:v>8.8668449379799993E-2</c:v>
                </c:pt>
                <c:pt idx="617">
                  <c:v>0.20319232135400001</c:v>
                </c:pt>
                <c:pt idx="618">
                  <c:v>0.30633449901100002</c:v>
                </c:pt>
                <c:pt idx="619">
                  <c:v>0.39893276297899999</c:v>
                </c:pt>
                <c:pt idx="620">
                  <c:v>0.48177024794599999</c:v>
                </c:pt>
                <c:pt idx="621">
                  <c:v>0.55557878016600004</c:v>
                </c:pt>
                <c:pt idx="622">
                  <c:v>0.62104201940699999</c:v>
                </c:pt>
                <c:pt idx="623">
                  <c:v>0.67879841646100003</c:v>
                </c:pt>
                <c:pt idx="624">
                  <c:v>0.72944399675299998</c:v>
                </c:pt>
                <c:pt idx="625">
                  <c:v>0.77353497995499998</c:v>
                </c:pt>
                <c:pt idx="626">
                  <c:v>0.81159024500499999</c:v>
                </c:pt>
                <c:pt idx="627">
                  <c:v>0.844093649349</c:v>
                </c:pt>
                <c:pt idx="628">
                  <c:v>0.87149621079700001</c:v>
                </c:pt>
                <c:pt idx="629">
                  <c:v>0.89421815984399999</c:v>
                </c:pt>
                <c:pt idx="630">
                  <c:v>0.91265086992800004</c:v>
                </c:pt>
                <c:pt idx="631">
                  <c:v>0.92715867262899998</c:v>
                </c:pt>
                <c:pt idx="632">
                  <c:v>0.93808056445700005</c:v>
                </c:pt>
                <c:pt idx="633">
                  <c:v>0.94573181147700003</c:v>
                </c:pt>
                <c:pt idx="634">
                  <c:v>0.950405457673</c:v>
                </c:pt>
                <c:pt idx="635">
                  <c:v>0.95237374263800001</c:v>
                </c:pt>
                <c:pt idx="636">
                  <c:v>0.951889433831</c:v>
                </c:pt>
                <c:pt idx="637">
                  <c:v>0.94918707836799998</c:v>
                </c:pt>
                <c:pt idx="638">
                  <c:v>0.94448417903600002</c:v>
                </c:pt>
                <c:pt idx="639">
                  <c:v>0.93798229892499996</c:v>
                </c:pt>
                <c:pt idx="640">
                  <c:v>0.92986809886199995</c:v>
                </c:pt>
                <c:pt idx="641">
                  <c:v>0.92031431156200005</c:v>
                </c:pt>
                <c:pt idx="642">
                  <c:v>0.90948065620499996</c:v>
                </c:pt>
                <c:pt idx="643">
                  <c:v>0.89751469693700003</c:v>
                </c:pt>
                <c:pt idx="644">
                  <c:v>0.92518026674800002</c:v>
                </c:pt>
                <c:pt idx="645">
                  <c:v>0.94801250437100004</c:v>
                </c:pt>
                <c:pt idx="646">
                  <c:v>0.96641705412199996</c:v>
                </c:pt>
                <c:pt idx="647">
                  <c:v>0.98077148971999994</c:v>
                </c:pt>
                <c:pt idx="648">
                  <c:v>0.99142708746800001</c:v>
                </c:pt>
                <c:pt idx="649">
                  <c:v>0.99871049325200001</c:v>
                </c:pt>
                <c:pt idx="650">
                  <c:v>1.00292528948</c:v>
                </c:pt>
                <c:pt idx="651">
                  <c:v>1.0043534677799999</c:v>
                </c:pt>
                <c:pt idx="652">
                  <c:v>1.0032568128899999</c:v>
                </c:pt>
                <c:pt idx="653">
                  <c:v>0.99987820292100005</c:v>
                </c:pt>
                <c:pt idx="654">
                  <c:v>0.99444283086800001</c:v>
                </c:pt>
                <c:pt idx="655">
                  <c:v>0.98715935192899995</c:v>
                </c:pt>
                <c:pt idx="656">
                  <c:v>0.978220960985</c:v>
                </c:pt>
                <c:pt idx="657">
                  <c:v>1.0192996809999999</c:v>
                </c:pt>
                <c:pt idx="658">
                  <c:v>1.00555266855</c:v>
                </c:pt>
                <c:pt idx="659">
                  <c:v>0.99072208085900004</c:v>
                </c:pt>
                <c:pt idx="660">
                  <c:v>0.97494630932100002</c:v>
                </c:pt>
                <c:pt idx="661">
                  <c:v>0.95835282383300002</c:v>
                </c:pt>
                <c:pt idx="662">
                  <c:v>0.94105890891699995</c:v>
                </c:pt>
                <c:pt idx="663">
                  <c:v>0.92317235401599995</c:v>
                </c:pt>
                <c:pt idx="664">
                  <c:v>0.904792100687</c:v>
                </c:pt>
                <c:pt idx="665">
                  <c:v>0.88600884924900003</c:v>
                </c:pt>
                <c:pt idx="666">
                  <c:v>0.86690562730200005</c:v>
                </c:pt>
                <c:pt idx="667">
                  <c:v>0.84755832239899997</c:v>
                </c:pt>
                <c:pt idx="668">
                  <c:v>0.82803618100300003</c:v>
                </c:pt>
                <c:pt idx="669">
                  <c:v>0.80840227576900003</c:v>
                </c:pt>
                <c:pt idx="670">
                  <c:v>0.78871394302999998</c:v>
                </c:pt>
                <c:pt idx="671">
                  <c:v>0.769023192307</c:v>
                </c:pt>
                <c:pt idx="672">
                  <c:v>0.87871331248700002</c:v>
                </c:pt>
                <c:pt idx="673">
                  <c:v>0.85407682060099999</c:v>
                </c:pt>
                <c:pt idx="674">
                  <c:v>0.82975332021399995</c:v>
                </c:pt>
                <c:pt idx="675">
                  <c:v>0.80577088137399999</c:v>
                </c:pt>
                <c:pt idx="676">
                  <c:v>0.78215409166700001</c:v>
                </c:pt>
                <c:pt idx="677">
                  <c:v>0.75892432914499997</c:v>
                </c:pt>
                <c:pt idx="678">
                  <c:v>0.73610001689299998</c:v>
                </c:pt>
                <c:pt idx="679">
                  <c:v>0.74497906955899995</c:v>
                </c:pt>
                <c:pt idx="680">
                  <c:v>0.75124118450199995</c:v>
                </c:pt>
                <c:pt idx="681">
                  <c:v>0.75512050139999998</c:v>
                </c:pt>
                <c:pt idx="682">
                  <c:v>0.75683454624299995</c:v>
                </c:pt>
                <c:pt idx="683">
                  <c:v>0.75658529493799997</c:v>
                </c:pt>
                <c:pt idx="684">
                  <c:v>0.75456017267499997</c:v>
                </c:pt>
                <c:pt idx="685">
                  <c:v>0.75093299281500003</c:v>
                </c:pt>
                <c:pt idx="686">
                  <c:v>0.90382969945699998</c:v>
                </c:pt>
                <c:pt idx="687">
                  <c:v>0.94276160080399996</c:v>
                </c:pt>
                <c:pt idx="688">
                  <c:v>0.96969307318099995</c:v>
                </c:pt>
                <c:pt idx="689">
                  <c:v>0.74725506521600005</c:v>
                </c:pt>
                <c:pt idx="690">
                  <c:v>0.88456923088600004</c:v>
                </c:pt>
                <c:pt idx="691">
                  <c:v>1.0495974000799999</c:v>
                </c:pt>
                <c:pt idx="692">
                  <c:v>1.09549566951</c:v>
                </c:pt>
                <c:pt idx="693">
                  <c:v>1.13442042904</c:v>
                </c:pt>
                <c:pt idx="694">
                  <c:v>1.1669427106400001</c:v>
                </c:pt>
                <c:pt idx="695">
                  <c:v>1.19359443416</c:v>
                </c:pt>
                <c:pt idx="696">
                  <c:v>1.2148708640899999</c:v>
                </c:pt>
                <c:pt idx="697">
                  <c:v>1.1857447345100001</c:v>
                </c:pt>
                <c:pt idx="698">
                  <c:v>1.2636248794</c:v>
                </c:pt>
                <c:pt idx="699">
                  <c:v>1.3310881295999999</c:v>
                </c:pt>
                <c:pt idx="700">
                  <c:v>1.3889653177200001</c:v>
                </c:pt>
                <c:pt idx="701">
                  <c:v>1.43803101328</c:v>
                </c:pt>
                <c:pt idx="702">
                  <c:v>1.3395307102</c:v>
                </c:pt>
                <c:pt idx="703">
                  <c:v>1.6184642950599999</c:v>
                </c:pt>
                <c:pt idx="704">
                  <c:v>1.7658201627700001</c:v>
                </c:pt>
                <c:pt idx="705">
                  <c:v>1.84526647131</c:v>
                </c:pt>
                <c:pt idx="706">
                  <c:v>1.9703851482000001</c:v>
                </c:pt>
                <c:pt idx="707">
                  <c:v>2.2185043852900002</c:v>
                </c:pt>
                <c:pt idx="708">
                  <c:v>2.4377350893199998</c:v>
                </c:pt>
                <c:pt idx="709">
                  <c:v>2.5913068345900001</c:v>
                </c:pt>
                <c:pt idx="710">
                  <c:v>2.8895030135200002</c:v>
                </c:pt>
                <c:pt idx="711">
                  <c:v>3.1651111867899999</c:v>
                </c:pt>
                <c:pt idx="712">
                  <c:v>3.4198144445600001</c:v>
                </c:pt>
                <c:pt idx="713">
                  <c:v>3.5417682364899998</c:v>
                </c:pt>
                <c:pt idx="714">
                  <c:v>3.64369225045</c:v>
                </c:pt>
                <c:pt idx="715">
                  <c:v>3.7272501385100001</c:v>
                </c:pt>
                <c:pt idx="716">
                  <c:v>3.7939909204500002</c:v>
                </c:pt>
                <c:pt idx="717">
                  <c:v>3.8453562079300001</c:v>
                </c:pt>
                <c:pt idx="718">
                  <c:v>3.88268699682</c:v>
                </c:pt>
                <c:pt idx="719">
                  <c:v>3.9072300524000001</c:v>
                </c:pt>
                <c:pt idx="720">
                  <c:v>3.9201439110299998</c:v>
                </c:pt>
                <c:pt idx="721">
                  <c:v>3.9225045206</c:v>
                </c:pt>
                <c:pt idx="722">
                  <c:v>3.9153105406900002</c:v>
                </c:pt>
                <c:pt idx="723">
                  <c:v>3.8994883220599998</c:v>
                </c:pt>
                <c:pt idx="724">
                  <c:v>3.87589658444</c:v>
                </c:pt>
                <c:pt idx="725">
                  <c:v>3.8453308098900001</c:v>
                </c:pt>
                <c:pt idx="726">
                  <c:v>3.8085273685700001</c:v>
                </c:pt>
                <c:pt idx="727">
                  <c:v>3.7661673924899999</c:v>
                </c:pt>
                <c:pt idx="728">
                  <c:v>3.7188804119599999</c:v>
                </c:pt>
                <c:pt idx="729">
                  <c:v>3.6672477688099998</c:v>
                </c:pt>
                <c:pt idx="730">
                  <c:v>3.6118058193000002</c:v>
                </c:pt>
                <c:pt idx="731">
                  <c:v>3.55304893938</c:v>
                </c:pt>
                <c:pt idx="732">
                  <c:v>3.4914323436700001</c:v>
                </c:pt>
                <c:pt idx="733">
                  <c:v>3.4273747294499999</c:v>
                </c:pt>
                <c:pt idx="734">
                  <c:v>3.3612607557900001</c:v>
                </c:pt>
                <c:pt idx="735">
                  <c:v>3.2934433678100001</c:v>
                </c:pt>
                <c:pt idx="736">
                  <c:v>3.2242459751600001</c:v>
                </c:pt>
                <c:pt idx="737">
                  <c:v>3.1539644934300002</c:v>
                </c:pt>
                <c:pt idx="738">
                  <c:v>3.08286925669</c:v>
                </c:pt>
                <c:pt idx="739">
                  <c:v>3.0112068088799999</c:v>
                </c:pt>
                <c:pt idx="740">
                  <c:v>2.82180725022</c:v>
                </c:pt>
                <c:pt idx="741">
                  <c:v>2.6437195792399999</c:v>
                </c:pt>
                <c:pt idx="742">
                  <c:v>2.3453465607599999</c:v>
                </c:pt>
                <c:pt idx="743">
                  <c:v>2.0410107170699998</c:v>
                </c:pt>
                <c:pt idx="744">
                  <c:v>1.7878825002200001</c:v>
                </c:pt>
                <c:pt idx="745">
                  <c:v>1.3315831810400001</c:v>
                </c:pt>
                <c:pt idx="746">
                  <c:v>0.91553922070899996</c:v>
                </c:pt>
                <c:pt idx="747">
                  <c:v>0.53690940460900005</c:v>
                </c:pt>
                <c:pt idx="748">
                  <c:v>0.193033903333</c:v>
                </c:pt>
                <c:pt idx="749">
                  <c:v>-0.118576661832</c:v>
                </c:pt>
                <c:pt idx="750">
                  <c:v>-0.40025151827200001</c:v>
                </c:pt>
                <c:pt idx="751">
                  <c:v>-0.65416944223200002</c:v>
                </c:pt>
                <c:pt idx="752">
                  <c:v>-0.88236789376199998</c:v>
                </c:pt>
                <c:pt idx="753">
                  <c:v>-1.0867516184999999</c:v>
                </c:pt>
                <c:pt idx="754">
                  <c:v>-1.2691007465199999</c:v>
                </c:pt>
                <c:pt idx="755">
                  <c:v>-1.4310784169699999</c:v>
                </c:pt>
                <c:pt idx="756">
                  <c:v>-1.5742379552700001</c:v>
                </c:pt>
                <c:pt idx="757">
                  <c:v>-1.8309739891800001</c:v>
                </c:pt>
                <c:pt idx="758">
                  <c:v>-2.0589232611799999</c:v>
                </c:pt>
                <c:pt idx="759">
                  <c:v>-2.2602830007799999</c:v>
                </c:pt>
                <c:pt idx="760">
                  <c:v>-2.43710458851</c:v>
                </c:pt>
                <c:pt idx="761">
                  <c:v>-2.5913025559</c:v>
                </c:pt>
                <c:pt idx="762">
                  <c:v>-2.7246630545500001</c:v>
                </c:pt>
                <c:pt idx="763">
                  <c:v>-2.8388518246499999</c:v>
                </c:pt>
                <c:pt idx="764">
                  <c:v>-2.9354216915200002</c:v>
                </c:pt>
                <c:pt idx="765">
                  <c:v>-3.01581961737</c:v>
                </c:pt>
                <c:pt idx="766">
                  <c:v>-3.0813933338599999</c:v>
                </c:pt>
                <c:pt idx="767">
                  <c:v>-3.3807569398899999</c:v>
                </c:pt>
                <c:pt idx="768">
                  <c:v>-3.6435909684499999</c:v>
                </c:pt>
                <c:pt idx="769">
                  <c:v>-3.8727464995799998</c:v>
                </c:pt>
                <c:pt idx="770">
                  <c:v>-4.0708834037899999</c:v>
                </c:pt>
                <c:pt idx="771">
                  <c:v>-4.2404822114099998</c:v>
                </c:pt>
                <c:pt idx="772">
                  <c:v>-4.3838552789099996</c:v>
                </c:pt>
                <c:pt idx="773">
                  <c:v>-4.5031572927100001</c:v>
                </c:pt>
                <c:pt idx="774">
                  <c:v>-4.6003951483499996</c:v>
                </c:pt>
                <c:pt idx="775">
                  <c:v>-4.6774372411399998</c:v>
                </c:pt>
                <c:pt idx="776">
                  <c:v>-4.73602220207</c:v>
                </c:pt>
                <c:pt idx="777">
                  <c:v>-4.7777671111000002</c:v>
                </c:pt>
                <c:pt idx="778">
                  <c:v>-4.7950514767100003</c:v>
                </c:pt>
                <c:pt idx="779">
                  <c:v>-4.7784186476499997</c:v>
                </c:pt>
                <c:pt idx="780">
                  <c:v>-4.7520028429199996</c:v>
                </c:pt>
                <c:pt idx="781">
                  <c:v>-4.7167978675600004</c:v>
                </c:pt>
                <c:pt idx="782">
                  <c:v>-4.6737238591999999</c:v>
                </c:pt>
                <c:pt idx="783">
                  <c:v>-4.6236321098499999</c:v>
                </c:pt>
                <c:pt idx="784">
                  <c:v>-4.56730959253</c:v>
                </c:pt>
                <c:pt idx="785">
                  <c:v>-4.5054832102200004</c:v>
                </c:pt>
                <c:pt idx="786">
                  <c:v>-4.6618306182799998</c:v>
                </c:pt>
                <c:pt idx="787">
                  <c:v>-4.7922111173599999</c:v>
                </c:pt>
                <c:pt idx="788">
                  <c:v>-4.8563467109599996</c:v>
                </c:pt>
                <c:pt idx="789">
                  <c:v>-5.1473279699400001</c:v>
                </c:pt>
                <c:pt idx="790">
                  <c:v>-5.0580136298699996</c:v>
                </c:pt>
                <c:pt idx="791">
                  <c:v>-4.9222826553500001</c:v>
                </c:pt>
                <c:pt idx="792">
                  <c:v>-5.0060833860800003</c:v>
                </c:pt>
                <c:pt idx="793">
                  <c:v>-5.0700021079799997</c:v>
                </c:pt>
                <c:pt idx="794">
                  <c:v>-5.1157788092500001</c:v>
                </c:pt>
                <c:pt idx="795">
                  <c:v>-5.1450310483599999</c:v>
                </c:pt>
                <c:pt idx="796">
                  <c:v>-5.1592617573500004</c:v>
                </c:pt>
                <c:pt idx="797">
                  <c:v>-5.2053547603499997</c:v>
                </c:pt>
                <c:pt idx="798">
                  <c:v>-5.1276252060500003</c:v>
                </c:pt>
                <c:pt idx="799">
                  <c:v>-5.0450961863000003</c:v>
                </c:pt>
                <c:pt idx="800">
                  <c:v>-4.9584207315900004</c:v>
                </c:pt>
              </c:numCache>
            </c:numRef>
          </c:yVal>
          <c:smooth val="1"/>
          <c:extLst>
            <c:ext xmlns:c16="http://schemas.microsoft.com/office/drawing/2014/chart" uri="{C3380CC4-5D6E-409C-BE32-E72D297353CC}">
              <c16:uniqueId val="{00000000-D435-48AD-A825-9E69CB8DB7E2}"/>
            </c:ext>
          </c:extLst>
        </c:ser>
        <c:dLbls>
          <c:showLegendKey val="0"/>
          <c:showVal val="0"/>
          <c:showCatName val="0"/>
          <c:showSerName val="0"/>
          <c:showPercent val="0"/>
          <c:showBubbleSize val="0"/>
        </c:dLbls>
        <c:axId val="48650112"/>
        <c:axId val="48672768"/>
      </c:scatterChart>
      <c:valAx>
        <c:axId val="48672768"/>
        <c:scaling>
          <c:orientation val="minMax"/>
          <c:max val="4"/>
          <c:min val="-6"/>
        </c:scaling>
        <c:delete val="0"/>
        <c:axPos val="l"/>
        <c:title>
          <c:tx>
            <c:rich>
              <a:bodyPr/>
              <a:lstStyle/>
              <a:p>
                <a:r>
                  <a:rPr lang="en-US" sz="1650">
                    <a:solidFill>
                      <a:srgbClr val="617184"/>
                    </a:solidFill>
                    <a:latin typeface="Arial"/>
                    <a:ea typeface="Arial"/>
                    <a:cs typeface="Arial"/>
                  </a:rPr>
                  <a:t>Total (a.u.)</a:t>
                </a:r>
              </a:p>
            </c:rich>
          </c:tx>
          <c:overlay val="0"/>
        </c:title>
        <c:numFmt formatCode="0" sourceLinked="1"/>
        <c:majorTickMark val="none"/>
        <c:minorTickMark val="none"/>
        <c:tickLblPos val="nextTo"/>
        <c:spPr>
          <a:ln w="9525">
            <a:solidFill>
              <a:srgbClr val="D9E1E8"/>
            </a:solidFill>
          </a:ln>
        </c:spPr>
        <c:txPr>
          <a:bodyPr anchorCtr="1"/>
          <a:lstStyle/>
          <a:p>
            <a:pPr>
              <a:defRPr sz="1500">
                <a:solidFill>
                  <a:srgbClr val="617184"/>
                </a:solidFill>
                <a:latin typeface="Arial"/>
                <a:ea typeface="Arial"/>
                <a:cs typeface="Arial"/>
              </a:defRPr>
            </a:pPr>
            <a:endParaRPr lang="zh-CN"/>
          </a:p>
        </c:txPr>
        <c:crossAx val="48650112"/>
        <c:crosses val="autoZero"/>
        <c:crossBetween val="midCat"/>
        <c:majorUnit val="2"/>
      </c:valAx>
      <c:valAx>
        <c:axId val="48650112"/>
        <c:scaling>
          <c:orientation val="minMax"/>
          <c:max val="1.2"/>
          <c:min val="0.4"/>
        </c:scaling>
        <c:delete val="0"/>
        <c:axPos val="b"/>
        <c:title>
          <c:tx>
            <c:rich>
              <a:bodyPr/>
              <a:lstStyle/>
              <a:p>
                <a:r>
                  <a:rPr lang="en-US" sz="1650">
                    <a:solidFill>
                      <a:srgbClr val="617184"/>
                    </a:solidFill>
                    <a:latin typeface="Arial"/>
                    <a:ea typeface="Arial"/>
                    <a:cs typeface="Arial"/>
                  </a:rPr>
                  <a:t>Time (s)</a:t>
                </a:r>
              </a:p>
            </c:rich>
          </c:tx>
          <c:overlay val="0"/>
        </c:title>
        <c:numFmt formatCode="General" sourceLinked="1"/>
        <c:majorTickMark val="none"/>
        <c:minorTickMark val="none"/>
        <c:tickLblPos val="nextTo"/>
        <c:spPr>
          <a:ln w="9525">
            <a:solidFill>
              <a:srgbClr val="D9E1E8"/>
            </a:solidFill>
          </a:ln>
        </c:spPr>
        <c:txPr>
          <a:bodyPr anchorCtr="1"/>
          <a:lstStyle/>
          <a:p>
            <a:pPr>
              <a:defRPr sz="1500">
                <a:solidFill>
                  <a:srgbClr val="617184"/>
                </a:solidFill>
                <a:latin typeface="Arial"/>
                <a:ea typeface="Arial"/>
                <a:cs typeface="Arial"/>
              </a:defRPr>
            </a:pPr>
            <a:endParaRPr lang="zh-CN"/>
          </a:p>
        </c:txPr>
        <c:crossAx val="48672768"/>
        <c:crosses val="autoZero"/>
        <c:crossBetween val="midCat"/>
        <c:majorUnit val="0.4"/>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scatterChart>
        <c:scatterStyle val="lineMarker"/>
        <c:varyColors val="1"/>
        <c:ser>
          <c:idx val="0"/>
          <c:order val="0"/>
          <c:tx>
            <c:v>Neuron 0</c:v>
          </c:tx>
          <c:spPr>
            <a:ln w="0">
              <a:noFill/>
            </a:ln>
          </c:spPr>
          <c:marker>
            <c:symbol val="square"/>
            <c:size val="5"/>
            <c:spPr>
              <a:noFill/>
            </c:spPr>
          </c:marker>
          <c:xVal>
            <c:numRef>
              <c:f>'Chart Data'!$A$2:$A$9</c:f>
              <c:numCache>
                <c:formatCode>General</c:formatCode>
                <c:ptCount val="8"/>
                <c:pt idx="0">
                  <c:v>0.4</c:v>
                </c:pt>
                <c:pt idx="1">
                  <c:v>0.5</c:v>
                </c:pt>
                <c:pt idx="2">
                  <c:v>0.6</c:v>
                </c:pt>
                <c:pt idx="3">
                  <c:v>0.7</c:v>
                </c:pt>
                <c:pt idx="4">
                  <c:v>0.8</c:v>
                </c:pt>
                <c:pt idx="5">
                  <c:v>0.9</c:v>
                </c:pt>
                <c:pt idx="6">
                  <c:v>1</c:v>
                </c:pt>
                <c:pt idx="7">
                  <c:v>1.1000000000000001</c:v>
                </c:pt>
              </c:numCache>
            </c:numRef>
          </c:xVal>
          <c:yVal>
            <c:numRef>
              <c:f>'Chart Data'!$B$2:$B$9</c:f>
              <c:numCache>
                <c:formatCode>0</c:formatCode>
                <c:ptCount val="8"/>
                <c:pt idx="0">
                  <c:v>0</c:v>
                </c:pt>
                <c:pt idx="1">
                  <c:v>0</c:v>
                </c:pt>
                <c:pt idx="2">
                  <c:v>0</c:v>
                </c:pt>
                <c:pt idx="3">
                  <c:v>0</c:v>
                </c:pt>
                <c:pt idx="4">
                  <c:v>0</c:v>
                </c:pt>
                <c:pt idx="5">
                  <c:v>0</c:v>
                </c:pt>
                <c:pt idx="6">
                  <c:v>0</c:v>
                </c:pt>
                <c:pt idx="7">
                  <c:v>0</c:v>
                </c:pt>
              </c:numCache>
            </c:numRef>
          </c:yVal>
          <c:smooth val="1"/>
          <c:extLst>
            <c:ext xmlns:c16="http://schemas.microsoft.com/office/drawing/2014/chart" uri="{C3380CC4-5D6E-409C-BE32-E72D297353CC}">
              <c16:uniqueId val="{00000000-137F-4DDF-B1F0-AFBDA00B59F4}"/>
            </c:ext>
          </c:extLst>
        </c:ser>
        <c:ser>
          <c:idx val="1"/>
          <c:order val="1"/>
          <c:tx>
            <c:v>Neuron 1</c:v>
          </c:tx>
          <c:spPr>
            <a:ln w="0">
              <a:noFill/>
            </a:ln>
          </c:spPr>
          <c:marker>
            <c:symbol val="square"/>
            <c:size val="5"/>
            <c:spPr>
              <a:noFill/>
            </c:spPr>
          </c:marker>
          <c:xVal>
            <c:numRef>
              <c:f>'Chart Data'!$C$2:$C$9</c:f>
              <c:numCache>
                <c:formatCode>General</c:formatCode>
                <c:ptCount val="8"/>
                <c:pt idx="0">
                  <c:v>0.4</c:v>
                </c:pt>
                <c:pt idx="1">
                  <c:v>0.5</c:v>
                </c:pt>
                <c:pt idx="2">
                  <c:v>0.6</c:v>
                </c:pt>
                <c:pt idx="3">
                  <c:v>0.7</c:v>
                </c:pt>
                <c:pt idx="4">
                  <c:v>0.8</c:v>
                </c:pt>
                <c:pt idx="5">
                  <c:v>0.9</c:v>
                </c:pt>
                <c:pt idx="6">
                  <c:v>1</c:v>
                </c:pt>
                <c:pt idx="7">
                  <c:v>1.1000000000000001</c:v>
                </c:pt>
              </c:numCache>
            </c:numRef>
          </c:xVal>
          <c:yVal>
            <c:numRef>
              <c:f>'Chart Data'!$D$2:$D$9</c:f>
              <c:numCache>
                <c:formatCode>0</c:formatCode>
                <c:ptCount val="8"/>
                <c:pt idx="0">
                  <c:v>1</c:v>
                </c:pt>
                <c:pt idx="1">
                  <c:v>1</c:v>
                </c:pt>
                <c:pt idx="2">
                  <c:v>1</c:v>
                </c:pt>
                <c:pt idx="3">
                  <c:v>1</c:v>
                </c:pt>
                <c:pt idx="4">
                  <c:v>1</c:v>
                </c:pt>
                <c:pt idx="5">
                  <c:v>1</c:v>
                </c:pt>
                <c:pt idx="6">
                  <c:v>1</c:v>
                </c:pt>
                <c:pt idx="7">
                  <c:v>1</c:v>
                </c:pt>
              </c:numCache>
            </c:numRef>
          </c:yVal>
          <c:smooth val="1"/>
          <c:extLst>
            <c:ext xmlns:c16="http://schemas.microsoft.com/office/drawing/2014/chart" uri="{C3380CC4-5D6E-409C-BE32-E72D297353CC}">
              <c16:uniqueId val="{00000001-137F-4DDF-B1F0-AFBDA00B59F4}"/>
            </c:ext>
          </c:extLst>
        </c:ser>
        <c:ser>
          <c:idx val="2"/>
          <c:order val="2"/>
          <c:tx>
            <c:v>Neuron 2</c:v>
          </c:tx>
          <c:spPr>
            <a:ln w="0">
              <a:noFill/>
            </a:ln>
          </c:spPr>
          <c:marker>
            <c:symbol val="square"/>
            <c:size val="5"/>
            <c:spPr>
              <a:noFill/>
            </c:spPr>
          </c:marker>
          <c:xVal>
            <c:numRef>
              <c:f>'Chart Data'!$E$2:$E$9</c:f>
              <c:numCache>
                <c:formatCode>General</c:formatCode>
                <c:ptCount val="8"/>
                <c:pt idx="0">
                  <c:v>0.4</c:v>
                </c:pt>
                <c:pt idx="1">
                  <c:v>0.5</c:v>
                </c:pt>
                <c:pt idx="2">
                  <c:v>0.6</c:v>
                </c:pt>
                <c:pt idx="3">
                  <c:v>0.7</c:v>
                </c:pt>
                <c:pt idx="4">
                  <c:v>0.8</c:v>
                </c:pt>
                <c:pt idx="5">
                  <c:v>0.9</c:v>
                </c:pt>
                <c:pt idx="6">
                  <c:v>1</c:v>
                </c:pt>
                <c:pt idx="7">
                  <c:v>1.1000000000000001</c:v>
                </c:pt>
              </c:numCache>
            </c:numRef>
          </c:xVal>
          <c:yVal>
            <c:numRef>
              <c:f>'Chart Data'!$F$2:$F$9</c:f>
              <c:numCache>
                <c:formatCode>0</c:formatCode>
                <c:ptCount val="8"/>
                <c:pt idx="0">
                  <c:v>2</c:v>
                </c:pt>
                <c:pt idx="1">
                  <c:v>2</c:v>
                </c:pt>
                <c:pt idx="2">
                  <c:v>2</c:v>
                </c:pt>
                <c:pt idx="3">
                  <c:v>2</c:v>
                </c:pt>
                <c:pt idx="4">
                  <c:v>2</c:v>
                </c:pt>
                <c:pt idx="5">
                  <c:v>2</c:v>
                </c:pt>
                <c:pt idx="6">
                  <c:v>2</c:v>
                </c:pt>
                <c:pt idx="7">
                  <c:v>2</c:v>
                </c:pt>
              </c:numCache>
            </c:numRef>
          </c:yVal>
          <c:smooth val="1"/>
          <c:extLst>
            <c:ext xmlns:c16="http://schemas.microsoft.com/office/drawing/2014/chart" uri="{C3380CC4-5D6E-409C-BE32-E72D297353CC}">
              <c16:uniqueId val="{00000002-137F-4DDF-B1F0-AFBDA00B59F4}"/>
            </c:ext>
          </c:extLst>
        </c:ser>
        <c:ser>
          <c:idx val="3"/>
          <c:order val="3"/>
          <c:tx>
            <c:v>Neuron 3</c:v>
          </c:tx>
          <c:spPr>
            <a:ln w="0">
              <a:noFill/>
            </a:ln>
          </c:spPr>
          <c:marker>
            <c:symbol val="square"/>
            <c:size val="5"/>
            <c:spPr>
              <a:noFill/>
            </c:spPr>
          </c:marker>
          <c:xVal>
            <c:numRef>
              <c:f>'Chart Data'!$G$2:$G$9</c:f>
              <c:numCache>
                <c:formatCode>General</c:formatCode>
                <c:ptCount val="8"/>
                <c:pt idx="0">
                  <c:v>0.4</c:v>
                </c:pt>
                <c:pt idx="1">
                  <c:v>0.5</c:v>
                </c:pt>
                <c:pt idx="2">
                  <c:v>0.6</c:v>
                </c:pt>
                <c:pt idx="3">
                  <c:v>0.7</c:v>
                </c:pt>
                <c:pt idx="4">
                  <c:v>0.8</c:v>
                </c:pt>
                <c:pt idx="5">
                  <c:v>0.9</c:v>
                </c:pt>
                <c:pt idx="6">
                  <c:v>1</c:v>
                </c:pt>
                <c:pt idx="7">
                  <c:v>1.1000000000000001</c:v>
                </c:pt>
              </c:numCache>
            </c:numRef>
          </c:xVal>
          <c:yVal>
            <c:numRef>
              <c:f>'Chart Data'!$H$2:$H$9</c:f>
              <c:numCache>
                <c:formatCode>0</c:formatCode>
                <c:ptCount val="8"/>
                <c:pt idx="0">
                  <c:v>3</c:v>
                </c:pt>
                <c:pt idx="1">
                  <c:v>3</c:v>
                </c:pt>
                <c:pt idx="2">
                  <c:v>3</c:v>
                </c:pt>
                <c:pt idx="3">
                  <c:v>3</c:v>
                </c:pt>
                <c:pt idx="4">
                  <c:v>3</c:v>
                </c:pt>
                <c:pt idx="5">
                  <c:v>3</c:v>
                </c:pt>
                <c:pt idx="6">
                  <c:v>3</c:v>
                </c:pt>
                <c:pt idx="7">
                  <c:v>3</c:v>
                </c:pt>
              </c:numCache>
            </c:numRef>
          </c:yVal>
          <c:smooth val="1"/>
          <c:extLst>
            <c:ext xmlns:c16="http://schemas.microsoft.com/office/drawing/2014/chart" uri="{C3380CC4-5D6E-409C-BE32-E72D297353CC}">
              <c16:uniqueId val="{00000003-137F-4DDF-B1F0-AFBDA00B59F4}"/>
            </c:ext>
          </c:extLst>
        </c:ser>
        <c:ser>
          <c:idx val="4"/>
          <c:order val="4"/>
          <c:tx>
            <c:v>Neuron 4</c:v>
          </c:tx>
          <c:spPr>
            <a:ln w="0">
              <a:noFill/>
            </a:ln>
          </c:spPr>
          <c:marker>
            <c:symbol val="square"/>
            <c:size val="5"/>
            <c:spPr>
              <a:noFill/>
            </c:spPr>
          </c:marker>
          <c:xVal>
            <c:numRef>
              <c:f>'Chart Data'!$I$2:$I$9</c:f>
              <c:numCache>
                <c:formatCode>General</c:formatCode>
                <c:ptCount val="8"/>
                <c:pt idx="0">
                  <c:v>0.4</c:v>
                </c:pt>
                <c:pt idx="1">
                  <c:v>0.5</c:v>
                </c:pt>
                <c:pt idx="2">
                  <c:v>0.6</c:v>
                </c:pt>
                <c:pt idx="3">
                  <c:v>0.7</c:v>
                </c:pt>
                <c:pt idx="4">
                  <c:v>0.8</c:v>
                </c:pt>
                <c:pt idx="5">
                  <c:v>0.9</c:v>
                </c:pt>
                <c:pt idx="6">
                  <c:v>1</c:v>
                </c:pt>
                <c:pt idx="7">
                  <c:v>1.1000000000000001</c:v>
                </c:pt>
              </c:numCache>
            </c:numRef>
          </c:xVal>
          <c:yVal>
            <c:numRef>
              <c:f>'Chart Data'!$J$2:$J$9</c:f>
              <c:numCache>
                <c:formatCode>0</c:formatCode>
                <c:ptCount val="8"/>
                <c:pt idx="0">
                  <c:v>4</c:v>
                </c:pt>
                <c:pt idx="1">
                  <c:v>4</c:v>
                </c:pt>
                <c:pt idx="2">
                  <c:v>4</c:v>
                </c:pt>
                <c:pt idx="3">
                  <c:v>4</c:v>
                </c:pt>
                <c:pt idx="4">
                  <c:v>4</c:v>
                </c:pt>
                <c:pt idx="5">
                  <c:v>4</c:v>
                </c:pt>
                <c:pt idx="6">
                  <c:v>4</c:v>
                </c:pt>
                <c:pt idx="7">
                  <c:v>4</c:v>
                </c:pt>
              </c:numCache>
            </c:numRef>
          </c:yVal>
          <c:smooth val="1"/>
          <c:extLst>
            <c:ext xmlns:c16="http://schemas.microsoft.com/office/drawing/2014/chart" uri="{C3380CC4-5D6E-409C-BE32-E72D297353CC}">
              <c16:uniqueId val="{00000004-137F-4DDF-B1F0-AFBDA00B59F4}"/>
            </c:ext>
          </c:extLst>
        </c:ser>
        <c:ser>
          <c:idx val="5"/>
          <c:order val="5"/>
          <c:tx>
            <c:v>Neuron 5</c:v>
          </c:tx>
          <c:spPr>
            <a:ln w="0">
              <a:noFill/>
            </a:ln>
          </c:spPr>
          <c:marker>
            <c:symbol val="square"/>
            <c:size val="5"/>
            <c:spPr>
              <a:noFill/>
            </c:spPr>
          </c:marker>
          <c:xVal>
            <c:numRef>
              <c:f>'Chart Data'!$K$2:$K$9</c:f>
              <c:numCache>
                <c:formatCode>General</c:formatCode>
                <c:ptCount val="8"/>
                <c:pt idx="0">
                  <c:v>0.4</c:v>
                </c:pt>
                <c:pt idx="1">
                  <c:v>0.5</c:v>
                </c:pt>
                <c:pt idx="2">
                  <c:v>0.6</c:v>
                </c:pt>
                <c:pt idx="3">
                  <c:v>0.7</c:v>
                </c:pt>
                <c:pt idx="4">
                  <c:v>0.8</c:v>
                </c:pt>
                <c:pt idx="5">
                  <c:v>0.9</c:v>
                </c:pt>
                <c:pt idx="6">
                  <c:v>1</c:v>
                </c:pt>
                <c:pt idx="7">
                  <c:v>1.1000000000000001</c:v>
                </c:pt>
              </c:numCache>
            </c:numRef>
          </c:xVal>
          <c:yVal>
            <c:numRef>
              <c:f>'Chart Data'!$L$2:$L$9</c:f>
              <c:numCache>
                <c:formatCode>0</c:formatCode>
                <c:ptCount val="8"/>
                <c:pt idx="0">
                  <c:v>5</c:v>
                </c:pt>
                <c:pt idx="1">
                  <c:v>5</c:v>
                </c:pt>
                <c:pt idx="2">
                  <c:v>5</c:v>
                </c:pt>
                <c:pt idx="3">
                  <c:v>5</c:v>
                </c:pt>
                <c:pt idx="4">
                  <c:v>5</c:v>
                </c:pt>
                <c:pt idx="5">
                  <c:v>5</c:v>
                </c:pt>
                <c:pt idx="6">
                  <c:v>5</c:v>
                </c:pt>
                <c:pt idx="7">
                  <c:v>5</c:v>
                </c:pt>
              </c:numCache>
            </c:numRef>
          </c:yVal>
          <c:smooth val="1"/>
          <c:extLst>
            <c:ext xmlns:c16="http://schemas.microsoft.com/office/drawing/2014/chart" uri="{C3380CC4-5D6E-409C-BE32-E72D297353CC}">
              <c16:uniqueId val="{00000005-137F-4DDF-B1F0-AFBDA00B59F4}"/>
            </c:ext>
          </c:extLst>
        </c:ser>
        <c:ser>
          <c:idx val="6"/>
          <c:order val="6"/>
          <c:tx>
            <c:v>Neuron 6</c:v>
          </c:tx>
          <c:spPr>
            <a:ln w="0">
              <a:noFill/>
            </a:ln>
          </c:spPr>
          <c:marker>
            <c:symbol val="square"/>
            <c:size val="5"/>
            <c:spPr>
              <a:noFill/>
            </c:spPr>
          </c:marker>
          <c:xVal>
            <c:numRef>
              <c:f>'Chart Data'!$M$2:$M$9</c:f>
              <c:numCache>
                <c:formatCode>General</c:formatCode>
                <c:ptCount val="8"/>
                <c:pt idx="0">
                  <c:v>0.4</c:v>
                </c:pt>
                <c:pt idx="1">
                  <c:v>0.5</c:v>
                </c:pt>
                <c:pt idx="2">
                  <c:v>0.6</c:v>
                </c:pt>
                <c:pt idx="3">
                  <c:v>0.7</c:v>
                </c:pt>
                <c:pt idx="4">
                  <c:v>0.8</c:v>
                </c:pt>
                <c:pt idx="5">
                  <c:v>0.9</c:v>
                </c:pt>
                <c:pt idx="6">
                  <c:v>1</c:v>
                </c:pt>
                <c:pt idx="7">
                  <c:v>1.1000000000000001</c:v>
                </c:pt>
              </c:numCache>
            </c:numRef>
          </c:xVal>
          <c:yVal>
            <c:numRef>
              <c:f>'Chart Data'!$N$2:$N$9</c:f>
              <c:numCache>
                <c:formatCode>0</c:formatCode>
                <c:ptCount val="8"/>
                <c:pt idx="0">
                  <c:v>6</c:v>
                </c:pt>
                <c:pt idx="1">
                  <c:v>6</c:v>
                </c:pt>
                <c:pt idx="2">
                  <c:v>6</c:v>
                </c:pt>
                <c:pt idx="3">
                  <c:v>6</c:v>
                </c:pt>
                <c:pt idx="4">
                  <c:v>6</c:v>
                </c:pt>
                <c:pt idx="5">
                  <c:v>6</c:v>
                </c:pt>
                <c:pt idx="6">
                  <c:v>6</c:v>
                </c:pt>
                <c:pt idx="7">
                  <c:v>6</c:v>
                </c:pt>
              </c:numCache>
            </c:numRef>
          </c:yVal>
          <c:smooth val="1"/>
          <c:extLst>
            <c:ext xmlns:c16="http://schemas.microsoft.com/office/drawing/2014/chart" uri="{C3380CC4-5D6E-409C-BE32-E72D297353CC}">
              <c16:uniqueId val="{00000006-137F-4DDF-B1F0-AFBDA00B59F4}"/>
            </c:ext>
          </c:extLst>
        </c:ser>
        <c:ser>
          <c:idx val="7"/>
          <c:order val="7"/>
          <c:tx>
            <c:v>Neuron 7</c:v>
          </c:tx>
          <c:spPr>
            <a:ln w="0">
              <a:noFill/>
            </a:ln>
          </c:spPr>
          <c:marker>
            <c:symbol val="square"/>
            <c:size val="5"/>
            <c:spPr>
              <a:noFill/>
            </c:spPr>
          </c:marker>
          <c:xVal>
            <c:numRef>
              <c:f>'Chart Data'!$O$2:$O$9</c:f>
              <c:numCache>
                <c:formatCode>General</c:formatCode>
                <c:ptCount val="8"/>
                <c:pt idx="0">
                  <c:v>0.4</c:v>
                </c:pt>
                <c:pt idx="1">
                  <c:v>0.5</c:v>
                </c:pt>
                <c:pt idx="2">
                  <c:v>0.6</c:v>
                </c:pt>
                <c:pt idx="3">
                  <c:v>0.7</c:v>
                </c:pt>
                <c:pt idx="4">
                  <c:v>0.8</c:v>
                </c:pt>
                <c:pt idx="5">
                  <c:v>0.9</c:v>
                </c:pt>
                <c:pt idx="6">
                  <c:v>1</c:v>
                </c:pt>
                <c:pt idx="7">
                  <c:v>1.1000000000000001</c:v>
                </c:pt>
              </c:numCache>
            </c:numRef>
          </c:xVal>
          <c:yVal>
            <c:numRef>
              <c:f>'Chart Data'!$P$2:$P$9</c:f>
              <c:numCache>
                <c:formatCode>0</c:formatCode>
                <c:ptCount val="8"/>
                <c:pt idx="0">
                  <c:v>7</c:v>
                </c:pt>
                <c:pt idx="1">
                  <c:v>7</c:v>
                </c:pt>
                <c:pt idx="2">
                  <c:v>7</c:v>
                </c:pt>
                <c:pt idx="3">
                  <c:v>7</c:v>
                </c:pt>
                <c:pt idx="4">
                  <c:v>7</c:v>
                </c:pt>
                <c:pt idx="5">
                  <c:v>7</c:v>
                </c:pt>
                <c:pt idx="6">
                  <c:v>7</c:v>
                </c:pt>
                <c:pt idx="7">
                  <c:v>7</c:v>
                </c:pt>
              </c:numCache>
            </c:numRef>
          </c:yVal>
          <c:smooth val="1"/>
          <c:extLst>
            <c:ext xmlns:c16="http://schemas.microsoft.com/office/drawing/2014/chart" uri="{C3380CC4-5D6E-409C-BE32-E72D297353CC}">
              <c16:uniqueId val="{00000007-137F-4DDF-B1F0-AFBDA00B59F4}"/>
            </c:ext>
          </c:extLst>
        </c:ser>
        <c:ser>
          <c:idx val="8"/>
          <c:order val="8"/>
          <c:tx>
            <c:v>Neuron 8</c:v>
          </c:tx>
          <c:spPr>
            <a:ln w="0">
              <a:noFill/>
            </a:ln>
          </c:spPr>
          <c:marker>
            <c:symbol val="square"/>
            <c:size val="5"/>
            <c:spPr>
              <a:noFill/>
            </c:spPr>
          </c:marker>
          <c:xVal>
            <c:numRef>
              <c:f>'Chart Data'!$Q$2:$Q$9</c:f>
              <c:numCache>
                <c:formatCode>General</c:formatCode>
                <c:ptCount val="8"/>
                <c:pt idx="0">
                  <c:v>0.4</c:v>
                </c:pt>
                <c:pt idx="1">
                  <c:v>0.5</c:v>
                </c:pt>
                <c:pt idx="2">
                  <c:v>0.6</c:v>
                </c:pt>
                <c:pt idx="3">
                  <c:v>0.7</c:v>
                </c:pt>
                <c:pt idx="4">
                  <c:v>0.8</c:v>
                </c:pt>
                <c:pt idx="5">
                  <c:v>0.9</c:v>
                </c:pt>
                <c:pt idx="6">
                  <c:v>1</c:v>
                </c:pt>
                <c:pt idx="7">
                  <c:v>1.1000000000000001</c:v>
                </c:pt>
              </c:numCache>
            </c:numRef>
          </c:xVal>
          <c:yVal>
            <c:numRef>
              <c:f>'Chart Data'!$R$2:$R$9</c:f>
              <c:numCache>
                <c:formatCode>0</c:formatCode>
                <c:ptCount val="8"/>
                <c:pt idx="0">
                  <c:v>8</c:v>
                </c:pt>
                <c:pt idx="1">
                  <c:v>8</c:v>
                </c:pt>
                <c:pt idx="2">
                  <c:v>8</c:v>
                </c:pt>
                <c:pt idx="3">
                  <c:v>8</c:v>
                </c:pt>
                <c:pt idx="4">
                  <c:v>8</c:v>
                </c:pt>
                <c:pt idx="5">
                  <c:v>8</c:v>
                </c:pt>
                <c:pt idx="6">
                  <c:v>8</c:v>
                </c:pt>
                <c:pt idx="7">
                  <c:v>8</c:v>
                </c:pt>
              </c:numCache>
            </c:numRef>
          </c:yVal>
          <c:smooth val="1"/>
          <c:extLst>
            <c:ext xmlns:c16="http://schemas.microsoft.com/office/drawing/2014/chart" uri="{C3380CC4-5D6E-409C-BE32-E72D297353CC}">
              <c16:uniqueId val="{00000008-137F-4DDF-B1F0-AFBDA00B59F4}"/>
            </c:ext>
          </c:extLst>
        </c:ser>
        <c:ser>
          <c:idx val="9"/>
          <c:order val="9"/>
          <c:tx>
            <c:v>Neuron 9</c:v>
          </c:tx>
          <c:spPr>
            <a:ln w="0">
              <a:noFill/>
            </a:ln>
          </c:spPr>
          <c:marker>
            <c:symbol val="square"/>
            <c:size val="5"/>
            <c:spPr>
              <a:noFill/>
            </c:spPr>
          </c:marker>
          <c:xVal>
            <c:numRef>
              <c:f>'Chart Data'!$S$2:$S$9</c:f>
              <c:numCache>
                <c:formatCode>General</c:formatCode>
                <c:ptCount val="8"/>
                <c:pt idx="0">
                  <c:v>0.4</c:v>
                </c:pt>
                <c:pt idx="1">
                  <c:v>0.5</c:v>
                </c:pt>
                <c:pt idx="2">
                  <c:v>0.6</c:v>
                </c:pt>
                <c:pt idx="3">
                  <c:v>0.7</c:v>
                </c:pt>
                <c:pt idx="4">
                  <c:v>0.8</c:v>
                </c:pt>
                <c:pt idx="5">
                  <c:v>0.9</c:v>
                </c:pt>
                <c:pt idx="6">
                  <c:v>1</c:v>
                </c:pt>
                <c:pt idx="7">
                  <c:v>1.1000000000000001</c:v>
                </c:pt>
              </c:numCache>
            </c:numRef>
          </c:xVal>
          <c:yVal>
            <c:numRef>
              <c:f>'Chart Data'!$T$2:$T$9</c:f>
              <c:numCache>
                <c:formatCode>0</c:formatCode>
                <c:ptCount val="8"/>
                <c:pt idx="0">
                  <c:v>9</c:v>
                </c:pt>
                <c:pt idx="1">
                  <c:v>9</c:v>
                </c:pt>
                <c:pt idx="2">
                  <c:v>9</c:v>
                </c:pt>
                <c:pt idx="3">
                  <c:v>9</c:v>
                </c:pt>
                <c:pt idx="4">
                  <c:v>9</c:v>
                </c:pt>
                <c:pt idx="5">
                  <c:v>9</c:v>
                </c:pt>
                <c:pt idx="6">
                  <c:v>9</c:v>
                </c:pt>
                <c:pt idx="7">
                  <c:v>9</c:v>
                </c:pt>
              </c:numCache>
            </c:numRef>
          </c:yVal>
          <c:smooth val="1"/>
          <c:extLst>
            <c:ext xmlns:c16="http://schemas.microsoft.com/office/drawing/2014/chart" uri="{C3380CC4-5D6E-409C-BE32-E72D297353CC}">
              <c16:uniqueId val="{00000009-137F-4DDF-B1F0-AFBDA00B59F4}"/>
            </c:ext>
          </c:extLst>
        </c:ser>
        <c:ser>
          <c:idx val="10"/>
          <c:order val="10"/>
          <c:tx>
            <c:v>Neuron 10</c:v>
          </c:tx>
          <c:spPr>
            <a:ln w="0">
              <a:noFill/>
            </a:ln>
          </c:spPr>
          <c:marker>
            <c:symbol val="square"/>
            <c:size val="5"/>
            <c:spPr>
              <a:noFill/>
            </c:spPr>
          </c:marker>
          <c:xVal>
            <c:numRef>
              <c:f>'Chart Data'!$U$2:$U$9</c:f>
              <c:numCache>
                <c:formatCode>General</c:formatCode>
                <c:ptCount val="8"/>
                <c:pt idx="0">
                  <c:v>0.4</c:v>
                </c:pt>
                <c:pt idx="1">
                  <c:v>0.5</c:v>
                </c:pt>
                <c:pt idx="2">
                  <c:v>0.6</c:v>
                </c:pt>
                <c:pt idx="3">
                  <c:v>0.7</c:v>
                </c:pt>
                <c:pt idx="4">
                  <c:v>0.8</c:v>
                </c:pt>
                <c:pt idx="5">
                  <c:v>0.9</c:v>
                </c:pt>
                <c:pt idx="6">
                  <c:v>1</c:v>
                </c:pt>
                <c:pt idx="7">
                  <c:v>1.1000000000000001</c:v>
                </c:pt>
              </c:numCache>
            </c:numRef>
          </c:xVal>
          <c:yVal>
            <c:numRef>
              <c:f>'Chart Data'!$V$2:$V$9</c:f>
              <c:numCache>
                <c:formatCode>0</c:formatCode>
                <c:ptCount val="8"/>
                <c:pt idx="0">
                  <c:v>10</c:v>
                </c:pt>
                <c:pt idx="1">
                  <c:v>10</c:v>
                </c:pt>
                <c:pt idx="2">
                  <c:v>10</c:v>
                </c:pt>
                <c:pt idx="3">
                  <c:v>10</c:v>
                </c:pt>
                <c:pt idx="4">
                  <c:v>10</c:v>
                </c:pt>
                <c:pt idx="5">
                  <c:v>10</c:v>
                </c:pt>
                <c:pt idx="6">
                  <c:v>10</c:v>
                </c:pt>
                <c:pt idx="7">
                  <c:v>10</c:v>
                </c:pt>
              </c:numCache>
            </c:numRef>
          </c:yVal>
          <c:smooth val="1"/>
          <c:extLst>
            <c:ext xmlns:c16="http://schemas.microsoft.com/office/drawing/2014/chart" uri="{C3380CC4-5D6E-409C-BE32-E72D297353CC}">
              <c16:uniqueId val="{0000000A-137F-4DDF-B1F0-AFBDA00B59F4}"/>
            </c:ext>
          </c:extLst>
        </c:ser>
        <c:ser>
          <c:idx val="11"/>
          <c:order val="11"/>
          <c:tx>
            <c:v>Neuron 11</c:v>
          </c:tx>
          <c:spPr>
            <a:ln w="0">
              <a:noFill/>
            </a:ln>
          </c:spPr>
          <c:marker>
            <c:symbol val="square"/>
            <c:size val="5"/>
            <c:spPr>
              <a:noFill/>
            </c:spPr>
          </c:marker>
          <c:xVal>
            <c:numRef>
              <c:f>'Chart Data'!$W$2:$W$9</c:f>
              <c:numCache>
                <c:formatCode>General</c:formatCode>
                <c:ptCount val="8"/>
                <c:pt idx="0">
                  <c:v>0.4</c:v>
                </c:pt>
                <c:pt idx="1">
                  <c:v>0.5</c:v>
                </c:pt>
                <c:pt idx="2">
                  <c:v>0.6</c:v>
                </c:pt>
                <c:pt idx="3">
                  <c:v>0.7</c:v>
                </c:pt>
                <c:pt idx="4">
                  <c:v>0.8</c:v>
                </c:pt>
                <c:pt idx="5">
                  <c:v>0.9</c:v>
                </c:pt>
                <c:pt idx="6">
                  <c:v>1</c:v>
                </c:pt>
                <c:pt idx="7">
                  <c:v>1.1000000000000001</c:v>
                </c:pt>
              </c:numCache>
            </c:numRef>
          </c:xVal>
          <c:yVal>
            <c:numRef>
              <c:f>'Chart Data'!$X$2:$X$9</c:f>
              <c:numCache>
                <c:formatCode>0</c:formatCode>
                <c:ptCount val="8"/>
                <c:pt idx="0">
                  <c:v>11</c:v>
                </c:pt>
                <c:pt idx="1">
                  <c:v>11</c:v>
                </c:pt>
                <c:pt idx="2">
                  <c:v>11</c:v>
                </c:pt>
                <c:pt idx="3">
                  <c:v>11</c:v>
                </c:pt>
                <c:pt idx="4">
                  <c:v>11</c:v>
                </c:pt>
                <c:pt idx="5">
                  <c:v>11</c:v>
                </c:pt>
                <c:pt idx="6">
                  <c:v>11</c:v>
                </c:pt>
                <c:pt idx="7">
                  <c:v>11</c:v>
                </c:pt>
              </c:numCache>
            </c:numRef>
          </c:yVal>
          <c:smooth val="1"/>
          <c:extLst>
            <c:ext xmlns:c16="http://schemas.microsoft.com/office/drawing/2014/chart" uri="{C3380CC4-5D6E-409C-BE32-E72D297353CC}">
              <c16:uniqueId val="{0000000B-137F-4DDF-B1F0-AFBDA00B59F4}"/>
            </c:ext>
          </c:extLst>
        </c:ser>
        <c:ser>
          <c:idx val="12"/>
          <c:order val="12"/>
          <c:tx>
            <c:v>Neuron 12</c:v>
          </c:tx>
          <c:spPr>
            <a:ln w="0">
              <a:noFill/>
            </a:ln>
          </c:spPr>
          <c:marker>
            <c:symbol val="square"/>
            <c:size val="5"/>
            <c:spPr>
              <a:noFill/>
            </c:spPr>
          </c:marker>
          <c:xVal>
            <c:numRef>
              <c:f>'Chart Data'!$Y$2:$Y$11</c:f>
              <c:numCache>
                <c:formatCode>General</c:formatCode>
                <c:ptCount val="10"/>
                <c:pt idx="0">
                  <c:v>0.40502343372100003</c:v>
                </c:pt>
                <c:pt idx="1">
                  <c:v>0.44515923147100001</c:v>
                </c:pt>
                <c:pt idx="2">
                  <c:v>0.48568151603699999</c:v>
                </c:pt>
                <c:pt idx="3">
                  <c:v>0.558232261929</c:v>
                </c:pt>
                <c:pt idx="4">
                  <c:v>0.707017828101</c:v>
                </c:pt>
                <c:pt idx="5">
                  <c:v>0.82012524145700005</c:v>
                </c:pt>
                <c:pt idx="6">
                  <c:v>0.88896983996800005</c:v>
                </c:pt>
                <c:pt idx="7">
                  <c:v>1.0782440147500001</c:v>
                </c:pt>
                <c:pt idx="8">
                  <c:v>1.10829092049</c:v>
                </c:pt>
                <c:pt idx="9">
                  <c:v>1.1773940228899999</c:v>
                </c:pt>
              </c:numCache>
            </c:numRef>
          </c:xVal>
          <c:yVal>
            <c:numRef>
              <c:f>'Chart Data'!$Z$2:$Z$11</c:f>
              <c:numCache>
                <c:formatCode>0</c:formatCode>
                <c:ptCount val="10"/>
                <c:pt idx="0">
                  <c:v>12</c:v>
                </c:pt>
                <c:pt idx="1">
                  <c:v>12</c:v>
                </c:pt>
                <c:pt idx="2">
                  <c:v>12</c:v>
                </c:pt>
                <c:pt idx="3">
                  <c:v>12</c:v>
                </c:pt>
                <c:pt idx="4">
                  <c:v>12</c:v>
                </c:pt>
                <c:pt idx="5">
                  <c:v>12</c:v>
                </c:pt>
                <c:pt idx="6">
                  <c:v>12</c:v>
                </c:pt>
                <c:pt idx="7">
                  <c:v>12</c:v>
                </c:pt>
                <c:pt idx="8">
                  <c:v>12</c:v>
                </c:pt>
                <c:pt idx="9">
                  <c:v>12</c:v>
                </c:pt>
              </c:numCache>
            </c:numRef>
          </c:yVal>
          <c:smooth val="1"/>
          <c:extLst>
            <c:ext xmlns:c16="http://schemas.microsoft.com/office/drawing/2014/chart" uri="{C3380CC4-5D6E-409C-BE32-E72D297353CC}">
              <c16:uniqueId val="{0000000C-137F-4DDF-B1F0-AFBDA00B59F4}"/>
            </c:ext>
          </c:extLst>
        </c:ser>
        <c:ser>
          <c:idx val="13"/>
          <c:order val="13"/>
          <c:tx>
            <c:v>Neuron 13</c:v>
          </c:tx>
          <c:spPr>
            <a:ln w="0">
              <a:noFill/>
            </a:ln>
          </c:spPr>
          <c:marker>
            <c:symbol val="square"/>
            <c:size val="5"/>
            <c:spPr>
              <a:noFill/>
            </c:spPr>
          </c:marker>
          <c:xVal>
            <c:numRef>
              <c:f>'Chart Data'!$AA$2:$AA$5</c:f>
              <c:numCache>
                <c:formatCode>General</c:formatCode>
                <c:ptCount val="4"/>
                <c:pt idx="0">
                  <c:v>0.52048614935000004</c:v>
                </c:pt>
                <c:pt idx="1">
                  <c:v>0.55787839974499998</c:v>
                </c:pt>
                <c:pt idx="2">
                  <c:v>0.57133118592099996</c:v>
                </c:pt>
                <c:pt idx="3">
                  <c:v>1.16606874462</c:v>
                </c:pt>
              </c:numCache>
            </c:numRef>
          </c:xVal>
          <c:yVal>
            <c:numRef>
              <c:f>'Chart Data'!$AB$2:$AB$5</c:f>
              <c:numCache>
                <c:formatCode>0</c:formatCode>
                <c:ptCount val="4"/>
                <c:pt idx="0">
                  <c:v>13</c:v>
                </c:pt>
                <c:pt idx="1">
                  <c:v>13</c:v>
                </c:pt>
                <c:pt idx="2">
                  <c:v>13</c:v>
                </c:pt>
                <c:pt idx="3">
                  <c:v>13</c:v>
                </c:pt>
              </c:numCache>
            </c:numRef>
          </c:yVal>
          <c:smooth val="1"/>
          <c:extLst>
            <c:ext xmlns:c16="http://schemas.microsoft.com/office/drawing/2014/chart" uri="{C3380CC4-5D6E-409C-BE32-E72D297353CC}">
              <c16:uniqueId val="{0000000D-137F-4DDF-B1F0-AFBDA00B59F4}"/>
            </c:ext>
          </c:extLst>
        </c:ser>
        <c:ser>
          <c:idx val="14"/>
          <c:order val="14"/>
          <c:tx>
            <c:v>Neuron 14</c:v>
          </c:tx>
          <c:spPr>
            <a:ln w="0">
              <a:noFill/>
            </a:ln>
          </c:spPr>
          <c:marker>
            <c:symbol val="square"/>
            <c:size val="5"/>
            <c:spPr>
              <a:noFill/>
            </c:spPr>
          </c:marker>
          <c:xVal>
            <c:numRef>
              <c:f>'Chart Data'!$AC$2:$AC$8</c:f>
              <c:numCache>
                <c:formatCode>General</c:formatCode>
                <c:ptCount val="7"/>
                <c:pt idx="0">
                  <c:v>0.48708332176699998</c:v>
                </c:pt>
                <c:pt idx="1">
                  <c:v>0.54697487713500004</c:v>
                </c:pt>
                <c:pt idx="2">
                  <c:v>0.76422603684799995</c:v>
                </c:pt>
                <c:pt idx="3">
                  <c:v>0.83893535318000001</c:v>
                </c:pt>
                <c:pt idx="4">
                  <c:v>0.98575753236200003</c:v>
                </c:pt>
                <c:pt idx="5">
                  <c:v>1.1440022919599999</c:v>
                </c:pt>
                <c:pt idx="6">
                  <c:v>1.18488001186</c:v>
                </c:pt>
              </c:numCache>
            </c:numRef>
          </c:xVal>
          <c:yVal>
            <c:numRef>
              <c:f>'Chart Data'!$AD$2:$AD$8</c:f>
              <c:numCache>
                <c:formatCode>0</c:formatCode>
                <c:ptCount val="7"/>
                <c:pt idx="0">
                  <c:v>14</c:v>
                </c:pt>
                <c:pt idx="1">
                  <c:v>14</c:v>
                </c:pt>
                <c:pt idx="2">
                  <c:v>14</c:v>
                </c:pt>
                <c:pt idx="3">
                  <c:v>14</c:v>
                </c:pt>
                <c:pt idx="4">
                  <c:v>14</c:v>
                </c:pt>
                <c:pt idx="5">
                  <c:v>14</c:v>
                </c:pt>
                <c:pt idx="6">
                  <c:v>14</c:v>
                </c:pt>
              </c:numCache>
            </c:numRef>
          </c:yVal>
          <c:smooth val="1"/>
          <c:extLst>
            <c:ext xmlns:c16="http://schemas.microsoft.com/office/drawing/2014/chart" uri="{C3380CC4-5D6E-409C-BE32-E72D297353CC}">
              <c16:uniqueId val="{0000000E-137F-4DDF-B1F0-AFBDA00B59F4}"/>
            </c:ext>
          </c:extLst>
        </c:ser>
        <c:ser>
          <c:idx val="15"/>
          <c:order val="15"/>
          <c:tx>
            <c:v>Neuron 15</c:v>
          </c:tx>
          <c:spPr>
            <a:ln w="0">
              <a:noFill/>
            </a:ln>
          </c:spPr>
          <c:marker>
            <c:symbol val="square"/>
            <c:size val="5"/>
            <c:spPr>
              <a:noFill/>
            </c:spPr>
          </c:marker>
          <c:xVal>
            <c:numRef>
              <c:f>'Chart Data'!$AE$2:$AE$6</c:f>
              <c:numCache>
                <c:formatCode>General</c:formatCode>
                <c:ptCount val="5"/>
                <c:pt idx="0">
                  <c:v>0.64623946947300004</c:v>
                </c:pt>
                <c:pt idx="1">
                  <c:v>0.73448486937900004</c:v>
                </c:pt>
                <c:pt idx="2">
                  <c:v>0.80044543740600005</c:v>
                </c:pt>
                <c:pt idx="3">
                  <c:v>0.95692685404699995</c:v>
                </c:pt>
                <c:pt idx="4">
                  <c:v>0.98730648361200002</c:v>
                </c:pt>
              </c:numCache>
            </c:numRef>
          </c:xVal>
          <c:yVal>
            <c:numRef>
              <c:f>'Chart Data'!$AF$2:$AF$6</c:f>
              <c:numCache>
                <c:formatCode>0</c:formatCode>
                <c:ptCount val="5"/>
                <c:pt idx="0">
                  <c:v>15</c:v>
                </c:pt>
                <c:pt idx="1">
                  <c:v>15</c:v>
                </c:pt>
                <c:pt idx="2">
                  <c:v>15</c:v>
                </c:pt>
                <c:pt idx="3">
                  <c:v>15</c:v>
                </c:pt>
                <c:pt idx="4">
                  <c:v>15</c:v>
                </c:pt>
              </c:numCache>
            </c:numRef>
          </c:yVal>
          <c:smooth val="1"/>
          <c:extLst>
            <c:ext xmlns:c16="http://schemas.microsoft.com/office/drawing/2014/chart" uri="{C3380CC4-5D6E-409C-BE32-E72D297353CC}">
              <c16:uniqueId val="{0000000F-137F-4DDF-B1F0-AFBDA00B59F4}"/>
            </c:ext>
          </c:extLst>
        </c:ser>
        <c:ser>
          <c:idx val="16"/>
          <c:order val="16"/>
          <c:tx>
            <c:v>Neuron 16</c:v>
          </c:tx>
          <c:spPr>
            <a:ln w="0">
              <a:noFill/>
            </a:ln>
          </c:spPr>
          <c:marker>
            <c:symbol val="square"/>
            <c:size val="5"/>
            <c:spPr>
              <a:noFill/>
            </c:spPr>
          </c:marker>
          <c:xVal>
            <c:numRef>
              <c:f>'Chart Data'!$AG$2:$AG$5</c:f>
              <c:numCache>
                <c:formatCode>General</c:formatCode>
                <c:ptCount val="4"/>
                <c:pt idx="0">
                  <c:v>0.58450602105000005</c:v>
                </c:pt>
                <c:pt idx="1">
                  <c:v>0.84563860280699998</c:v>
                </c:pt>
                <c:pt idx="2">
                  <c:v>1.1406815080199999</c:v>
                </c:pt>
                <c:pt idx="3">
                  <c:v>1.1560673611200001</c:v>
                </c:pt>
              </c:numCache>
            </c:numRef>
          </c:xVal>
          <c:yVal>
            <c:numRef>
              <c:f>'Chart Data'!$AH$2:$AH$5</c:f>
              <c:numCache>
                <c:formatCode>0</c:formatCode>
                <c:ptCount val="4"/>
                <c:pt idx="0">
                  <c:v>16</c:v>
                </c:pt>
                <c:pt idx="1">
                  <c:v>16</c:v>
                </c:pt>
                <c:pt idx="2">
                  <c:v>16</c:v>
                </c:pt>
                <c:pt idx="3">
                  <c:v>16</c:v>
                </c:pt>
              </c:numCache>
            </c:numRef>
          </c:yVal>
          <c:smooth val="1"/>
          <c:extLst>
            <c:ext xmlns:c16="http://schemas.microsoft.com/office/drawing/2014/chart" uri="{C3380CC4-5D6E-409C-BE32-E72D297353CC}">
              <c16:uniqueId val="{00000010-137F-4DDF-B1F0-AFBDA00B59F4}"/>
            </c:ext>
          </c:extLst>
        </c:ser>
        <c:ser>
          <c:idx val="17"/>
          <c:order val="17"/>
          <c:tx>
            <c:v>Neuron 17</c:v>
          </c:tx>
          <c:spPr>
            <a:ln w="0">
              <a:noFill/>
            </a:ln>
          </c:spPr>
          <c:marker>
            <c:symbol val="square"/>
            <c:size val="5"/>
            <c:spPr>
              <a:noFill/>
            </c:spPr>
          </c:marker>
          <c:xVal>
            <c:numRef>
              <c:f>'Chart Data'!$AI$2:$AI$5</c:f>
              <c:numCache>
                <c:formatCode>General</c:formatCode>
                <c:ptCount val="4"/>
                <c:pt idx="0">
                  <c:v>0.63942825426600003</c:v>
                </c:pt>
                <c:pt idx="1">
                  <c:v>0.76724148094099998</c:v>
                </c:pt>
                <c:pt idx="2">
                  <c:v>0.79271595966399999</c:v>
                </c:pt>
                <c:pt idx="3">
                  <c:v>1.04254122853</c:v>
                </c:pt>
              </c:numCache>
            </c:numRef>
          </c:xVal>
          <c:yVal>
            <c:numRef>
              <c:f>'Chart Data'!$AJ$2:$AJ$5</c:f>
              <c:numCache>
                <c:formatCode>0</c:formatCode>
                <c:ptCount val="4"/>
                <c:pt idx="0">
                  <c:v>17</c:v>
                </c:pt>
                <c:pt idx="1">
                  <c:v>17</c:v>
                </c:pt>
                <c:pt idx="2">
                  <c:v>17</c:v>
                </c:pt>
                <c:pt idx="3">
                  <c:v>17</c:v>
                </c:pt>
              </c:numCache>
            </c:numRef>
          </c:yVal>
          <c:smooth val="1"/>
          <c:extLst>
            <c:ext xmlns:c16="http://schemas.microsoft.com/office/drawing/2014/chart" uri="{C3380CC4-5D6E-409C-BE32-E72D297353CC}">
              <c16:uniqueId val="{00000011-137F-4DDF-B1F0-AFBDA00B59F4}"/>
            </c:ext>
          </c:extLst>
        </c:ser>
        <c:ser>
          <c:idx val="18"/>
          <c:order val="18"/>
          <c:tx>
            <c:v>Neuron 18</c:v>
          </c:tx>
          <c:spPr>
            <a:ln w="0">
              <a:noFill/>
            </a:ln>
          </c:spPr>
          <c:marker>
            <c:symbol val="square"/>
            <c:size val="5"/>
            <c:spPr>
              <a:noFill/>
            </c:spPr>
          </c:marker>
          <c:xVal>
            <c:numRef>
              <c:f>'Chart Data'!$AK$2:$AK$6</c:f>
              <c:numCache>
                <c:formatCode>General</c:formatCode>
                <c:ptCount val="5"/>
                <c:pt idx="0">
                  <c:v>0.69381988315499998</c:v>
                </c:pt>
                <c:pt idx="1">
                  <c:v>0.75116764775199996</c:v>
                </c:pt>
                <c:pt idx="2">
                  <c:v>0.85682404272799995</c:v>
                </c:pt>
                <c:pt idx="3">
                  <c:v>1.1385738722400001</c:v>
                </c:pt>
                <c:pt idx="4">
                  <c:v>1.1905349036199999</c:v>
                </c:pt>
              </c:numCache>
            </c:numRef>
          </c:xVal>
          <c:yVal>
            <c:numRef>
              <c:f>'Chart Data'!$AL$2:$AL$6</c:f>
              <c:numCache>
                <c:formatCode>0</c:formatCode>
                <c:ptCount val="5"/>
                <c:pt idx="0">
                  <c:v>18</c:v>
                </c:pt>
                <c:pt idx="1">
                  <c:v>18</c:v>
                </c:pt>
                <c:pt idx="2">
                  <c:v>18</c:v>
                </c:pt>
                <c:pt idx="3">
                  <c:v>18</c:v>
                </c:pt>
                <c:pt idx="4">
                  <c:v>18</c:v>
                </c:pt>
              </c:numCache>
            </c:numRef>
          </c:yVal>
          <c:smooth val="1"/>
          <c:extLst>
            <c:ext xmlns:c16="http://schemas.microsoft.com/office/drawing/2014/chart" uri="{C3380CC4-5D6E-409C-BE32-E72D297353CC}">
              <c16:uniqueId val="{00000012-137F-4DDF-B1F0-AFBDA00B59F4}"/>
            </c:ext>
          </c:extLst>
        </c:ser>
        <c:ser>
          <c:idx val="19"/>
          <c:order val="19"/>
          <c:tx>
            <c:v>Neuron 19</c:v>
          </c:tx>
          <c:spPr>
            <a:ln w="0">
              <a:noFill/>
            </a:ln>
          </c:spPr>
          <c:marker>
            <c:symbol val="square"/>
            <c:size val="5"/>
            <c:spPr>
              <a:noFill/>
            </c:spPr>
          </c:marker>
          <c:xVal>
            <c:numRef>
              <c:f>'Chart Data'!$AM$2:$AM$4</c:f>
              <c:numCache>
                <c:formatCode>General</c:formatCode>
                <c:ptCount val="3"/>
                <c:pt idx="0">
                  <c:v>0.48746177631900001</c:v>
                </c:pt>
                <c:pt idx="1">
                  <c:v>0.64248175671200003</c:v>
                </c:pt>
                <c:pt idx="2">
                  <c:v>0.97195141497299997</c:v>
                </c:pt>
              </c:numCache>
            </c:numRef>
          </c:xVal>
          <c:yVal>
            <c:numRef>
              <c:f>'Chart Data'!$AN$2:$AN$4</c:f>
              <c:numCache>
                <c:formatCode>0</c:formatCode>
                <c:ptCount val="3"/>
                <c:pt idx="0">
                  <c:v>19</c:v>
                </c:pt>
                <c:pt idx="1">
                  <c:v>19</c:v>
                </c:pt>
                <c:pt idx="2">
                  <c:v>19</c:v>
                </c:pt>
              </c:numCache>
            </c:numRef>
          </c:yVal>
          <c:smooth val="1"/>
          <c:extLst>
            <c:ext xmlns:c16="http://schemas.microsoft.com/office/drawing/2014/chart" uri="{C3380CC4-5D6E-409C-BE32-E72D297353CC}">
              <c16:uniqueId val="{00000013-137F-4DDF-B1F0-AFBDA00B59F4}"/>
            </c:ext>
          </c:extLst>
        </c:ser>
        <c:dLbls>
          <c:showLegendKey val="0"/>
          <c:showVal val="0"/>
          <c:showCatName val="0"/>
          <c:showSerName val="0"/>
          <c:showPercent val="0"/>
          <c:showBubbleSize val="0"/>
        </c:dLbls>
        <c:axId val="48650112"/>
        <c:axId val="48672768"/>
      </c:scatterChart>
      <c:valAx>
        <c:axId val="48672768"/>
        <c:scaling>
          <c:orientation val="minMax"/>
          <c:max val="20"/>
          <c:min val="0"/>
        </c:scaling>
        <c:delete val="0"/>
        <c:axPos val="l"/>
        <c:title>
          <c:tx>
            <c:rich>
              <a:bodyPr/>
              <a:lstStyle/>
              <a:p>
                <a:r>
                  <a:rPr lang="en-US" sz="1650">
                    <a:solidFill>
                      <a:srgbClr val="617184"/>
                    </a:solidFill>
                    <a:latin typeface="Arial"/>
                    <a:ea typeface="Arial"/>
                    <a:cs typeface="Arial"/>
                  </a:rPr>
                  <a:t>Source</a:t>
                </a:r>
              </a:p>
            </c:rich>
          </c:tx>
          <c:overlay val="0"/>
        </c:title>
        <c:numFmt formatCode="0" sourceLinked="1"/>
        <c:majorTickMark val="none"/>
        <c:minorTickMark val="none"/>
        <c:tickLblPos val="nextTo"/>
        <c:spPr>
          <a:ln w="9525">
            <a:solidFill>
              <a:srgbClr val="D9E1E8"/>
            </a:solidFill>
          </a:ln>
        </c:spPr>
        <c:txPr>
          <a:bodyPr anchorCtr="1"/>
          <a:lstStyle/>
          <a:p>
            <a:pPr>
              <a:defRPr sz="1500">
                <a:solidFill>
                  <a:srgbClr val="617184"/>
                </a:solidFill>
                <a:latin typeface="Arial"/>
                <a:ea typeface="Arial"/>
                <a:cs typeface="Arial"/>
              </a:defRPr>
            </a:pPr>
            <a:endParaRPr lang="zh-CN"/>
          </a:p>
        </c:txPr>
        <c:crossAx val="48650112"/>
        <c:crosses val="autoZero"/>
        <c:crossBetween val="midCat"/>
        <c:majorUnit val="10"/>
      </c:valAx>
      <c:valAx>
        <c:axId val="48650112"/>
        <c:scaling>
          <c:orientation val="minMax"/>
          <c:max val="1.2"/>
          <c:min val="0.4"/>
        </c:scaling>
        <c:delete val="0"/>
        <c:axPos val="b"/>
        <c:numFmt formatCode="General" sourceLinked="1"/>
        <c:majorTickMark val="none"/>
        <c:minorTickMark val="none"/>
        <c:tickLblPos val="nextTo"/>
        <c:spPr>
          <a:ln w="9525">
            <a:solidFill>
              <a:srgbClr val="D9E1E8"/>
            </a:solidFill>
          </a:ln>
        </c:spPr>
        <c:txPr>
          <a:bodyPr anchorCtr="1"/>
          <a:lstStyle/>
          <a:p>
            <a:pPr>
              <a:defRPr sz="1500">
                <a:solidFill>
                  <a:srgbClr val="617184"/>
                </a:solidFill>
                <a:latin typeface="Arial"/>
                <a:ea typeface="Arial"/>
                <a:cs typeface="Arial"/>
              </a:defRPr>
            </a:pPr>
            <a:endParaRPr lang="zh-CN"/>
          </a:p>
        </c:txPr>
        <c:crossAx val="48672768"/>
        <c:crosses val="autoZero"/>
        <c:crossBetween val="midCat"/>
        <c:majorUnit val="0.4"/>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scatterChart>
        <c:scatterStyle val="lineMarker"/>
        <c:varyColors val="1"/>
        <c:ser>
          <c:idx val="0"/>
          <c:order val="0"/>
          <c:tx>
            <c:v>Total</c:v>
          </c:tx>
          <c:spPr>
            <a:ln w="20955">
              <a:solidFill>
                <a:srgbClr val="176B87"/>
              </a:solidFill>
            </a:ln>
          </c:spPr>
          <c:marker>
            <c:symbol val="none"/>
          </c:marker>
          <c:xVal>
            <c:numRef>
              <c:f>'Chart Data'!$A$2:$A$802</c:f>
              <c:numCache>
                <c:formatCode>General</c:formatCode>
                <c:ptCount val="801"/>
                <c:pt idx="0">
                  <c:v>0.4</c:v>
                </c:pt>
                <c:pt idx="1">
                  <c:v>0.40100000000000002</c:v>
                </c:pt>
                <c:pt idx="2">
                  <c:v>0.40200000000000002</c:v>
                </c:pt>
                <c:pt idx="3">
                  <c:v>0.40300000000000002</c:v>
                </c:pt>
                <c:pt idx="4">
                  <c:v>0.40400000000000003</c:v>
                </c:pt>
                <c:pt idx="5">
                  <c:v>0.40500000000000003</c:v>
                </c:pt>
                <c:pt idx="6">
                  <c:v>0.40600000000000003</c:v>
                </c:pt>
                <c:pt idx="7">
                  <c:v>0.40699999999999997</c:v>
                </c:pt>
                <c:pt idx="8">
                  <c:v>0.40799999999999997</c:v>
                </c:pt>
                <c:pt idx="9">
                  <c:v>0.40899999999999997</c:v>
                </c:pt>
                <c:pt idx="10">
                  <c:v>0.41</c:v>
                </c:pt>
                <c:pt idx="11">
                  <c:v>0.41099999999999998</c:v>
                </c:pt>
                <c:pt idx="12">
                  <c:v>0.41199999999999998</c:v>
                </c:pt>
                <c:pt idx="13">
                  <c:v>0.41299999999999998</c:v>
                </c:pt>
                <c:pt idx="14">
                  <c:v>0.41399999999999998</c:v>
                </c:pt>
                <c:pt idx="15">
                  <c:v>0.41499999999999998</c:v>
                </c:pt>
                <c:pt idx="16">
                  <c:v>0.41599999999999998</c:v>
                </c:pt>
                <c:pt idx="17">
                  <c:v>0.41699999999999998</c:v>
                </c:pt>
                <c:pt idx="18">
                  <c:v>0.41799999999999998</c:v>
                </c:pt>
                <c:pt idx="19">
                  <c:v>0.41899999999999998</c:v>
                </c:pt>
                <c:pt idx="20">
                  <c:v>0.42</c:v>
                </c:pt>
                <c:pt idx="21">
                  <c:v>0.42099999999999999</c:v>
                </c:pt>
                <c:pt idx="22">
                  <c:v>0.42199999999999999</c:v>
                </c:pt>
                <c:pt idx="23">
                  <c:v>0.42299999999999999</c:v>
                </c:pt>
                <c:pt idx="24">
                  <c:v>0.42399999999999999</c:v>
                </c:pt>
                <c:pt idx="25">
                  <c:v>0.42499999999999999</c:v>
                </c:pt>
                <c:pt idx="26">
                  <c:v>0.42599999999999999</c:v>
                </c:pt>
                <c:pt idx="27">
                  <c:v>0.42699999999999999</c:v>
                </c:pt>
                <c:pt idx="28">
                  <c:v>0.42799999999999999</c:v>
                </c:pt>
                <c:pt idx="29">
                  <c:v>0.42899999999999999</c:v>
                </c:pt>
                <c:pt idx="30">
                  <c:v>0.43</c:v>
                </c:pt>
                <c:pt idx="31">
                  <c:v>0.43099999999999999</c:v>
                </c:pt>
                <c:pt idx="32">
                  <c:v>0.432</c:v>
                </c:pt>
                <c:pt idx="33">
                  <c:v>0.433</c:v>
                </c:pt>
                <c:pt idx="34">
                  <c:v>0.434</c:v>
                </c:pt>
                <c:pt idx="35">
                  <c:v>0.435</c:v>
                </c:pt>
                <c:pt idx="36">
                  <c:v>0.436</c:v>
                </c:pt>
                <c:pt idx="37">
                  <c:v>0.437</c:v>
                </c:pt>
                <c:pt idx="38">
                  <c:v>0.438</c:v>
                </c:pt>
                <c:pt idx="39">
                  <c:v>0.439</c:v>
                </c:pt>
                <c:pt idx="40">
                  <c:v>0.44</c:v>
                </c:pt>
                <c:pt idx="41">
                  <c:v>0.441</c:v>
                </c:pt>
                <c:pt idx="42">
                  <c:v>0.442</c:v>
                </c:pt>
                <c:pt idx="43">
                  <c:v>0.443</c:v>
                </c:pt>
                <c:pt idx="44">
                  <c:v>0.44400000000000001</c:v>
                </c:pt>
                <c:pt idx="45">
                  <c:v>0.44500000000000001</c:v>
                </c:pt>
                <c:pt idx="46">
                  <c:v>0.44600000000000001</c:v>
                </c:pt>
                <c:pt idx="47">
                  <c:v>0.44700000000000001</c:v>
                </c:pt>
                <c:pt idx="48">
                  <c:v>0.44800000000000001</c:v>
                </c:pt>
                <c:pt idx="49">
                  <c:v>0.44900000000000001</c:v>
                </c:pt>
                <c:pt idx="50">
                  <c:v>0.45</c:v>
                </c:pt>
                <c:pt idx="51">
                  <c:v>0.45100000000000001</c:v>
                </c:pt>
                <c:pt idx="52">
                  <c:v>0.45200000000000001</c:v>
                </c:pt>
                <c:pt idx="53">
                  <c:v>0.45300000000000001</c:v>
                </c:pt>
                <c:pt idx="54">
                  <c:v>0.45400000000000001</c:v>
                </c:pt>
                <c:pt idx="55">
                  <c:v>0.45500000000000002</c:v>
                </c:pt>
                <c:pt idx="56">
                  <c:v>0.45600000000000002</c:v>
                </c:pt>
                <c:pt idx="57">
                  <c:v>0.45700000000000002</c:v>
                </c:pt>
                <c:pt idx="58">
                  <c:v>0.45800000000000002</c:v>
                </c:pt>
                <c:pt idx="59">
                  <c:v>0.45900000000000002</c:v>
                </c:pt>
                <c:pt idx="60">
                  <c:v>0.46</c:v>
                </c:pt>
                <c:pt idx="61">
                  <c:v>0.46100000000000002</c:v>
                </c:pt>
                <c:pt idx="62">
                  <c:v>0.46200000000000002</c:v>
                </c:pt>
                <c:pt idx="63">
                  <c:v>0.46300000000000002</c:v>
                </c:pt>
                <c:pt idx="64">
                  <c:v>0.46400000000000002</c:v>
                </c:pt>
                <c:pt idx="65">
                  <c:v>0.46500000000000002</c:v>
                </c:pt>
                <c:pt idx="66">
                  <c:v>0.46600000000000003</c:v>
                </c:pt>
                <c:pt idx="67">
                  <c:v>0.46700000000000003</c:v>
                </c:pt>
                <c:pt idx="68">
                  <c:v>0.46800000000000003</c:v>
                </c:pt>
                <c:pt idx="69">
                  <c:v>0.46899999999999997</c:v>
                </c:pt>
                <c:pt idx="70">
                  <c:v>0.47</c:v>
                </c:pt>
                <c:pt idx="71">
                  <c:v>0.47099999999999997</c:v>
                </c:pt>
                <c:pt idx="72">
                  <c:v>0.47199999999999998</c:v>
                </c:pt>
                <c:pt idx="73">
                  <c:v>0.47299999999999998</c:v>
                </c:pt>
                <c:pt idx="74">
                  <c:v>0.47399999999999998</c:v>
                </c:pt>
                <c:pt idx="75">
                  <c:v>0.47499999999999998</c:v>
                </c:pt>
                <c:pt idx="76">
                  <c:v>0.47599999999999998</c:v>
                </c:pt>
                <c:pt idx="77">
                  <c:v>0.47699999999999998</c:v>
                </c:pt>
                <c:pt idx="78">
                  <c:v>0.47799999999999998</c:v>
                </c:pt>
                <c:pt idx="79">
                  <c:v>0.47899999999999998</c:v>
                </c:pt>
                <c:pt idx="80">
                  <c:v>0.48</c:v>
                </c:pt>
                <c:pt idx="81">
                  <c:v>0.48099999999999998</c:v>
                </c:pt>
                <c:pt idx="82">
                  <c:v>0.48199999999999998</c:v>
                </c:pt>
                <c:pt idx="83">
                  <c:v>0.48299999999999998</c:v>
                </c:pt>
                <c:pt idx="84">
                  <c:v>0.48399999999999999</c:v>
                </c:pt>
                <c:pt idx="85">
                  <c:v>0.48499999999999999</c:v>
                </c:pt>
                <c:pt idx="86">
                  <c:v>0.48599999999999999</c:v>
                </c:pt>
                <c:pt idx="87">
                  <c:v>0.48699999999999999</c:v>
                </c:pt>
                <c:pt idx="88">
                  <c:v>0.48799999999999999</c:v>
                </c:pt>
                <c:pt idx="89">
                  <c:v>0.48899999999999999</c:v>
                </c:pt>
                <c:pt idx="90">
                  <c:v>0.49</c:v>
                </c:pt>
                <c:pt idx="91">
                  <c:v>0.49099999999999999</c:v>
                </c:pt>
                <c:pt idx="92">
                  <c:v>0.49199999999999999</c:v>
                </c:pt>
                <c:pt idx="93">
                  <c:v>0.49299999999999999</c:v>
                </c:pt>
                <c:pt idx="94">
                  <c:v>0.49399999999999999</c:v>
                </c:pt>
                <c:pt idx="95">
                  <c:v>0.495</c:v>
                </c:pt>
                <c:pt idx="96">
                  <c:v>0.496</c:v>
                </c:pt>
                <c:pt idx="97">
                  <c:v>0.497</c:v>
                </c:pt>
                <c:pt idx="98">
                  <c:v>0.498</c:v>
                </c:pt>
                <c:pt idx="99">
                  <c:v>0.499</c:v>
                </c:pt>
                <c:pt idx="100">
                  <c:v>0.5</c:v>
                </c:pt>
                <c:pt idx="101">
                  <c:v>0.501</c:v>
                </c:pt>
                <c:pt idx="102">
                  <c:v>0.502</c:v>
                </c:pt>
                <c:pt idx="103">
                  <c:v>0.503</c:v>
                </c:pt>
                <c:pt idx="104">
                  <c:v>0.504</c:v>
                </c:pt>
                <c:pt idx="105">
                  <c:v>0.505</c:v>
                </c:pt>
                <c:pt idx="106">
                  <c:v>0.50600000000000001</c:v>
                </c:pt>
                <c:pt idx="107">
                  <c:v>0.50700000000000001</c:v>
                </c:pt>
                <c:pt idx="108">
                  <c:v>0.50800000000000001</c:v>
                </c:pt>
                <c:pt idx="109">
                  <c:v>0.50900000000000001</c:v>
                </c:pt>
                <c:pt idx="110">
                  <c:v>0.51</c:v>
                </c:pt>
                <c:pt idx="111">
                  <c:v>0.51100000000000001</c:v>
                </c:pt>
                <c:pt idx="112">
                  <c:v>0.51200000000000001</c:v>
                </c:pt>
                <c:pt idx="113">
                  <c:v>0.51300000000000001</c:v>
                </c:pt>
                <c:pt idx="114">
                  <c:v>0.51400000000000001</c:v>
                </c:pt>
                <c:pt idx="115">
                  <c:v>0.51500000000000001</c:v>
                </c:pt>
                <c:pt idx="116">
                  <c:v>0.51600000000000001</c:v>
                </c:pt>
                <c:pt idx="117">
                  <c:v>0.51700000000000002</c:v>
                </c:pt>
                <c:pt idx="118">
                  <c:v>0.51800000000000002</c:v>
                </c:pt>
                <c:pt idx="119">
                  <c:v>0.51900000000000002</c:v>
                </c:pt>
                <c:pt idx="120">
                  <c:v>0.52</c:v>
                </c:pt>
                <c:pt idx="121">
                  <c:v>0.52100000000000002</c:v>
                </c:pt>
                <c:pt idx="122">
                  <c:v>0.52200000000000002</c:v>
                </c:pt>
                <c:pt idx="123">
                  <c:v>0.52300000000000002</c:v>
                </c:pt>
                <c:pt idx="124">
                  <c:v>0.52400000000000002</c:v>
                </c:pt>
                <c:pt idx="125">
                  <c:v>0.52500000000000002</c:v>
                </c:pt>
                <c:pt idx="126">
                  <c:v>0.52600000000000002</c:v>
                </c:pt>
                <c:pt idx="127">
                  <c:v>0.52700000000000002</c:v>
                </c:pt>
                <c:pt idx="128">
                  <c:v>0.52800000000000002</c:v>
                </c:pt>
                <c:pt idx="129">
                  <c:v>0.52900000000000003</c:v>
                </c:pt>
                <c:pt idx="130">
                  <c:v>0.53</c:v>
                </c:pt>
                <c:pt idx="131">
                  <c:v>0.53100000000000003</c:v>
                </c:pt>
                <c:pt idx="132">
                  <c:v>0.53200000000000003</c:v>
                </c:pt>
                <c:pt idx="133">
                  <c:v>0.53300000000000003</c:v>
                </c:pt>
                <c:pt idx="134">
                  <c:v>0.53400000000000003</c:v>
                </c:pt>
                <c:pt idx="135">
                  <c:v>0.53500000000000003</c:v>
                </c:pt>
                <c:pt idx="136">
                  <c:v>0.53600000000000003</c:v>
                </c:pt>
                <c:pt idx="137">
                  <c:v>0.53700000000000003</c:v>
                </c:pt>
                <c:pt idx="138">
                  <c:v>0.53800000000000003</c:v>
                </c:pt>
                <c:pt idx="139">
                  <c:v>0.53900000000000003</c:v>
                </c:pt>
                <c:pt idx="140">
                  <c:v>0.54</c:v>
                </c:pt>
                <c:pt idx="141">
                  <c:v>0.54100000000000004</c:v>
                </c:pt>
                <c:pt idx="142">
                  <c:v>0.54200000000000004</c:v>
                </c:pt>
                <c:pt idx="143">
                  <c:v>0.54300000000000004</c:v>
                </c:pt>
                <c:pt idx="144">
                  <c:v>0.54400000000000004</c:v>
                </c:pt>
                <c:pt idx="145">
                  <c:v>0.54500000000000004</c:v>
                </c:pt>
                <c:pt idx="146">
                  <c:v>0.54600000000000004</c:v>
                </c:pt>
                <c:pt idx="147">
                  <c:v>0.54700000000000004</c:v>
                </c:pt>
                <c:pt idx="148">
                  <c:v>0.54800000000000004</c:v>
                </c:pt>
                <c:pt idx="149">
                  <c:v>0.54900000000000004</c:v>
                </c:pt>
                <c:pt idx="150">
                  <c:v>0.55000000000000004</c:v>
                </c:pt>
                <c:pt idx="151">
                  <c:v>0.55100000000000005</c:v>
                </c:pt>
                <c:pt idx="152">
                  <c:v>0.55200000000000005</c:v>
                </c:pt>
                <c:pt idx="153">
                  <c:v>0.55300000000000005</c:v>
                </c:pt>
                <c:pt idx="154">
                  <c:v>0.55400000000000005</c:v>
                </c:pt>
                <c:pt idx="155">
                  <c:v>0.55500000000000005</c:v>
                </c:pt>
                <c:pt idx="156">
                  <c:v>0.55600000000000005</c:v>
                </c:pt>
                <c:pt idx="157">
                  <c:v>0.55700000000000005</c:v>
                </c:pt>
                <c:pt idx="158">
                  <c:v>0.55800000000000005</c:v>
                </c:pt>
                <c:pt idx="159">
                  <c:v>0.55900000000000005</c:v>
                </c:pt>
                <c:pt idx="160">
                  <c:v>0.56000000000000005</c:v>
                </c:pt>
                <c:pt idx="161">
                  <c:v>0.56100000000000005</c:v>
                </c:pt>
                <c:pt idx="162">
                  <c:v>0.56200000000000006</c:v>
                </c:pt>
                <c:pt idx="163">
                  <c:v>0.56299999999999994</c:v>
                </c:pt>
                <c:pt idx="164">
                  <c:v>0.56399999999999995</c:v>
                </c:pt>
                <c:pt idx="165">
                  <c:v>0.56499999999999995</c:v>
                </c:pt>
                <c:pt idx="166">
                  <c:v>0.56599999999999995</c:v>
                </c:pt>
                <c:pt idx="167">
                  <c:v>0.56699999999999995</c:v>
                </c:pt>
                <c:pt idx="168">
                  <c:v>0.56799999999999995</c:v>
                </c:pt>
                <c:pt idx="169">
                  <c:v>0.56899999999999995</c:v>
                </c:pt>
                <c:pt idx="170">
                  <c:v>0.56999999999999995</c:v>
                </c:pt>
                <c:pt idx="171">
                  <c:v>0.57099999999999995</c:v>
                </c:pt>
                <c:pt idx="172">
                  <c:v>0.57199999999999995</c:v>
                </c:pt>
                <c:pt idx="173">
                  <c:v>0.57299999999999995</c:v>
                </c:pt>
                <c:pt idx="174">
                  <c:v>0.57399999999999995</c:v>
                </c:pt>
                <c:pt idx="175">
                  <c:v>0.57499999999999996</c:v>
                </c:pt>
                <c:pt idx="176">
                  <c:v>0.57599999999999996</c:v>
                </c:pt>
                <c:pt idx="177">
                  <c:v>0.57699999999999996</c:v>
                </c:pt>
                <c:pt idx="178">
                  <c:v>0.57799999999999996</c:v>
                </c:pt>
                <c:pt idx="179">
                  <c:v>0.57899999999999996</c:v>
                </c:pt>
                <c:pt idx="180">
                  <c:v>0.57999999999999996</c:v>
                </c:pt>
                <c:pt idx="181">
                  <c:v>0.58099999999999996</c:v>
                </c:pt>
                <c:pt idx="182">
                  <c:v>0.58199999999999996</c:v>
                </c:pt>
                <c:pt idx="183">
                  <c:v>0.58299999999999996</c:v>
                </c:pt>
                <c:pt idx="184">
                  <c:v>0.58399999999999996</c:v>
                </c:pt>
                <c:pt idx="185">
                  <c:v>0.58499999999999996</c:v>
                </c:pt>
                <c:pt idx="186">
                  <c:v>0.58599999999999997</c:v>
                </c:pt>
                <c:pt idx="187">
                  <c:v>0.58699999999999997</c:v>
                </c:pt>
                <c:pt idx="188">
                  <c:v>0.58799999999999997</c:v>
                </c:pt>
                <c:pt idx="189">
                  <c:v>0.58899999999999997</c:v>
                </c:pt>
                <c:pt idx="190">
                  <c:v>0.59</c:v>
                </c:pt>
                <c:pt idx="191">
                  <c:v>0.59099999999999997</c:v>
                </c:pt>
                <c:pt idx="192">
                  <c:v>0.59199999999999997</c:v>
                </c:pt>
                <c:pt idx="193">
                  <c:v>0.59299999999999997</c:v>
                </c:pt>
                <c:pt idx="194">
                  <c:v>0.59399999999999997</c:v>
                </c:pt>
                <c:pt idx="195">
                  <c:v>0.59499999999999997</c:v>
                </c:pt>
                <c:pt idx="196">
                  <c:v>0.59599999999999997</c:v>
                </c:pt>
                <c:pt idx="197">
                  <c:v>0.59699999999999998</c:v>
                </c:pt>
                <c:pt idx="198">
                  <c:v>0.59799999999999998</c:v>
                </c:pt>
                <c:pt idx="199">
                  <c:v>0.59899999999999998</c:v>
                </c:pt>
                <c:pt idx="200">
                  <c:v>0.6</c:v>
                </c:pt>
                <c:pt idx="201">
                  <c:v>0.60099999999999998</c:v>
                </c:pt>
                <c:pt idx="202">
                  <c:v>0.60199999999999998</c:v>
                </c:pt>
                <c:pt idx="203">
                  <c:v>0.60299999999999998</c:v>
                </c:pt>
                <c:pt idx="204">
                  <c:v>0.60399999999999998</c:v>
                </c:pt>
                <c:pt idx="205">
                  <c:v>0.60499999999999998</c:v>
                </c:pt>
                <c:pt idx="206">
                  <c:v>0.60599999999999998</c:v>
                </c:pt>
                <c:pt idx="207">
                  <c:v>0.60699999999999998</c:v>
                </c:pt>
                <c:pt idx="208">
                  <c:v>0.60799999999999998</c:v>
                </c:pt>
                <c:pt idx="209">
                  <c:v>0.60899999999999999</c:v>
                </c:pt>
                <c:pt idx="210">
                  <c:v>0.61</c:v>
                </c:pt>
                <c:pt idx="211">
                  <c:v>0.61099999999999999</c:v>
                </c:pt>
                <c:pt idx="212">
                  <c:v>0.61199999999999999</c:v>
                </c:pt>
                <c:pt idx="213">
                  <c:v>0.61299999999999999</c:v>
                </c:pt>
                <c:pt idx="214">
                  <c:v>0.61399999999999999</c:v>
                </c:pt>
                <c:pt idx="215">
                  <c:v>0.61499999999999999</c:v>
                </c:pt>
                <c:pt idx="216">
                  <c:v>0.61599999999999999</c:v>
                </c:pt>
                <c:pt idx="217">
                  <c:v>0.61699999999999999</c:v>
                </c:pt>
                <c:pt idx="218">
                  <c:v>0.61799999999999999</c:v>
                </c:pt>
                <c:pt idx="219">
                  <c:v>0.61899999999999999</c:v>
                </c:pt>
                <c:pt idx="220">
                  <c:v>0.62</c:v>
                </c:pt>
                <c:pt idx="221">
                  <c:v>0.621</c:v>
                </c:pt>
                <c:pt idx="222">
                  <c:v>0.622</c:v>
                </c:pt>
                <c:pt idx="223">
                  <c:v>0.623</c:v>
                </c:pt>
                <c:pt idx="224">
                  <c:v>0.624</c:v>
                </c:pt>
                <c:pt idx="225">
                  <c:v>0.625</c:v>
                </c:pt>
                <c:pt idx="226">
                  <c:v>0.626</c:v>
                </c:pt>
                <c:pt idx="227">
                  <c:v>0.627</c:v>
                </c:pt>
                <c:pt idx="228">
                  <c:v>0.628</c:v>
                </c:pt>
                <c:pt idx="229">
                  <c:v>0.629</c:v>
                </c:pt>
                <c:pt idx="230">
                  <c:v>0.63</c:v>
                </c:pt>
                <c:pt idx="231">
                  <c:v>0.63100000000000001</c:v>
                </c:pt>
                <c:pt idx="232">
                  <c:v>0.63200000000000001</c:v>
                </c:pt>
                <c:pt idx="233">
                  <c:v>0.63300000000000001</c:v>
                </c:pt>
                <c:pt idx="234">
                  <c:v>0.63400000000000001</c:v>
                </c:pt>
                <c:pt idx="235">
                  <c:v>0.63500000000000001</c:v>
                </c:pt>
                <c:pt idx="236">
                  <c:v>0.63600000000000001</c:v>
                </c:pt>
                <c:pt idx="237">
                  <c:v>0.63700000000000001</c:v>
                </c:pt>
                <c:pt idx="238">
                  <c:v>0.63800000000000001</c:v>
                </c:pt>
                <c:pt idx="239">
                  <c:v>0.63900000000000001</c:v>
                </c:pt>
                <c:pt idx="240">
                  <c:v>0.64</c:v>
                </c:pt>
                <c:pt idx="241">
                  <c:v>0.64100000000000001</c:v>
                </c:pt>
                <c:pt idx="242">
                  <c:v>0.64200000000000002</c:v>
                </c:pt>
                <c:pt idx="243">
                  <c:v>0.64300000000000002</c:v>
                </c:pt>
                <c:pt idx="244">
                  <c:v>0.64400000000000002</c:v>
                </c:pt>
                <c:pt idx="245">
                  <c:v>0.64500000000000002</c:v>
                </c:pt>
                <c:pt idx="246">
                  <c:v>0.64600000000000002</c:v>
                </c:pt>
                <c:pt idx="247">
                  <c:v>0.64700000000000002</c:v>
                </c:pt>
                <c:pt idx="248">
                  <c:v>0.64800000000000002</c:v>
                </c:pt>
                <c:pt idx="249">
                  <c:v>0.64900000000000002</c:v>
                </c:pt>
                <c:pt idx="250">
                  <c:v>0.65</c:v>
                </c:pt>
                <c:pt idx="251">
                  <c:v>0.65100000000000002</c:v>
                </c:pt>
                <c:pt idx="252">
                  <c:v>0.65200000000000002</c:v>
                </c:pt>
                <c:pt idx="253">
                  <c:v>0.65300000000000002</c:v>
                </c:pt>
                <c:pt idx="254">
                  <c:v>0.65400000000000003</c:v>
                </c:pt>
                <c:pt idx="255">
                  <c:v>0.65500000000000003</c:v>
                </c:pt>
                <c:pt idx="256">
                  <c:v>0.65600000000000003</c:v>
                </c:pt>
                <c:pt idx="257">
                  <c:v>0.65700000000000003</c:v>
                </c:pt>
                <c:pt idx="258">
                  <c:v>0.65800000000000003</c:v>
                </c:pt>
                <c:pt idx="259">
                  <c:v>0.65900000000000003</c:v>
                </c:pt>
                <c:pt idx="260">
                  <c:v>0.66</c:v>
                </c:pt>
                <c:pt idx="261">
                  <c:v>0.66100000000000003</c:v>
                </c:pt>
                <c:pt idx="262">
                  <c:v>0.66200000000000003</c:v>
                </c:pt>
                <c:pt idx="263">
                  <c:v>0.66300000000000003</c:v>
                </c:pt>
                <c:pt idx="264">
                  <c:v>0.66400000000000003</c:v>
                </c:pt>
                <c:pt idx="265">
                  <c:v>0.66500000000000004</c:v>
                </c:pt>
                <c:pt idx="266">
                  <c:v>0.66600000000000004</c:v>
                </c:pt>
                <c:pt idx="267">
                  <c:v>0.66700000000000004</c:v>
                </c:pt>
                <c:pt idx="268">
                  <c:v>0.66800000000000004</c:v>
                </c:pt>
                <c:pt idx="269">
                  <c:v>0.66900000000000004</c:v>
                </c:pt>
                <c:pt idx="270">
                  <c:v>0.67</c:v>
                </c:pt>
                <c:pt idx="271">
                  <c:v>0.67100000000000004</c:v>
                </c:pt>
                <c:pt idx="272">
                  <c:v>0.67200000000000004</c:v>
                </c:pt>
                <c:pt idx="273">
                  <c:v>0.67300000000000004</c:v>
                </c:pt>
                <c:pt idx="274">
                  <c:v>0.67400000000000004</c:v>
                </c:pt>
                <c:pt idx="275">
                  <c:v>0.67500000000000004</c:v>
                </c:pt>
                <c:pt idx="276">
                  <c:v>0.67600000000000005</c:v>
                </c:pt>
                <c:pt idx="277">
                  <c:v>0.67700000000000005</c:v>
                </c:pt>
                <c:pt idx="278">
                  <c:v>0.67800000000000005</c:v>
                </c:pt>
                <c:pt idx="279">
                  <c:v>0.67900000000000005</c:v>
                </c:pt>
                <c:pt idx="280">
                  <c:v>0.68</c:v>
                </c:pt>
                <c:pt idx="281">
                  <c:v>0.68100000000000005</c:v>
                </c:pt>
                <c:pt idx="282">
                  <c:v>0.68200000000000005</c:v>
                </c:pt>
                <c:pt idx="283">
                  <c:v>0.68300000000000005</c:v>
                </c:pt>
                <c:pt idx="284">
                  <c:v>0.68400000000000005</c:v>
                </c:pt>
                <c:pt idx="285">
                  <c:v>0.68500000000000005</c:v>
                </c:pt>
                <c:pt idx="286">
                  <c:v>0.68600000000000005</c:v>
                </c:pt>
                <c:pt idx="287">
                  <c:v>0.68700000000000006</c:v>
                </c:pt>
                <c:pt idx="288">
                  <c:v>0.68799999999999994</c:v>
                </c:pt>
                <c:pt idx="289">
                  <c:v>0.68899999999999995</c:v>
                </c:pt>
                <c:pt idx="290">
                  <c:v>0.69</c:v>
                </c:pt>
                <c:pt idx="291">
                  <c:v>0.69099999999999995</c:v>
                </c:pt>
                <c:pt idx="292">
                  <c:v>0.69199999999999995</c:v>
                </c:pt>
                <c:pt idx="293">
                  <c:v>0.69299999999999995</c:v>
                </c:pt>
                <c:pt idx="294">
                  <c:v>0.69399999999999995</c:v>
                </c:pt>
                <c:pt idx="295">
                  <c:v>0.69499999999999995</c:v>
                </c:pt>
                <c:pt idx="296">
                  <c:v>0.69599999999999995</c:v>
                </c:pt>
                <c:pt idx="297">
                  <c:v>0.69699999999999995</c:v>
                </c:pt>
                <c:pt idx="298">
                  <c:v>0.69799999999999995</c:v>
                </c:pt>
                <c:pt idx="299">
                  <c:v>0.69899999999999995</c:v>
                </c:pt>
                <c:pt idx="300">
                  <c:v>0.7</c:v>
                </c:pt>
                <c:pt idx="301">
                  <c:v>0.70099999999999996</c:v>
                </c:pt>
                <c:pt idx="302">
                  <c:v>0.70199999999999996</c:v>
                </c:pt>
                <c:pt idx="303">
                  <c:v>0.70299999999999996</c:v>
                </c:pt>
                <c:pt idx="304">
                  <c:v>0.70399999999999996</c:v>
                </c:pt>
                <c:pt idx="305">
                  <c:v>0.70499999999999996</c:v>
                </c:pt>
                <c:pt idx="306">
                  <c:v>0.70599999999999996</c:v>
                </c:pt>
                <c:pt idx="307">
                  <c:v>0.70699999999999996</c:v>
                </c:pt>
                <c:pt idx="308">
                  <c:v>0.70799999999999996</c:v>
                </c:pt>
                <c:pt idx="309">
                  <c:v>0.70899999999999996</c:v>
                </c:pt>
                <c:pt idx="310">
                  <c:v>0.71</c:v>
                </c:pt>
                <c:pt idx="311">
                  <c:v>0.71099999999999997</c:v>
                </c:pt>
                <c:pt idx="312">
                  <c:v>0.71199999999999997</c:v>
                </c:pt>
                <c:pt idx="313">
                  <c:v>0.71299999999999997</c:v>
                </c:pt>
                <c:pt idx="314">
                  <c:v>0.71399999999999997</c:v>
                </c:pt>
                <c:pt idx="315">
                  <c:v>0.71499999999999997</c:v>
                </c:pt>
                <c:pt idx="316">
                  <c:v>0.71599999999999997</c:v>
                </c:pt>
                <c:pt idx="317">
                  <c:v>0.71699999999999997</c:v>
                </c:pt>
                <c:pt idx="318">
                  <c:v>0.71799999999999997</c:v>
                </c:pt>
                <c:pt idx="319">
                  <c:v>0.71899999999999997</c:v>
                </c:pt>
                <c:pt idx="320">
                  <c:v>0.72</c:v>
                </c:pt>
                <c:pt idx="321">
                  <c:v>0.72099999999999997</c:v>
                </c:pt>
                <c:pt idx="322">
                  <c:v>0.72199999999999998</c:v>
                </c:pt>
                <c:pt idx="323">
                  <c:v>0.72299999999999998</c:v>
                </c:pt>
                <c:pt idx="324">
                  <c:v>0.72399999999999998</c:v>
                </c:pt>
                <c:pt idx="325">
                  <c:v>0.72499999999999998</c:v>
                </c:pt>
                <c:pt idx="326">
                  <c:v>0.72599999999999998</c:v>
                </c:pt>
                <c:pt idx="327">
                  <c:v>0.72699999999999998</c:v>
                </c:pt>
                <c:pt idx="328">
                  <c:v>0.72799999999999998</c:v>
                </c:pt>
                <c:pt idx="329">
                  <c:v>0.72899999999999998</c:v>
                </c:pt>
                <c:pt idx="330">
                  <c:v>0.73</c:v>
                </c:pt>
                <c:pt idx="331">
                  <c:v>0.73099999999999998</c:v>
                </c:pt>
                <c:pt idx="332">
                  <c:v>0.73199999999999998</c:v>
                </c:pt>
                <c:pt idx="333">
                  <c:v>0.73299999999999998</c:v>
                </c:pt>
                <c:pt idx="334">
                  <c:v>0.73399999999999999</c:v>
                </c:pt>
                <c:pt idx="335">
                  <c:v>0.73499999999999999</c:v>
                </c:pt>
                <c:pt idx="336">
                  <c:v>0.73599999999999999</c:v>
                </c:pt>
                <c:pt idx="337">
                  <c:v>0.73699999999999999</c:v>
                </c:pt>
                <c:pt idx="338">
                  <c:v>0.73799999999999999</c:v>
                </c:pt>
                <c:pt idx="339">
                  <c:v>0.73899999999999999</c:v>
                </c:pt>
                <c:pt idx="340">
                  <c:v>0.74</c:v>
                </c:pt>
                <c:pt idx="341">
                  <c:v>0.74099999999999999</c:v>
                </c:pt>
                <c:pt idx="342">
                  <c:v>0.74199999999999999</c:v>
                </c:pt>
                <c:pt idx="343">
                  <c:v>0.74299999999999999</c:v>
                </c:pt>
                <c:pt idx="344">
                  <c:v>0.74399999999999999</c:v>
                </c:pt>
                <c:pt idx="345">
                  <c:v>0.745</c:v>
                </c:pt>
                <c:pt idx="346">
                  <c:v>0.746</c:v>
                </c:pt>
                <c:pt idx="347">
                  <c:v>0.747</c:v>
                </c:pt>
                <c:pt idx="348">
                  <c:v>0.748</c:v>
                </c:pt>
                <c:pt idx="349">
                  <c:v>0.749</c:v>
                </c:pt>
                <c:pt idx="350">
                  <c:v>0.75</c:v>
                </c:pt>
                <c:pt idx="351">
                  <c:v>0.751</c:v>
                </c:pt>
                <c:pt idx="352">
                  <c:v>0.752</c:v>
                </c:pt>
                <c:pt idx="353">
                  <c:v>0.753</c:v>
                </c:pt>
                <c:pt idx="354">
                  <c:v>0.754</c:v>
                </c:pt>
                <c:pt idx="355">
                  <c:v>0.755</c:v>
                </c:pt>
                <c:pt idx="356">
                  <c:v>0.75600000000000001</c:v>
                </c:pt>
                <c:pt idx="357">
                  <c:v>0.75700000000000001</c:v>
                </c:pt>
                <c:pt idx="358">
                  <c:v>0.75800000000000001</c:v>
                </c:pt>
                <c:pt idx="359">
                  <c:v>0.75900000000000001</c:v>
                </c:pt>
                <c:pt idx="360">
                  <c:v>0.76</c:v>
                </c:pt>
                <c:pt idx="361">
                  <c:v>0.76100000000000001</c:v>
                </c:pt>
                <c:pt idx="362">
                  <c:v>0.76200000000000001</c:v>
                </c:pt>
                <c:pt idx="363">
                  <c:v>0.76300000000000001</c:v>
                </c:pt>
                <c:pt idx="364">
                  <c:v>0.76400000000000001</c:v>
                </c:pt>
                <c:pt idx="365">
                  <c:v>0.76500000000000001</c:v>
                </c:pt>
                <c:pt idx="366">
                  <c:v>0.76600000000000001</c:v>
                </c:pt>
                <c:pt idx="367">
                  <c:v>0.76700000000000002</c:v>
                </c:pt>
                <c:pt idx="368">
                  <c:v>0.76800000000000002</c:v>
                </c:pt>
                <c:pt idx="369">
                  <c:v>0.76900000000000002</c:v>
                </c:pt>
                <c:pt idx="370">
                  <c:v>0.77</c:v>
                </c:pt>
                <c:pt idx="371">
                  <c:v>0.77100000000000002</c:v>
                </c:pt>
                <c:pt idx="372">
                  <c:v>0.77200000000000002</c:v>
                </c:pt>
                <c:pt idx="373">
                  <c:v>0.77300000000000002</c:v>
                </c:pt>
                <c:pt idx="374">
                  <c:v>0.77400000000000002</c:v>
                </c:pt>
                <c:pt idx="375">
                  <c:v>0.77500000000000002</c:v>
                </c:pt>
                <c:pt idx="376">
                  <c:v>0.77600000000000002</c:v>
                </c:pt>
                <c:pt idx="377">
                  <c:v>0.77700000000000002</c:v>
                </c:pt>
                <c:pt idx="378">
                  <c:v>0.77800000000000002</c:v>
                </c:pt>
                <c:pt idx="379">
                  <c:v>0.77900000000000003</c:v>
                </c:pt>
                <c:pt idx="380">
                  <c:v>0.78</c:v>
                </c:pt>
                <c:pt idx="381">
                  <c:v>0.78100000000000003</c:v>
                </c:pt>
                <c:pt idx="382">
                  <c:v>0.78200000000000003</c:v>
                </c:pt>
                <c:pt idx="383">
                  <c:v>0.78300000000000003</c:v>
                </c:pt>
                <c:pt idx="384">
                  <c:v>0.78400000000000003</c:v>
                </c:pt>
                <c:pt idx="385">
                  <c:v>0.78500000000000003</c:v>
                </c:pt>
                <c:pt idx="386">
                  <c:v>0.78600000000000003</c:v>
                </c:pt>
                <c:pt idx="387">
                  <c:v>0.78700000000000003</c:v>
                </c:pt>
                <c:pt idx="388">
                  <c:v>0.78800000000000003</c:v>
                </c:pt>
                <c:pt idx="389">
                  <c:v>0.78900000000000003</c:v>
                </c:pt>
                <c:pt idx="390">
                  <c:v>0.79</c:v>
                </c:pt>
                <c:pt idx="391">
                  <c:v>0.79100000000000004</c:v>
                </c:pt>
                <c:pt idx="392">
                  <c:v>0.79200000000000004</c:v>
                </c:pt>
                <c:pt idx="393">
                  <c:v>0.79300000000000004</c:v>
                </c:pt>
                <c:pt idx="394">
                  <c:v>0.79400000000000004</c:v>
                </c:pt>
                <c:pt idx="395">
                  <c:v>0.79500000000000004</c:v>
                </c:pt>
                <c:pt idx="396">
                  <c:v>0.79600000000000004</c:v>
                </c:pt>
                <c:pt idx="397">
                  <c:v>0.79700000000000004</c:v>
                </c:pt>
                <c:pt idx="398">
                  <c:v>0.79800000000000004</c:v>
                </c:pt>
                <c:pt idx="399">
                  <c:v>0.79900000000000004</c:v>
                </c:pt>
                <c:pt idx="400">
                  <c:v>0.8</c:v>
                </c:pt>
                <c:pt idx="401">
                  <c:v>0.80100000000000005</c:v>
                </c:pt>
                <c:pt idx="402">
                  <c:v>0.80200000000000005</c:v>
                </c:pt>
                <c:pt idx="403">
                  <c:v>0.80300000000000005</c:v>
                </c:pt>
                <c:pt idx="404">
                  <c:v>0.80400000000000005</c:v>
                </c:pt>
                <c:pt idx="405">
                  <c:v>0.80500000000000005</c:v>
                </c:pt>
                <c:pt idx="406">
                  <c:v>0.80600000000000005</c:v>
                </c:pt>
                <c:pt idx="407">
                  <c:v>0.80700000000000005</c:v>
                </c:pt>
                <c:pt idx="408">
                  <c:v>0.80800000000000005</c:v>
                </c:pt>
                <c:pt idx="409">
                  <c:v>0.80900000000000005</c:v>
                </c:pt>
                <c:pt idx="410">
                  <c:v>0.81</c:v>
                </c:pt>
                <c:pt idx="411">
                  <c:v>0.81100000000000005</c:v>
                </c:pt>
                <c:pt idx="412">
                  <c:v>0.81200000000000006</c:v>
                </c:pt>
                <c:pt idx="413">
                  <c:v>0.81299999999999994</c:v>
                </c:pt>
                <c:pt idx="414">
                  <c:v>0.81399999999999995</c:v>
                </c:pt>
                <c:pt idx="415">
                  <c:v>0.81499999999999995</c:v>
                </c:pt>
                <c:pt idx="416">
                  <c:v>0.81599999999999995</c:v>
                </c:pt>
                <c:pt idx="417">
                  <c:v>0.81699999999999995</c:v>
                </c:pt>
                <c:pt idx="418">
                  <c:v>0.81799999999999995</c:v>
                </c:pt>
                <c:pt idx="419">
                  <c:v>0.81899999999999995</c:v>
                </c:pt>
                <c:pt idx="420">
                  <c:v>0.82</c:v>
                </c:pt>
                <c:pt idx="421">
                  <c:v>0.82099999999999995</c:v>
                </c:pt>
                <c:pt idx="422">
                  <c:v>0.82199999999999995</c:v>
                </c:pt>
                <c:pt idx="423">
                  <c:v>0.82299999999999995</c:v>
                </c:pt>
                <c:pt idx="424">
                  <c:v>0.82399999999999995</c:v>
                </c:pt>
                <c:pt idx="425">
                  <c:v>0.82499999999999996</c:v>
                </c:pt>
                <c:pt idx="426">
                  <c:v>0.82599999999999996</c:v>
                </c:pt>
                <c:pt idx="427">
                  <c:v>0.82699999999999996</c:v>
                </c:pt>
                <c:pt idx="428">
                  <c:v>0.82799999999999996</c:v>
                </c:pt>
                <c:pt idx="429">
                  <c:v>0.82899999999999996</c:v>
                </c:pt>
                <c:pt idx="430">
                  <c:v>0.83</c:v>
                </c:pt>
                <c:pt idx="431">
                  <c:v>0.83099999999999996</c:v>
                </c:pt>
                <c:pt idx="432">
                  <c:v>0.83199999999999996</c:v>
                </c:pt>
                <c:pt idx="433">
                  <c:v>0.83299999999999996</c:v>
                </c:pt>
                <c:pt idx="434">
                  <c:v>0.83399999999999996</c:v>
                </c:pt>
                <c:pt idx="435">
                  <c:v>0.83499999999999996</c:v>
                </c:pt>
                <c:pt idx="436">
                  <c:v>0.83599999999999997</c:v>
                </c:pt>
                <c:pt idx="437">
                  <c:v>0.83699999999999997</c:v>
                </c:pt>
                <c:pt idx="438">
                  <c:v>0.83799999999999997</c:v>
                </c:pt>
                <c:pt idx="439">
                  <c:v>0.83899999999999997</c:v>
                </c:pt>
                <c:pt idx="440">
                  <c:v>0.84</c:v>
                </c:pt>
                <c:pt idx="441">
                  <c:v>0.84099999999999997</c:v>
                </c:pt>
                <c:pt idx="442">
                  <c:v>0.84199999999999997</c:v>
                </c:pt>
                <c:pt idx="443">
                  <c:v>0.84299999999999997</c:v>
                </c:pt>
                <c:pt idx="444">
                  <c:v>0.84399999999999997</c:v>
                </c:pt>
                <c:pt idx="445">
                  <c:v>0.84499999999999997</c:v>
                </c:pt>
                <c:pt idx="446">
                  <c:v>0.84599999999999997</c:v>
                </c:pt>
                <c:pt idx="447">
                  <c:v>0.84699999999999998</c:v>
                </c:pt>
                <c:pt idx="448">
                  <c:v>0.84799999999999998</c:v>
                </c:pt>
                <c:pt idx="449">
                  <c:v>0.84899999999999998</c:v>
                </c:pt>
                <c:pt idx="450">
                  <c:v>0.85</c:v>
                </c:pt>
                <c:pt idx="451">
                  <c:v>0.85099999999999998</c:v>
                </c:pt>
                <c:pt idx="452">
                  <c:v>0.85199999999999998</c:v>
                </c:pt>
                <c:pt idx="453">
                  <c:v>0.85299999999999998</c:v>
                </c:pt>
                <c:pt idx="454">
                  <c:v>0.85399999999999998</c:v>
                </c:pt>
                <c:pt idx="455">
                  <c:v>0.85499999999999998</c:v>
                </c:pt>
                <c:pt idx="456">
                  <c:v>0.85599999999999998</c:v>
                </c:pt>
                <c:pt idx="457">
                  <c:v>0.85699999999999998</c:v>
                </c:pt>
                <c:pt idx="458">
                  <c:v>0.85799999999999998</c:v>
                </c:pt>
                <c:pt idx="459">
                  <c:v>0.85899999999999999</c:v>
                </c:pt>
                <c:pt idx="460">
                  <c:v>0.86</c:v>
                </c:pt>
                <c:pt idx="461">
                  <c:v>0.86099999999999999</c:v>
                </c:pt>
                <c:pt idx="462">
                  <c:v>0.86199999999999999</c:v>
                </c:pt>
                <c:pt idx="463">
                  <c:v>0.86299999999999999</c:v>
                </c:pt>
                <c:pt idx="464">
                  <c:v>0.86399999999999999</c:v>
                </c:pt>
                <c:pt idx="465">
                  <c:v>0.86499999999999999</c:v>
                </c:pt>
                <c:pt idx="466">
                  <c:v>0.86599999999999999</c:v>
                </c:pt>
                <c:pt idx="467">
                  <c:v>0.86699999999999999</c:v>
                </c:pt>
                <c:pt idx="468">
                  <c:v>0.86799999999999999</c:v>
                </c:pt>
                <c:pt idx="469">
                  <c:v>0.86899999999999999</c:v>
                </c:pt>
                <c:pt idx="470">
                  <c:v>0.87</c:v>
                </c:pt>
                <c:pt idx="471">
                  <c:v>0.871</c:v>
                </c:pt>
                <c:pt idx="472">
                  <c:v>0.872</c:v>
                </c:pt>
                <c:pt idx="473">
                  <c:v>0.873</c:v>
                </c:pt>
                <c:pt idx="474">
                  <c:v>0.874</c:v>
                </c:pt>
                <c:pt idx="475">
                  <c:v>0.875</c:v>
                </c:pt>
                <c:pt idx="476">
                  <c:v>0.876</c:v>
                </c:pt>
                <c:pt idx="477">
                  <c:v>0.877</c:v>
                </c:pt>
                <c:pt idx="478">
                  <c:v>0.878</c:v>
                </c:pt>
                <c:pt idx="479">
                  <c:v>0.879</c:v>
                </c:pt>
                <c:pt idx="480">
                  <c:v>0.88</c:v>
                </c:pt>
                <c:pt idx="481">
                  <c:v>0.88100000000000001</c:v>
                </c:pt>
                <c:pt idx="482">
                  <c:v>0.88200000000000001</c:v>
                </c:pt>
                <c:pt idx="483">
                  <c:v>0.88300000000000001</c:v>
                </c:pt>
                <c:pt idx="484">
                  <c:v>0.88400000000000001</c:v>
                </c:pt>
                <c:pt idx="485">
                  <c:v>0.88500000000000001</c:v>
                </c:pt>
                <c:pt idx="486">
                  <c:v>0.88600000000000001</c:v>
                </c:pt>
                <c:pt idx="487">
                  <c:v>0.88700000000000001</c:v>
                </c:pt>
                <c:pt idx="488">
                  <c:v>0.88800000000000001</c:v>
                </c:pt>
                <c:pt idx="489">
                  <c:v>0.88900000000000001</c:v>
                </c:pt>
                <c:pt idx="490">
                  <c:v>0.89</c:v>
                </c:pt>
                <c:pt idx="491">
                  <c:v>0.89100000000000001</c:v>
                </c:pt>
                <c:pt idx="492">
                  <c:v>0.89200000000000002</c:v>
                </c:pt>
                <c:pt idx="493">
                  <c:v>0.89300000000000002</c:v>
                </c:pt>
                <c:pt idx="494">
                  <c:v>0.89400000000000002</c:v>
                </c:pt>
                <c:pt idx="495">
                  <c:v>0.89500000000000002</c:v>
                </c:pt>
                <c:pt idx="496">
                  <c:v>0.89600000000000002</c:v>
                </c:pt>
                <c:pt idx="497">
                  <c:v>0.89700000000000002</c:v>
                </c:pt>
                <c:pt idx="498">
                  <c:v>0.89800000000000002</c:v>
                </c:pt>
                <c:pt idx="499">
                  <c:v>0.89900000000000002</c:v>
                </c:pt>
                <c:pt idx="500">
                  <c:v>0.9</c:v>
                </c:pt>
                <c:pt idx="501">
                  <c:v>0.90100000000000002</c:v>
                </c:pt>
                <c:pt idx="502">
                  <c:v>0.90200000000000002</c:v>
                </c:pt>
                <c:pt idx="503">
                  <c:v>0.90300000000000002</c:v>
                </c:pt>
                <c:pt idx="504">
                  <c:v>0.90400000000000003</c:v>
                </c:pt>
                <c:pt idx="505">
                  <c:v>0.90500000000000003</c:v>
                </c:pt>
                <c:pt idx="506">
                  <c:v>0.90600000000000003</c:v>
                </c:pt>
                <c:pt idx="507">
                  <c:v>0.90700000000000003</c:v>
                </c:pt>
                <c:pt idx="508">
                  <c:v>0.90800000000000003</c:v>
                </c:pt>
                <c:pt idx="509">
                  <c:v>0.90900000000000003</c:v>
                </c:pt>
                <c:pt idx="510">
                  <c:v>0.91</c:v>
                </c:pt>
                <c:pt idx="511">
                  <c:v>0.91100000000000003</c:v>
                </c:pt>
                <c:pt idx="512">
                  <c:v>0.91200000000000003</c:v>
                </c:pt>
                <c:pt idx="513">
                  <c:v>0.91300000000000003</c:v>
                </c:pt>
                <c:pt idx="514">
                  <c:v>0.91400000000000003</c:v>
                </c:pt>
                <c:pt idx="515">
                  <c:v>0.91500000000000004</c:v>
                </c:pt>
                <c:pt idx="516">
                  <c:v>0.91600000000000004</c:v>
                </c:pt>
                <c:pt idx="517">
                  <c:v>0.91700000000000004</c:v>
                </c:pt>
                <c:pt idx="518">
                  <c:v>0.91800000000000004</c:v>
                </c:pt>
                <c:pt idx="519">
                  <c:v>0.91900000000000004</c:v>
                </c:pt>
                <c:pt idx="520">
                  <c:v>0.92</c:v>
                </c:pt>
                <c:pt idx="521">
                  <c:v>0.92100000000000004</c:v>
                </c:pt>
                <c:pt idx="522">
                  <c:v>0.92200000000000004</c:v>
                </c:pt>
                <c:pt idx="523">
                  <c:v>0.92300000000000004</c:v>
                </c:pt>
                <c:pt idx="524">
                  <c:v>0.92400000000000004</c:v>
                </c:pt>
                <c:pt idx="525">
                  <c:v>0.92500000000000004</c:v>
                </c:pt>
                <c:pt idx="526">
                  <c:v>0.92600000000000005</c:v>
                </c:pt>
                <c:pt idx="527">
                  <c:v>0.92700000000000005</c:v>
                </c:pt>
                <c:pt idx="528">
                  <c:v>0.92800000000000005</c:v>
                </c:pt>
                <c:pt idx="529">
                  <c:v>0.92900000000000005</c:v>
                </c:pt>
                <c:pt idx="530">
                  <c:v>0.93</c:v>
                </c:pt>
                <c:pt idx="531">
                  <c:v>0.93100000000000005</c:v>
                </c:pt>
                <c:pt idx="532">
                  <c:v>0.93200000000000005</c:v>
                </c:pt>
                <c:pt idx="533">
                  <c:v>0.93300000000000005</c:v>
                </c:pt>
                <c:pt idx="534">
                  <c:v>0.93400000000000005</c:v>
                </c:pt>
                <c:pt idx="535">
                  <c:v>0.93500000000000005</c:v>
                </c:pt>
                <c:pt idx="536">
                  <c:v>0.93600000000000005</c:v>
                </c:pt>
                <c:pt idx="537">
                  <c:v>0.93700000000000006</c:v>
                </c:pt>
                <c:pt idx="538">
                  <c:v>0.93799999999999994</c:v>
                </c:pt>
                <c:pt idx="539">
                  <c:v>0.93899999999999995</c:v>
                </c:pt>
                <c:pt idx="540">
                  <c:v>0.94</c:v>
                </c:pt>
                <c:pt idx="541">
                  <c:v>0.94099999999999995</c:v>
                </c:pt>
                <c:pt idx="542">
                  <c:v>0.94199999999999995</c:v>
                </c:pt>
                <c:pt idx="543">
                  <c:v>0.94299999999999995</c:v>
                </c:pt>
                <c:pt idx="544">
                  <c:v>0.94399999999999995</c:v>
                </c:pt>
                <c:pt idx="545">
                  <c:v>0.94499999999999995</c:v>
                </c:pt>
                <c:pt idx="546">
                  <c:v>0.94599999999999995</c:v>
                </c:pt>
                <c:pt idx="547">
                  <c:v>0.94699999999999995</c:v>
                </c:pt>
                <c:pt idx="548">
                  <c:v>0.94799999999999995</c:v>
                </c:pt>
                <c:pt idx="549">
                  <c:v>0.94899999999999995</c:v>
                </c:pt>
                <c:pt idx="550">
                  <c:v>0.95</c:v>
                </c:pt>
                <c:pt idx="551">
                  <c:v>0.95099999999999996</c:v>
                </c:pt>
                <c:pt idx="552">
                  <c:v>0.95199999999999996</c:v>
                </c:pt>
                <c:pt idx="553">
                  <c:v>0.95299999999999996</c:v>
                </c:pt>
                <c:pt idx="554">
                  <c:v>0.95399999999999996</c:v>
                </c:pt>
                <c:pt idx="555">
                  <c:v>0.95499999999999996</c:v>
                </c:pt>
                <c:pt idx="556">
                  <c:v>0.95599999999999996</c:v>
                </c:pt>
                <c:pt idx="557">
                  <c:v>0.95699999999999996</c:v>
                </c:pt>
                <c:pt idx="558">
                  <c:v>0.95799999999999996</c:v>
                </c:pt>
                <c:pt idx="559">
                  <c:v>0.95899999999999996</c:v>
                </c:pt>
                <c:pt idx="560">
                  <c:v>0.96</c:v>
                </c:pt>
                <c:pt idx="561">
                  <c:v>0.96099999999999997</c:v>
                </c:pt>
                <c:pt idx="562">
                  <c:v>0.96199999999999997</c:v>
                </c:pt>
                <c:pt idx="563">
                  <c:v>0.96299999999999997</c:v>
                </c:pt>
                <c:pt idx="564">
                  <c:v>0.96399999999999997</c:v>
                </c:pt>
                <c:pt idx="565">
                  <c:v>0.96499999999999997</c:v>
                </c:pt>
                <c:pt idx="566">
                  <c:v>0.96599999999999997</c:v>
                </c:pt>
                <c:pt idx="567">
                  <c:v>0.96699999999999997</c:v>
                </c:pt>
                <c:pt idx="568">
                  <c:v>0.96799999999999997</c:v>
                </c:pt>
                <c:pt idx="569">
                  <c:v>0.96899999999999997</c:v>
                </c:pt>
                <c:pt idx="570">
                  <c:v>0.97</c:v>
                </c:pt>
                <c:pt idx="571">
                  <c:v>0.97099999999999997</c:v>
                </c:pt>
                <c:pt idx="572">
                  <c:v>0.97199999999999998</c:v>
                </c:pt>
                <c:pt idx="573">
                  <c:v>0.97299999999999998</c:v>
                </c:pt>
                <c:pt idx="574">
                  <c:v>0.97399999999999998</c:v>
                </c:pt>
                <c:pt idx="575">
                  <c:v>0.97499999999999998</c:v>
                </c:pt>
                <c:pt idx="576">
                  <c:v>0.97599999999999998</c:v>
                </c:pt>
                <c:pt idx="577">
                  <c:v>0.97699999999999998</c:v>
                </c:pt>
                <c:pt idx="578">
                  <c:v>0.97799999999999998</c:v>
                </c:pt>
                <c:pt idx="579">
                  <c:v>0.97899999999999998</c:v>
                </c:pt>
                <c:pt idx="580">
                  <c:v>0.98</c:v>
                </c:pt>
                <c:pt idx="581">
                  <c:v>0.98099999999999998</c:v>
                </c:pt>
                <c:pt idx="582">
                  <c:v>0.98199999999999998</c:v>
                </c:pt>
                <c:pt idx="583">
                  <c:v>0.98299999999999998</c:v>
                </c:pt>
                <c:pt idx="584">
                  <c:v>0.98399999999999999</c:v>
                </c:pt>
                <c:pt idx="585">
                  <c:v>0.98499999999999999</c:v>
                </c:pt>
                <c:pt idx="586">
                  <c:v>0.98599999999999999</c:v>
                </c:pt>
                <c:pt idx="587">
                  <c:v>0.98699999999999999</c:v>
                </c:pt>
                <c:pt idx="588">
                  <c:v>0.98799999999999999</c:v>
                </c:pt>
                <c:pt idx="589">
                  <c:v>0.98899999999999999</c:v>
                </c:pt>
                <c:pt idx="590">
                  <c:v>0.99</c:v>
                </c:pt>
                <c:pt idx="591">
                  <c:v>0.99099999999999999</c:v>
                </c:pt>
                <c:pt idx="592">
                  <c:v>0.99199999999999999</c:v>
                </c:pt>
                <c:pt idx="593">
                  <c:v>0.99299999999999999</c:v>
                </c:pt>
                <c:pt idx="594">
                  <c:v>0.99399999999999999</c:v>
                </c:pt>
                <c:pt idx="595">
                  <c:v>0.995</c:v>
                </c:pt>
                <c:pt idx="596">
                  <c:v>0.996</c:v>
                </c:pt>
                <c:pt idx="597">
                  <c:v>0.997</c:v>
                </c:pt>
                <c:pt idx="598">
                  <c:v>0.998</c:v>
                </c:pt>
                <c:pt idx="599">
                  <c:v>0.999</c:v>
                </c:pt>
                <c:pt idx="600">
                  <c:v>1</c:v>
                </c:pt>
                <c:pt idx="601">
                  <c:v>1.0009999999999999</c:v>
                </c:pt>
                <c:pt idx="602">
                  <c:v>1.002</c:v>
                </c:pt>
                <c:pt idx="603">
                  <c:v>1.0029999999999999</c:v>
                </c:pt>
                <c:pt idx="604">
                  <c:v>1.004</c:v>
                </c:pt>
                <c:pt idx="605">
                  <c:v>1.0049999999999999</c:v>
                </c:pt>
                <c:pt idx="606">
                  <c:v>1.006</c:v>
                </c:pt>
                <c:pt idx="607">
                  <c:v>1.0069999999999999</c:v>
                </c:pt>
                <c:pt idx="608">
                  <c:v>1.008</c:v>
                </c:pt>
                <c:pt idx="609">
                  <c:v>1.0089999999999999</c:v>
                </c:pt>
                <c:pt idx="610">
                  <c:v>1.01</c:v>
                </c:pt>
                <c:pt idx="611">
                  <c:v>1.0109999999999999</c:v>
                </c:pt>
                <c:pt idx="612">
                  <c:v>1.012</c:v>
                </c:pt>
                <c:pt idx="613">
                  <c:v>1.0129999999999999</c:v>
                </c:pt>
                <c:pt idx="614">
                  <c:v>1.014</c:v>
                </c:pt>
                <c:pt idx="615">
                  <c:v>1.0149999999999999</c:v>
                </c:pt>
                <c:pt idx="616">
                  <c:v>1.016</c:v>
                </c:pt>
                <c:pt idx="617">
                  <c:v>1.0169999999999999</c:v>
                </c:pt>
                <c:pt idx="618">
                  <c:v>1.018</c:v>
                </c:pt>
                <c:pt idx="619">
                  <c:v>1.0189999999999999</c:v>
                </c:pt>
                <c:pt idx="620">
                  <c:v>1.02</c:v>
                </c:pt>
                <c:pt idx="621">
                  <c:v>1.0209999999999999</c:v>
                </c:pt>
                <c:pt idx="622">
                  <c:v>1.022</c:v>
                </c:pt>
                <c:pt idx="623">
                  <c:v>1.0229999999999999</c:v>
                </c:pt>
                <c:pt idx="624">
                  <c:v>1.024</c:v>
                </c:pt>
                <c:pt idx="625">
                  <c:v>1.0249999999999999</c:v>
                </c:pt>
                <c:pt idx="626">
                  <c:v>1.026</c:v>
                </c:pt>
                <c:pt idx="627">
                  <c:v>1.0269999999999999</c:v>
                </c:pt>
                <c:pt idx="628">
                  <c:v>1.028</c:v>
                </c:pt>
                <c:pt idx="629">
                  <c:v>1.0289999999999999</c:v>
                </c:pt>
                <c:pt idx="630">
                  <c:v>1.03</c:v>
                </c:pt>
                <c:pt idx="631">
                  <c:v>1.0309999999999999</c:v>
                </c:pt>
                <c:pt idx="632">
                  <c:v>1.032</c:v>
                </c:pt>
                <c:pt idx="633">
                  <c:v>1.0329999999999999</c:v>
                </c:pt>
                <c:pt idx="634">
                  <c:v>1.034</c:v>
                </c:pt>
                <c:pt idx="635">
                  <c:v>1.0349999999999999</c:v>
                </c:pt>
                <c:pt idx="636">
                  <c:v>1.036</c:v>
                </c:pt>
                <c:pt idx="637">
                  <c:v>1.0369999999999999</c:v>
                </c:pt>
                <c:pt idx="638">
                  <c:v>1.038</c:v>
                </c:pt>
                <c:pt idx="639">
                  <c:v>1.0389999999999999</c:v>
                </c:pt>
                <c:pt idx="640">
                  <c:v>1.04</c:v>
                </c:pt>
                <c:pt idx="641">
                  <c:v>1.0409999999999999</c:v>
                </c:pt>
                <c:pt idx="642">
                  <c:v>1.042</c:v>
                </c:pt>
                <c:pt idx="643">
                  <c:v>1.0429999999999999</c:v>
                </c:pt>
                <c:pt idx="644">
                  <c:v>1.044</c:v>
                </c:pt>
                <c:pt idx="645">
                  <c:v>1.0449999999999999</c:v>
                </c:pt>
                <c:pt idx="646">
                  <c:v>1.046</c:v>
                </c:pt>
                <c:pt idx="647">
                  <c:v>1.0469999999999999</c:v>
                </c:pt>
                <c:pt idx="648">
                  <c:v>1.048</c:v>
                </c:pt>
                <c:pt idx="649">
                  <c:v>1.0489999999999999</c:v>
                </c:pt>
                <c:pt idx="650">
                  <c:v>1.05</c:v>
                </c:pt>
                <c:pt idx="651">
                  <c:v>1.0509999999999999</c:v>
                </c:pt>
                <c:pt idx="652">
                  <c:v>1.052</c:v>
                </c:pt>
                <c:pt idx="653">
                  <c:v>1.0529999999999999</c:v>
                </c:pt>
                <c:pt idx="654">
                  <c:v>1.054</c:v>
                </c:pt>
                <c:pt idx="655">
                  <c:v>1.0549999999999999</c:v>
                </c:pt>
                <c:pt idx="656">
                  <c:v>1.056</c:v>
                </c:pt>
                <c:pt idx="657">
                  <c:v>1.0569999999999999</c:v>
                </c:pt>
                <c:pt idx="658">
                  <c:v>1.0580000000000001</c:v>
                </c:pt>
                <c:pt idx="659">
                  <c:v>1.0589999999999999</c:v>
                </c:pt>
                <c:pt idx="660">
                  <c:v>1.06</c:v>
                </c:pt>
                <c:pt idx="661">
                  <c:v>1.0609999999999999</c:v>
                </c:pt>
                <c:pt idx="662">
                  <c:v>1.0620000000000001</c:v>
                </c:pt>
                <c:pt idx="663">
                  <c:v>1.0629999999999999</c:v>
                </c:pt>
                <c:pt idx="664">
                  <c:v>1.0640000000000001</c:v>
                </c:pt>
                <c:pt idx="665">
                  <c:v>1.0649999999999999</c:v>
                </c:pt>
                <c:pt idx="666">
                  <c:v>1.0660000000000001</c:v>
                </c:pt>
                <c:pt idx="667">
                  <c:v>1.0669999999999999</c:v>
                </c:pt>
                <c:pt idx="668">
                  <c:v>1.0680000000000001</c:v>
                </c:pt>
                <c:pt idx="669">
                  <c:v>1.069</c:v>
                </c:pt>
                <c:pt idx="670">
                  <c:v>1.07</c:v>
                </c:pt>
                <c:pt idx="671">
                  <c:v>1.071</c:v>
                </c:pt>
                <c:pt idx="672">
                  <c:v>1.0720000000000001</c:v>
                </c:pt>
                <c:pt idx="673">
                  <c:v>1.073</c:v>
                </c:pt>
                <c:pt idx="674">
                  <c:v>1.0740000000000001</c:v>
                </c:pt>
                <c:pt idx="675">
                  <c:v>1.075</c:v>
                </c:pt>
                <c:pt idx="676">
                  <c:v>1.0760000000000001</c:v>
                </c:pt>
                <c:pt idx="677">
                  <c:v>1.077</c:v>
                </c:pt>
                <c:pt idx="678">
                  <c:v>1.0780000000000001</c:v>
                </c:pt>
                <c:pt idx="679">
                  <c:v>1.079</c:v>
                </c:pt>
                <c:pt idx="680">
                  <c:v>1.08</c:v>
                </c:pt>
                <c:pt idx="681">
                  <c:v>1.081</c:v>
                </c:pt>
                <c:pt idx="682">
                  <c:v>1.0820000000000001</c:v>
                </c:pt>
                <c:pt idx="683">
                  <c:v>1.083</c:v>
                </c:pt>
                <c:pt idx="684">
                  <c:v>1.0840000000000001</c:v>
                </c:pt>
                <c:pt idx="685">
                  <c:v>1.085</c:v>
                </c:pt>
                <c:pt idx="686">
                  <c:v>1.0860000000000001</c:v>
                </c:pt>
                <c:pt idx="687">
                  <c:v>1.087</c:v>
                </c:pt>
                <c:pt idx="688">
                  <c:v>1.0880000000000001</c:v>
                </c:pt>
                <c:pt idx="689">
                  <c:v>1.089</c:v>
                </c:pt>
                <c:pt idx="690">
                  <c:v>1.0900000000000001</c:v>
                </c:pt>
                <c:pt idx="691">
                  <c:v>1.091</c:v>
                </c:pt>
                <c:pt idx="692">
                  <c:v>1.0920000000000001</c:v>
                </c:pt>
                <c:pt idx="693">
                  <c:v>1.093</c:v>
                </c:pt>
                <c:pt idx="694">
                  <c:v>1.0940000000000001</c:v>
                </c:pt>
                <c:pt idx="695">
                  <c:v>1.095</c:v>
                </c:pt>
                <c:pt idx="696">
                  <c:v>1.0960000000000001</c:v>
                </c:pt>
                <c:pt idx="697">
                  <c:v>1.097</c:v>
                </c:pt>
                <c:pt idx="698">
                  <c:v>1.0980000000000001</c:v>
                </c:pt>
                <c:pt idx="699">
                  <c:v>1.099</c:v>
                </c:pt>
                <c:pt idx="700">
                  <c:v>1.1000000000000001</c:v>
                </c:pt>
                <c:pt idx="701">
                  <c:v>1.101</c:v>
                </c:pt>
                <c:pt idx="702">
                  <c:v>1.1020000000000001</c:v>
                </c:pt>
                <c:pt idx="703">
                  <c:v>1.103</c:v>
                </c:pt>
                <c:pt idx="704">
                  <c:v>1.1040000000000001</c:v>
                </c:pt>
                <c:pt idx="705">
                  <c:v>1.105</c:v>
                </c:pt>
                <c:pt idx="706">
                  <c:v>1.1060000000000001</c:v>
                </c:pt>
                <c:pt idx="707">
                  <c:v>1.107</c:v>
                </c:pt>
                <c:pt idx="708">
                  <c:v>1.1080000000000001</c:v>
                </c:pt>
                <c:pt idx="709">
                  <c:v>1.109</c:v>
                </c:pt>
                <c:pt idx="710">
                  <c:v>1.1100000000000001</c:v>
                </c:pt>
                <c:pt idx="711">
                  <c:v>1.111</c:v>
                </c:pt>
                <c:pt idx="712">
                  <c:v>1.1120000000000001</c:v>
                </c:pt>
                <c:pt idx="713">
                  <c:v>1.113</c:v>
                </c:pt>
                <c:pt idx="714">
                  <c:v>1.1140000000000001</c:v>
                </c:pt>
                <c:pt idx="715">
                  <c:v>1.115</c:v>
                </c:pt>
                <c:pt idx="716">
                  <c:v>1.1160000000000001</c:v>
                </c:pt>
                <c:pt idx="717">
                  <c:v>1.117</c:v>
                </c:pt>
                <c:pt idx="718">
                  <c:v>1.1180000000000001</c:v>
                </c:pt>
                <c:pt idx="719">
                  <c:v>1.119</c:v>
                </c:pt>
                <c:pt idx="720">
                  <c:v>1.1200000000000001</c:v>
                </c:pt>
                <c:pt idx="721">
                  <c:v>1.121</c:v>
                </c:pt>
                <c:pt idx="722">
                  <c:v>1.1220000000000001</c:v>
                </c:pt>
                <c:pt idx="723">
                  <c:v>1.123</c:v>
                </c:pt>
                <c:pt idx="724">
                  <c:v>1.1240000000000001</c:v>
                </c:pt>
                <c:pt idx="725">
                  <c:v>1.125</c:v>
                </c:pt>
                <c:pt idx="726">
                  <c:v>1.1259999999999999</c:v>
                </c:pt>
                <c:pt idx="727">
                  <c:v>1.127</c:v>
                </c:pt>
                <c:pt idx="728">
                  <c:v>1.1279999999999999</c:v>
                </c:pt>
                <c:pt idx="729">
                  <c:v>1.129</c:v>
                </c:pt>
                <c:pt idx="730">
                  <c:v>1.1299999999999999</c:v>
                </c:pt>
                <c:pt idx="731">
                  <c:v>1.131</c:v>
                </c:pt>
                <c:pt idx="732">
                  <c:v>1.1319999999999999</c:v>
                </c:pt>
                <c:pt idx="733">
                  <c:v>1.133</c:v>
                </c:pt>
                <c:pt idx="734">
                  <c:v>1.1339999999999999</c:v>
                </c:pt>
                <c:pt idx="735">
                  <c:v>1.135</c:v>
                </c:pt>
                <c:pt idx="736">
                  <c:v>1.1359999999999999</c:v>
                </c:pt>
                <c:pt idx="737">
                  <c:v>1.137</c:v>
                </c:pt>
                <c:pt idx="738">
                  <c:v>1.1379999999999999</c:v>
                </c:pt>
                <c:pt idx="739">
                  <c:v>1.139</c:v>
                </c:pt>
                <c:pt idx="740">
                  <c:v>1.1399999999999999</c:v>
                </c:pt>
                <c:pt idx="741">
                  <c:v>1.141</c:v>
                </c:pt>
                <c:pt idx="742">
                  <c:v>1.1419999999999999</c:v>
                </c:pt>
                <c:pt idx="743">
                  <c:v>1.143</c:v>
                </c:pt>
                <c:pt idx="744">
                  <c:v>1.1439999999999999</c:v>
                </c:pt>
                <c:pt idx="745">
                  <c:v>1.145</c:v>
                </c:pt>
                <c:pt idx="746">
                  <c:v>1.1459999999999999</c:v>
                </c:pt>
                <c:pt idx="747">
                  <c:v>1.147</c:v>
                </c:pt>
                <c:pt idx="748">
                  <c:v>1.1479999999999999</c:v>
                </c:pt>
                <c:pt idx="749">
                  <c:v>1.149</c:v>
                </c:pt>
                <c:pt idx="750">
                  <c:v>1.1499999999999999</c:v>
                </c:pt>
                <c:pt idx="751">
                  <c:v>1.151</c:v>
                </c:pt>
                <c:pt idx="752">
                  <c:v>1.1519999999999999</c:v>
                </c:pt>
                <c:pt idx="753">
                  <c:v>1.153</c:v>
                </c:pt>
                <c:pt idx="754">
                  <c:v>1.1539999999999999</c:v>
                </c:pt>
                <c:pt idx="755">
                  <c:v>1.155</c:v>
                </c:pt>
                <c:pt idx="756">
                  <c:v>1.1559999999999999</c:v>
                </c:pt>
                <c:pt idx="757">
                  <c:v>1.157</c:v>
                </c:pt>
                <c:pt idx="758">
                  <c:v>1.1579999999999999</c:v>
                </c:pt>
                <c:pt idx="759">
                  <c:v>1.159</c:v>
                </c:pt>
                <c:pt idx="760">
                  <c:v>1.1599999999999999</c:v>
                </c:pt>
                <c:pt idx="761">
                  <c:v>1.161</c:v>
                </c:pt>
                <c:pt idx="762">
                  <c:v>1.1619999999999999</c:v>
                </c:pt>
                <c:pt idx="763">
                  <c:v>1.163</c:v>
                </c:pt>
                <c:pt idx="764">
                  <c:v>1.1639999999999999</c:v>
                </c:pt>
                <c:pt idx="765">
                  <c:v>1.165</c:v>
                </c:pt>
                <c:pt idx="766">
                  <c:v>1.1659999999999999</c:v>
                </c:pt>
                <c:pt idx="767">
                  <c:v>1.167</c:v>
                </c:pt>
                <c:pt idx="768">
                  <c:v>1.1679999999999999</c:v>
                </c:pt>
                <c:pt idx="769">
                  <c:v>1.169</c:v>
                </c:pt>
                <c:pt idx="770">
                  <c:v>1.17</c:v>
                </c:pt>
                <c:pt idx="771">
                  <c:v>1.171</c:v>
                </c:pt>
                <c:pt idx="772">
                  <c:v>1.1719999999999999</c:v>
                </c:pt>
                <c:pt idx="773">
                  <c:v>1.173</c:v>
                </c:pt>
                <c:pt idx="774">
                  <c:v>1.1739999999999999</c:v>
                </c:pt>
                <c:pt idx="775">
                  <c:v>1.175</c:v>
                </c:pt>
                <c:pt idx="776">
                  <c:v>1.1759999999999999</c:v>
                </c:pt>
                <c:pt idx="777">
                  <c:v>1.177</c:v>
                </c:pt>
                <c:pt idx="778">
                  <c:v>1.1779999999999999</c:v>
                </c:pt>
                <c:pt idx="779">
                  <c:v>1.179</c:v>
                </c:pt>
                <c:pt idx="780">
                  <c:v>1.18</c:v>
                </c:pt>
                <c:pt idx="781">
                  <c:v>1.181</c:v>
                </c:pt>
                <c:pt idx="782">
                  <c:v>1.1819999999999999</c:v>
                </c:pt>
                <c:pt idx="783">
                  <c:v>1.1830000000000001</c:v>
                </c:pt>
                <c:pt idx="784">
                  <c:v>1.1839999999999999</c:v>
                </c:pt>
                <c:pt idx="785">
                  <c:v>1.1850000000000001</c:v>
                </c:pt>
                <c:pt idx="786">
                  <c:v>1.1859999999999999</c:v>
                </c:pt>
                <c:pt idx="787">
                  <c:v>1.1870000000000001</c:v>
                </c:pt>
                <c:pt idx="788">
                  <c:v>1.1879999999999999</c:v>
                </c:pt>
                <c:pt idx="789">
                  <c:v>1.1890000000000001</c:v>
                </c:pt>
                <c:pt idx="790">
                  <c:v>1.19</c:v>
                </c:pt>
                <c:pt idx="791">
                  <c:v>1.1910000000000001</c:v>
                </c:pt>
                <c:pt idx="792">
                  <c:v>1.1919999999999999</c:v>
                </c:pt>
                <c:pt idx="793">
                  <c:v>1.1930000000000001</c:v>
                </c:pt>
                <c:pt idx="794">
                  <c:v>1.194</c:v>
                </c:pt>
                <c:pt idx="795">
                  <c:v>1.1950000000000001</c:v>
                </c:pt>
                <c:pt idx="796">
                  <c:v>1.196</c:v>
                </c:pt>
                <c:pt idx="797">
                  <c:v>1.1970000000000001</c:v>
                </c:pt>
                <c:pt idx="798">
                  <c:v>1.198</c:v>
                </c:pt>
                <c:pt idx="799">
                  <c:v>1.1990000000000001</c:v>
                </c:pt>
                <c:pt idx="800">
                  <c:v>1.2</c:v>
                </c:pt>
              </c:numCache>
            </c:numRef>
          </c:xVal>
          <c:yVal>
            <c:numRef>
              <c:f>'Chart Data'!$B$2:$B$802</c:f>
              <c:numCache>
                <c:formatCode>0</c:formatCode>
                <c:ptCount val="801"/>
                <c:pt idx="0">
                  <c:v>-1.2863440656</c:v>
                </c:pt>
                <c:pt idx="1">
                  <c:v>-0.78122519483999997</c:v>
                </c:pt>
                <c:pt idx="2">
                  <c:v>-0.32231654196300003</c:v>
                </c:pt>
                <c:pt idx="3">
                  <c:v>9.3687830766900002E-2</c:v>
                </c:pt>
                <c:pt idx="4">
                  <c:v>0.469881310306</c:v>
                </c:pt>
                <c:pt idx="5">
                  <c:v>0.80915760187999997</c:v>
                </c:pt>
                <c:pt idx="6">
                  <c:v>1.1455050574700001</c:v>
                </c:pt>
                <c:pt idx="7">
                  <c:v>1.4471201578899999</c:v>
                </c:pt>
                <c:pt idx="8">
                  <c:v>1.7165907114000001</c:v>
                </c:pt>
                <c:pt idx="9">
                  <c:v>1.95633472176</c:v>
                </c:pt>
                <c:pt idx="10">
                  <c:v>2.1686107958999998</c:v>
                </c:pt>
                <c:pt idx="11">
                  <c:v>2.35552794025</c:v>
                </c:pt>
                <c:pt idx="12">
                  <c:v>2.5190547806999999</c:v>
                </c:pt>
                <c:pt idx="13">
                  <c:v>2.6610282391000002</c:v>
                </c:pt>
                <c:pt idx="14">
                  <c:v>2.7831616972600002</c:v>
                </c:pt>
                <c:pt idx="15">
                  <c:v>2.8870526779699999</c:v>
                </c:pt>
                <c:pt idx="16">
                  <c:v>2.9741900706100002</c:v>
                </c:pt>
                <c:pt idx="17">
                  <c:v>3.0459609275699999</c:v>
                </c:pt>
                <c:pt idx="18">
                  <c:v>3.1036568561400002</c:v>
                </c:pt>
                <c:pt idx="19">
                  <c:v>3.1484800290799999</c:v>
                </c:pt>
                <c:pt idx="20">
                  <c:v>3.1815488360500002</c:v>
                </c:pt>
                <c:pt idx="21">
                  <c:v>3.2039031964200002</c:v>
                </c:pt>
                <c:pt idx="22">
                  <c:v>3.2165095531999999</c:v>
                </c:pt>
                <c:pt idx="23">
                  <c:v>3.2202655665100002</c:v>
                </c:pt>
                <c:pt idx="24">
                  <c:v>3.3912192742</c:v>
                </c:pt>
                <c:pt idx="25">
                  <c:v>3.3728356047100001</c:v>
                </c:pt>
                <c:pt idx="26">
                  <c:v>3.3481788503500001</c:v>
                </c:pt>
                <c:pt idx="27">
                  <c:v>3.3179046218699999</c:v>
                </c:pt>
                <c:pt idx="28">
                  <c:v>3.2826195019300002</c:v>
                </c:pt>
                <c:pt idx="29">
                  <c:v>3.2428842680200001</c:v>
                </c:pt>
                <c:pt idx="30">
                  <c:v>3.1992169174599998</c:v>
                </c:pt>
                <c:pt idx="31">
                  <c:v>3.1520955064299998</c:v>
                </c:pt>
                <c:pt idx="32">
                  <c:v>3.1019608137699999</c:v>
                </c:pt>
                <c:pt idx="33">
                  <c:v>3.2244335902499999</c:v>
                </c:pt>
                <c:pt idx="34">
                  <c:v>3.1625792713999998</c:v>
                </c:pt>
                <c:pt idx="35">
                  <c:v>3.09908875612</c:v>
                </c:pt>
                <c:pt idx="36">
                  <c:v>3.0342687656499998</c:v>
                </c:pt>
                <c:pt idx="37">
                  <c:v>2.9683999951</c:v>
                </c:pt>
                <c:pt idx="38">
                  <c:v>2.9017389225199999</c:v>
                </c:pt>
                <c:pt idx="39">
                  <c:v>2.9272727486600001</c:v>
                </c:pt>
                <c:pt idx="40">
                  <c:v>2.8560666696900001</c:v>
                </c:pt>
                <c:pt idx="41">
                  <c:v>2.7848433933100001</c:v>
                </c:pt>
                <c:pt idx="42">
                  <c:v>2.7137739655400002</c:v>
                </c:pt>
                <c:pt idx="43">
                  <c:v>2.6430127893000002</c:v>
                </c:pt>
                <c:pt idx="44">
                  <c:v>2.5726988409099998</c:v>
                </c:pt>
                <c:pt idx="45">
                  <c:v>2.5029568075999999</c:v>
                </c:pt>
                <c:pt idx="46">
                  <c:v>2.4651803598300002</c:v>
                </c:pt>
                <c:pt idx="47">
                  <c:v>2.4251352147</c:v>
                </c:pt>
                <c:pt idx="48">
                  <c:v>2.38313251745</c:v>
                </c:pt>
                <c:pt idx="49">
                  <c:v>2.3394584601099999</c:v>
                </c:pt>
                <c:pt idx="50">
                  <c:v>2.2943759753799999</c:v>
                </c:pt>
                <c:pt idx="51">
                  <c:v>2.2481263246499998</c:v>
                </c:pt>
                <c:pt idx="52">
                  <c:v>2.2009305864400002</c:v>
                </c:pt>
                <c:pt idx="53">
                  <c:v>2.1529910511899999</c:v>
                </c:pt>
                <c:pt idx="54">
                  <c:v>2.1044925280500002</c:v>
                </c:pt>
                <c:pt idx="55">
                  <c:v>2.0556035688300001</c:v>
                </c:pt>
                <c:pt idx="56">
                  <c:v>2.00647761421</c:v>
                </c:pt>
                <c:pt idx="57">
                  <c:v>1.93509559879</c:v>
                </c:pt>
                <c:pt idx="58">
                  <c:v>1.8867707306499999</c:v>
                </c:pt>
                <c:pt idx="59">
                  <c:v>1.8385567673000001</c:v>
                </c:pt>
                <c:pt idx="60">
                  <c:v>1.79055783499</c:v>
                </c:pt>
                <c:pt idx="61">
                  <c:v>1.74286763959</c:v>
                </c:pt>
                <c:pt idx="62">
                  <c:v>1.69557023532</c:v>
                </c:pt>
                <c:pt idx="63">
                  <c:v>1.6487407433100001</c:v>
                </c:pt>
                <c:pt idx="64">
                  <c:v>1.6024460229799999</c:v>
                </c:pt>
                <c:pt idx="65">
                  <c:v>1.5567452992899999</c:v>
                </c:pt>
                <c:pt idx="66">
                  <c:v>1.5116907482999999</c:v>
                </c:pt>
                <c:pt idx="67">
                  <c:v>1.4673280439</c:v>
                </c:pt>
                <c:pt idx="68">
                  <c:v>1.4236968679499999</c:v>
                </c:pt>
                <c:pt idx="69">
                  <c:v>1.3808313860700001</c:v>
                </c:pt>
                <c:pt idx="70">
                  <c:v>1.3387606913500001</c:v>
                </c:pt>
                <c:pt idx="71">
                  <c:v>1.2975092178400001</c:v>
                </c:pt>
                <c:pt idx="72">
                  <c:v>1.2570971258100001</c:v>
                </c:pt>
                <c:pt idx="73">
                  <c:v>1.2175406605000001</c:v>
                </c:pt>
                <c:pt idx="74">
                  <c:v>1.17885248605</c:v>
                </c:pt>
                <c:pt idx="75">
                  <c:v>1.14104199615</c:v>
                </c:pt>
                <c:pt idx="76">
                  <c:v>1.1041156029400001</c:v>
                </c:pt>
                <c:pt idx="77">
                  <c:v>1.06807700547</c:v>
                </c:pt>
                <c:pt idx="78">
                  <c:v>1.0329274390900001</c:v>
                </c:pt>
                <c:pt idx="79">
                  <c:v>0.99866590697699997</c:v>
                </c:pt>
                <c:pt idx="80">
                  <c:v>0.96528939492300003</c:v>
                </c:pt>
                <c:pt idx="81">
                  <c:v>0.93279307046799997</c:v>
                </c:pt>
                <c:pt idx="82">
                  <c:v>0.90117046743899998</c:v>
                </c:pt>
                <c:pt idx="83">
                  <c:v>0.87041365679500005</c:v>
                </c:pt>
                <c:pt idx="84">
                  <c:v>0.84051340469299995</c:v>
                </c:pt>
                <c:pt idx="85">
                  <c:v>0.81145931862499998</c:v>
                </c:pt>
                <c:pt idx="86">
                  <c:v>0.78323998239600001</c:v>
                </c:pt>
                <c:pt idx="87">
                  <c:v>0.78712528983399999</c:v>
                </c:pt>
                <c:pt idx="88">
                  <c:v>0.38317142836899998</c:v>
                </c:pt>
                <c:pt idx="89">
                  <c:v>1.67474596616E-2</c:v>
                </c:pt>
                <c:pt idx="90">
                  <c:v>-0.31484649307899998</c:v>
                </c:pt>
                <c:pt idx="91">
                  <c:v>-0.61413622499499998</c:v>
                </c:pt>
                <c:pt idx="92">
                  <c:v>-0.88348400785799996</c:v>
                </c:pt>
                <c:pt idx="93">
                  <c:v>-1.12509853255</c:v>
                </c:pt>
                <c:pt idx="94">
                  <c:v>-1.3410442707100001</c:v>
                </c:pt>
                <c:pt idx="95">
                  <c:v>-1.5332502884799999</c:v>
                </c:pt>
                <c:pt idx="96">
                  <c:v>-1.70351854368</c:v>
                </c:pt>
                <c:pt idx="97">
                  <c:v>-1.8535316956200001</c:v>
                </c:pt>
                <c:pt idx="98">
                  <c:v>-1.9848604556</c:v>
                </c:pt>
                <c:pt idx="99">
                  <c:v>-2.09897050408</c:v>
                </c:pt>
                <c:pt idx="100">
                  <c:v>-2.5224656300600001</c:v>
                </c:pt>
                <c:pt idx="101">
                  <c:v>-2.1342264054600002</c:v>
                </c:pt>
                <c:pt idx="102">
                  <c:v>-1.7778566230599999</c:v>
                </c:pt>
                <c:pt idx="103">
                  <c:v>-1.4511711545699999</c:v>
                </c:pt>
                <c:pt idx="104">
                  <c:v>-1.15212220798</c:v>
                </c:pt>
                <c:pt idx="105">
                  <c:v>-0.90094959702499999</c:v>
                </c:pt>
                <c:pt idx="106">
                  <c:v>-0.650669240584</c:v>
                </c:pt>
                <c:pt idx="107">
                  <c:v>-0.42265854736899999</c:v>
                </c:pt>
                <c:pt idx="108">
                  <c:v>-0.21534061790299999</c:v>
                </c:pt>
                <c:pt idx="109">
                  <c:v>-2.7239395367199999E-2</c:v>
                </c:pt>
                <c:pt idx="110">
                  <c:v>0.14302641994400001</c:v>
                </c:pt>
                <c:pt idx="111">
                  <c:v>0.29674910243699998</c:v>
                </c:pt>
                <c:pt idx="112">
                  <c:v>0.43513729933099998</c:v>
                </c:pt>
                <c:pt idx="113">
                  <c:v>0.55932111398899997</c:v>
                </c:pt>
                <c:pt idx="114">
                  <c:v>0.67035689232399998</c:v>
                </c:pt>
                <c:pt idx="115">
                  <c:v>0.76923172915600002</c:v>
                </c:pt>
                <c:pt idx="116">
                  <c:v>0.85686771045300003</c:v>
                </c:pt>
                <c:pt idx="117">
                  <c:v>0.93412590649399996</c:v>
                </c:pt>
                <c:pt idx="118">
                  <c:v>1.00181013017</c:v>
                </c:pt>
                <c:pt idx="119">
                  <c:v>1.0606704737999999</c:v>
                </c:pt>
                <c:pt idx="120">
                  <c:v>1.11140663722</c:v>
                </c:pt>
                <c:pt idx="121">
                  <c:v>0.90731169842899995</c:v>
                </c:pt>
                <c:pt idx="122">
                  <c:v>0.72048085747299995</c:v>
                </c:pt>
                <c:pt idx="123">
                  <c:v>0.54971560827499999</c:v>
                </c:pt>
                <c:pt idx="124">
                  <c:v>0.39389328457700001</c:v>
                </c:pt>
                <c:pt idx="125">
                  <c:v>0.25196251316000001</c:v>
                </c:pt>
                <c:pt idx="126">
                  <c:v>0.12293893018</c:v>
                </c:pt>
                <c:pt idx="127">
                  <c:v>5.9011457575799996E-3</c:v>
                </c:pt>
                <c:pt idx="128">
                  <c:v>-0.100013057194</c:v>
                </c:pt>
                <c:pt idx="129">
                  <c:v>-0.195610303166</c:v>
                </c:pt>
                <c:pt idx="130">
                  <c:v>-0.28164499577199997</c:v>
                </c:pt>
                <c:pt idx="131">
                  <c:v>-0.35882249282500001</c:v>
                </c:pt>
                <c:pt idx="132">
                  <c:v>-0.42780209591899998</c:v>
                </c:pt>
                <c:pt idx="133">
                  <c:v>-0.48919986506200003</c:v>
                </c:pt>
                <c:pt idx="134">
                  <c:v>-0.54359126831500004</c:v>
                </c:pt>
                <c:pt idx="135">
                  <c:v>-0.59151367584000003</c:v>
                </c:pt>
                <c:pt idx="136">
                  <c:v>-0.63346870721799997</c:v>
                </c:pt>
                <c:pt idx="137">
                  <c:v>-0.66992444043300003</c:v>
                </c:pt>
                <c:pt idx="138">
                  <c:v>-0.70131749041799996</c:v>
                </c:pt>
                <c:pt idx="139">
                  <c:v>-0.72805496464399999</c:v>
                </c:pt>
                <c:pt idx="140">
                  <c:v>-0.75051630279399995</c:v>
                </c:pt>
                <c:pt idx="141">
                  <c:v>-0.76905500717300002</c:v>
                </c:pt>
                <c:pt idx="142">
                  <c:v>-0.78400027015100004</c:v>
                </c:pt>
                <c:pt idx="143">
                  <c:v>-0.79565850454999998</c:v>
                </c:pt>
                <c:pt idx="144">
                  <c:v>-0.80431478258199995</c:v>
                </c:pt>
                <c:pt idx="145">
                  <c:v>-0.83239265656399997</c:v>
                </c:pt>
                <c:pt idx="146">
                  <c:v>-0.834951655312</c:v>
                </c:pt>
                <c:pt idx="147">
                  <c:v>-0.83528114297900002</c:v>
                </c:pt>
                <c:pt idx="148">
                  <c:v>-1.05659933694</c:v>
                </c:pt>
                <c:pt idx="149">
                  <c:v>-1.2543431256599999</c:v>
                </c:pt>
                <c:pt idx="150">
                  <c:v>-1.43028556317</c:v>
                </c:pt>
                <c:pt idx="151">
                  <c:v>-1.5860828310899999</c:v>
                </c:pt>
                <c:pt idx="152">
                  <c:v>-1.7232814212300001</c:v>
                </c:pt>
                <c:pt idx="153">
                  <c:v>-1.8433248954599999</c:v>
                </c:pt>
                <c:pt idx="154">
                  <c:v>-1.94756024722</c:v>
                </c:pt>
                <c:pt idx="155">
                  <c:v>-2.0372438872699998</c:v>
                </c:pt>
                <c:pt idx="156">
                  <c:v>-2.1135472753500002</c:v>
                </c:pt>
                <c:pt idx="157">
                  <c:v>-2.1775622179099998</c:v>
                </c:pt>
                <c:pt idx="158">
                  <c:v>-2.2303058511899998</c:v>
                </c:pt>
                <c:pt idx="159">
                  <c:v>-2.4888024790499998</c:v>
                </c:pt>
                <c:pt idx="160">
                  <c:v>-2.7167801118599999</c:v>
                </c:pt>
                <c:pt idx="161">
                  <c:v>-2.9166007554500002</c:v>
                </c:pt>
                <c:pt idx="162">
                  <c:v>-3.0904686144300002</c:v>
                </c:pt>
                <c:pt idx="163">
                  <c:v>-3.24043986608</c:v>
                </c:pt>
                <c:pt idx="164">
                  <c:v>-3.36843185628</c:v>
                </c:pt>
                <c:pt idx="165">
                  <c:v>-3.4762317505100002</c:v>
                </c:pt>
                <c:pt idx="166">
                  <c:v>-3.5655046712699998</c:v>
                </c:pt>
                <c:pt idx="167">
                  <c:v>-3.6378013513899998</c:v>
                </c:pt>
                <c:pt idx="168">
                  <c:v>-3.6945653311200002</c:v>
                </c:pt>
                <c:pt idx="169">
                  <c:v>-3.73713972528</c:v>
                </c:pt>
                <c:pt idx="170">
                  <c:v>-3.7667735853300002</c:v>
                </c:pt>
                <c:pt idx="171">
                  <c:v>-3.7846278797399999</c:v>
                </c:pt>
                <c:pt idx="172">
                  <c:v>-4.03914047519</c:v>
                </c:pt>
                <c:pt idx="173">
                  <c:v>-4.25982562046</c:v>
                </c:pt>
                <c:pt idx="174">
                  <c:v>-4.4493775081900004</c:v>
                </c:pt>
                <c:pt idx="175">
                  <c:v>-4.6103079972999996</c:v>
                </c:pt>
                <c:pt idx="176">
                  <c:v>-4.7449579897099996</c:v>
                </c:pt>
                <c:pt idx="177">
                  <c:v>-4.8555081310299997</c:v>
                </c:pt>
                <c:pt idx="178">
                  <c:v>-4.9439888741900004</c:v>
                </c:pt>
                <c:pt idx="179">
                  <c:v>-5.0122899425299998</c:v>
                </c:pt>
                <c:pt idx="180">
                  <c:v>-5.0621692272000001</c:v>
                </c:pt>
                <c:pt idx="181">
                  <c:v>-5.0952611513899999</c:v>
                </c:pt>
                <c:pt idx="182">
                  <c:v>-5.1130845322300003</c:v>
                </c:pt>
                <c:pt idx="183">
                  <c:v>-5.11704996959</c:v>
                </c:pt>
                <c:pt idx="184">
                  <c:v>-5.1084667890900004</c:v>
                </c:pt>
                <c:pt idx="185">
                  <c:v>-5.0885495652800001</c:v>
                </c:pt>
                <c:pt idx="186">
                  <c:v>-5.2115270780099996</c:v>
                </c:pt>
                <c:pt idx="187">
                  <c:v>-5.0022376636699999</c:v>
                </c:pt>
                <c:pt idx="188">
                  <c:v>-5.0715229547799998</c:v>
                </c:pt>
                <c:pt idx="189">
                  <c:v>-5.1221519112299996</c:v>
                </c:pt>
                <c:pt idx="190">
                  <c:v>-5.1557794935399999</c:v>
                </c:pt>
                <c:pt idx="191">
                  <c:v>-5.1739436108400003</c:v>
                </c:pt>
                <c:pt idx="192">
                  <c:v>-5.1780726017800003</c:v>
                </c:pt>
                <c:pt idx="193">
                  <c:v>-5.1694922641299996</c:v>
                </c:pt>
                <c:pt idx="194">
                  <c:v>-5.1494324593499998</c:v>
                </c:pt>
                <c:pt idx="195">
                  <c:v>-5.1190333167800004</c:v>
                </c:pt>
                <c:pt idx="196">
                  <c:v>-5.0793510609799997</c:v>
                </c:pt>
                <c:pt idx="197">
                  <c:v>-5.0313634839499999</c:v>
                </c:pt>
                <c:pt idx="198">
                  <c:v>-4.9759750832699998</c:v>
                </c:pt>
                <c:pt idx="199">
                  <c:v>-4.9140218855500004</c:v>
                </c:pt>
                <c:pt idx="200">
                  <c:v>-5.1715126043900002</c:v>
                </c:pt>
                <c:pt idx="201">
                  <c:v>-4.6267654395499997</c:v>
                </c:pt>
                <c:pt idx="202">
                  <c:v>-4.1228527404299999</c:v>
                </c:pt>
                <c:pt idx="203">
                  <c:v>-3.65708718498</c:v>
                </c:pt>
                <c:pt idx="204">
                  <c:v>-3.2269464480400001</c:v>
                </c:pt>
                <c:pt idx="205">
                  <c:v>-2.83006349934</c:v>
                </c:pt>
                <c:pt idx="206">
                  <c:v>-2.46421745537</c:v>
                </c:pt>
                <c:pt idx="207">
                  <c:v>-2.1273249542100001</c:v>
                </c:pt>
                <c:pt idx="208">
                  <c:v>-1.8174320240399999</c:v>
                </c:pt>
                <c:pt idx="209">
                  <c:v>-1.5327064177</c:v>
                </c:pt>
                <c:pt idx="210">
                  <c:v>-1.2714303871999999</c:v>
                </c:pt>
                <c:pt idx="211">
                  <c:v>-1.03199387341</c:v>
                </c:pt>
                <c:pt idx="212">
                  <c:v>-0.81288808781599997</c:v>
                </c:pt>
                <c:pt idx="213">
                  <c:v>-0.61269946407099996</c:v>
                </c:pt>
                <c:pt idx="214">
                  <c:v>-0.430103958668</c:v>
                </c:pt>
                <c:pt idx="215">
                  <c:v>-0.26386168105699997</c:v>
                </c:pt>
                <c:pt idx="216">
                  <c:v>-0.112811834591</c:v>
                </c:pt>
                <c:pt idx="217">
                  <c:v>2.4132049216400001E-2</c:v>
                </c:pt>
                <c:pt idx="218">
                  <c:v>0.14798659971200001</c:v>
                </c:pt>
                <c:pt idx="219">
                  <c:v>0.25970283505000002</c:v>
                </c:pt>
                <c:pt idx="220">
                  <c:v>0.53538489413500001</c:v>
                </c:pt>
                <c:pt idx="221">
                  <c:v>0.61855615494299998</c:v>
                </c:pt>
                <c:pt idx="222">
                  <c:v>0.692341345311</c:v>
                </c:pt>
                <c:pt idx="223">
                  <c:v>0.75745816476700001</c:v>
                </c:pt>
                <c:pt idx="224">
                  <c:v>0.81457663301899996</c:v>
                </c:pt>
                <c:pt idx="225">
                  <c:v>0.86432203359899995</c:v>
                </c:pt>
                <c:pt idx="226">
                  <c:v>0.907277683793</c:v>
                </c:pt>
                <c:pt idx="227">
                  <c:v>0.943987540801</c:v>
                </c:pt>
                <c:pt idx="228">
                  <c:v>0.97495865349900002</c:v>
                </c:pt>
                <c:pt idx="229">
                  <c:v>1.00066346868</c:v>
                </c:pt>
                <c:pt idx="230">
                  <c:v>1.02154200014</c:v>
                </c:pt>
                <c:pt idx="231">
                  <c:v>1.0380038684799999</c:v>
                </c:pt>
                <c:pt idx="232">
                  <c:v>1.0504302190499999</c:v>
                </c:pt>
                <c:pt idx="233">
                  <c:v>1.0591755252299999</c:v>
                </c:pt>
                <c:pt idx="234">
                  <c:v>1.06456928339</c:v>
                </c:pt>
                <c:pt idx="235">
                  <c:v>1.0669176060600001</c:v>
                </c:pt>
                <c:pt idx="236">
                  <c:v>1.0665047191100001</c:v>
                </c:pt>
                <c:pt idx="237">
                  <c:v>1.06359436844</c:v>
                </c:pt>
                <c:pt idx="238">
                  <c:v>1.0584311416200001</c:v>
                </c:pt>
                <c:pt idx="239">
                  <c:v>1.0512417092699999</c:v>
                </c:pt>
                <c:pt idx="240">
                  <c:v>1.0828636090399999</c:v>
                </c:pt>
                <c:pt idx="241">
                  <c:v>1.1089006213399999</c:v>
                </c:pt>
                <c:pt idx="242">
                  <c:v>1.1298222876399999</c:v>
                </c:pt>
                <c:pt idx="243">
                  <c:v>0.96347526772799996</c:v>
                </c:pt>
                <c:pt idx="244">
                  <c:v>0.81066656729499997</c:v>
                </c:pt>
                <c:pt idx="245">
                  <c:v>0.67047131094699997</c:v>
                </c:pt>
                <c:pt idx="246">
                  <c:v>0.54202263487299995</c:v>
                </c:pt>
                <c:pt idx="247">
                  <c:v>0.50977747409100005</c:v>
                </c:pt>
                <c:pt idx="248">
                  <c:v>0.330630089884</c:v>
                </c:pt>
                <c:pt idx="249">
                  <c:v>0.167744406816</c:v>
                </c:pt>
                <c:pt idx="250">
                  <c:v>1.9960354261600002E-2</c:v>
                </c:pt>
                <c:pt idx="251">
                  <c:v>-0.113807663359</c:v>
                </c:pt>
                <c:pt idx="252">
                  <c:v>-0.23457527165399999</c:v>
                </c:pt>
                <c:pt idx="253">
                  <c:v>-0.34329236904900001</c:v>
                </c:pt>
                <c:pt idx="254">
                  <c:v>-0.44084712215400002</c:v>
                </c:pt>
                <c:pt idx="255">
                  <c:v>-0.52806972775600003</c:v>
                </c:pt>
                <c:pt idx="256">
                  <c:v>-0.60573595470099995</c:v>
                </c:pt>
                <c:pt idx="257">
                  <c:v>-0.67457047817399995</c:v>
                </c:pt>
                <c:pt idx="258">
                  <c:v>-0.58219373589699996</c:v>
                </c:pt>
                <c:pt idx="259">
                  <c:v>-0.64135873788700004</c:v>
                </c:pt>
                <c:pt idx="260">
                  <c:v>-0.69336792949199999</c:v>
                </c:pt>
                <c:pt idx="261">
                  <c:v>-0.738778568651</c:v>
                </c:pt>
                <c:pt idx="262">
                  <c:v>-0.77811057831300001</c:v>
                </c:pt>
                <c:pt idx="263">
                  <c:v>-0.81184886265400003</c:v>
                </c:pt>
                <c:pt idx="264">
                  <c:v>-0.84044548618100001</c:v>
                </c:pt>
                <c:pt idx="265">
                  <c:v>-0.86432172356899994</c:v>
                </c:pt>
                <c:pt idx="266">
                  <c:v>-0.88386998767199998</c:v>
                </c:pt>
                <c:pt idx="267">
                  <c:v>-0.89945564270699996</c:v>
                </c:pt>
                <c:pt idx="268">
                  <c:v>-0.91141870922699997</c:v>
                </c:pt>
                <c:pt idx="269">
                  <c:v>-0.92007546712999999</c:v>
                </c:pt>
                <c:pt idx="270">
                  <c:v>-0.92571996258400002</c:v>
                </c:pt>
                <c:pt idx="271">
                  <c:v>-0.75341067416800001</c:v>
                </c:pt>
                <c:pt idx="272">
                  <c:v>-0.76070947503800002</c:v>
                </c:pt>
                <c:pt idx="273">
                  <c:v>-0.76550430316999996</c:v>
                </c:pt>
                <c:pt idx="274">
                  <c:v>-0.76802203824600002</c:v>
                </c:pt>
                <c:pt idx="275">
                  <c:v>-0.76847338571299995</c:v>
                </c:pt>
                <c:pt idx="276">
                  <c:v>-0.76705391479100005</c:v>
                </c:pt>
                <c:pt idx="277">
                  <c:v>-0.76394503369699995</c:v>
                </c:pt>
                <c:pt idx="278">
                  <c:v>-0.75931490575399996</c:v>
                </c:pt>
                <c:pt idx="279">
                  <c:v>-0.75331930981899997</c:v>
                </c:pt>
                <c:pt idx="280">
                  <c:v>-0.74610244828899996</c:v>
                </c:pt>
                <c:pt idx="281">
                  <c:v>-0.73779770575699999</c:v>
                </c:pt>
                <c:pt idx="282">
                  <c:v>-0.728528361189</c:v>
                </c:pt>
                <c:pt idx="283">
                  <c:v>-0.71840825638299999</c:v>
                </c:pt>
                <c:pt idx="284">
                  <c:v>-0.70754242324799999</c:v>
                </c:pt>
                <c:pt idx="285">
                  <c:v>-0.60327442707300005</c:v>
                </c:pt>
                <c:pt idx="286">
                  <c:v>-0.59484123272300005</c:v>
                </c:pt>
                <c:pt idx="287">
                  <c:v>-0.58579569198500003</c:v>
                </c:pt>
                <c:pt idx="288">
                  <c:v>-0.57621759276600004</c:v>
                </c:pt>
                <c:pt idx="289">
                  <c:v>-0.56618039687499999</c:v>
                </c:pt>
                <c:pt idx="290">
                  <c:v>-0.55575166730100001</c:v>
                </c:pt>
                <c:pt idx="291">
                  <c:v>-0.54499346885199995</c:v>
                </c:pt>
                <c:pt idx="292">
                  <c:v>-0.53396274375700004</c:v>
                </c:pt>
                <c:pt idx="293">
                  <c:v>-0.522711663695</c:v>
                </c:pt>
                <c:pt idx="294">
                  <c:v>-0.51128795968399998</c:v>
                </c:pt>
                <c:pt idx="295">
                  <c:v>-0.61712956228100002</c:v>
                </c:pt>
                <c:pt idx="296">
                  <c:v>-0.71143111943000004</c:v>
                </c:pt>
                <c:pt idx="297">
                  <c:v>-0.79506650888599995</c:v>
                </c:pt>
                <c:pt idx="298">
                  <c:v>-0.86885181815900003</c:v>
                </c:pt>
                <c:pt idx="299">
                  <c:v>-0.93354890286100001</c:v>
                </c:pt>
                <c:pt idx="300">
                  <c:v>-1.3151053660100001</c:v>
                </c:pt>
                <c:pt idx="301">
                  <c:v>-0.89179025976199999</c:v>
                </c:pt>
                <c:pt idx="302">
                  <c:v>-0.50663772731099999</c:v>
                </c:pt>
                <c:pt idx="303">
                  <c:v>-0.15693223148800001</c:v>
                </c:pt>
                <c:pt idx="304">
                  <c:v>0.159867660572</c:v>
                </c:pt>
                <c:pt idx="305">
                  <c:v>0.44613980066999998</c:v>
                </c:pt>
                <c:pt idx="306">
                  <c:v>0.70410837045700003</c:v>
                </c:pt>
                <c:pt idx="307">
                  <c:v>0.93585321471100003</c:v>
                </c:pt>
                <c:pt idx="308">
                  <c:v>1.17460083889</c:v>
                </c:pt>
                <c:pt idx="309">
                  <c:v>1.38783475353</c:v>
                </c:pt>
                <c:pt idx="310">
                  <c:v>1.57747571752</c:v>
                </c:pt>
                <c:pt idx="311">
                  <c:v>1.7453178228399999</c:v>
                </c:pt>
                <c:pt idx="312">
                  <c:v>1.8930362811300001</c:v>
                </c:pt>
                <c:pt idx="313">
                  <c:v>2.0221947520399999</c:v>
                </c:pt>
                <c:pt idx="314">
                  <c:v>2.1342522395499999</c:v>
                </c:pt>
                <c:pt idx="315">
                  <c:v>2.2305695809400001</c:v>
                </c:pt>
                <c:pt idx="316">
                  <c:v>2.3124155517</c:v>
                </c:pt>
                <c:pt idx="317">
                  <c:v>2.38097260853</c:v>
                </c:pt>
                <c:pt idx="318">
                  <c:v>2.4373422911099998</c:v>
                </c:pt>
                <c:pt idx="319">
                  <c:v>2.48255030224</c:v>
                </c:pt>
                <c:pt idx="320">
                  <c:v>2.5175512850400001</c:v>
                </c:pt>
                <c:pt idx="321">
                  <c:v>2.5432333144100001</c:v>
                </c:pt>
                <c:pt idx="322">
                  <c:v>2.5604221195400001</c:v>
                </c:pt>
                <c:pt idx="323">
                  <c:v>2.5698850528400001</c:v>
                </c:pt>
                <c:pt idx="324">
                  <c:v>2.57233481995</c:v>
                </c:pt>
                <c:pt idx="325">
                  <c:v>2.5684329849499998</c:v>
                </c:pt>
                <c:pt idx="326">
                  <c:v>2.5587932634900001</c:v>
                </c:pt>
                <c:pt idx="327">
                  <c:v>2.54398461638</c:v>
                </c:pt>
                <c:pt idx="328">
                  <c:v>2.52453415533</c:v>
                </c:pt>
                <c:pt idx="329">
                  <c:v>2.5009298716099999</c:v>
                </c:pt>
                <c:pt idx="330">
                  <c:v>2.4736231981199999</c:v>
                </c:pt>
                <c:pt idx="331">
                  <c:v>2.4430314146500001</c:v>
                </c:pt>
                <c:pt idx="332">
                  <c:v>2.4095399054</c:v>
                </c:pt>
                <c:pt idx="333">
                  <c:v>2.3735042776399999</c:v>
                </c:pt>
                <c:pt idx="334">
                  <c:v>2.3352523494900002</c:v>
                </c:pt>
                <c:pt idx="335">
                  <c:v>2.2223903998700001</c:v>
                </c:pt>
                <c:pt idx="336">
                  <c:v>2.11498257579</c:v>
                </c:pt>
                <c:pt idx="337">
                  <c:v>2.0127653255200002</c:v>
                </c:pt>
                <c:pt idx="338">
                  <c:v>1.9154878314199999</c:v>
                </c:pt>
                <c:pt idx="339">
                  <c:v>1.7941331914600001</c:v>
                </c:pt>
                <c:pt idx="340">
                  <c:v>1.70716042977</c:v>
                </c:pt>
                <c:pt idx="341">
                  <c:v>1.62440362171</c:v>
                </c:pt>
                <c:pt idx="342">
                  <c:v>1.674994632</c:v>
                </c:pt>
                <c:pt idx="343">
                  <c:v>1.5949890440200001</c:v>
                </c:pt>
                <c:pt idx="344">
                  <c:v>1.51880320282</c:v>
                </c:pt>
                <c:pt idx="345">
                  <c:v>1.44625482471</c:v>
                </c:pt>
                <c:pt idx="346">
                  <c:v>1.4286635973199999</c:v>
                </c:pt>
                <c:pt idx="347">
                  <c:v>1.3608561208000001</c:v>
                </c:pt>
                <c:pt idx="348">
                  <c:v>1.2962644886000001</c:v>
                </c:pt>
                <c:pt idx="349">
                  <c:v>1.23473630832</c:v>
                </c:pt>
                <c:pt idx="350">
                  <c:v>1.17612640299</c:v>
                </c:pt>
                <c:pt idx="351">
                  <c:v>1.12029646973</c:v>
                </c:pt>
                <c:pt idx="352">
                  <c:v>0.94972042343800001</c:v>
                </c:pt>
                <c:pt idx="353">
                  <c:v>0.79311785853799999</c:v>
                </c:pt>
                <c:pt idx="354">
                  <c:v>0.64953151247800001</c:v>
                </c:pt>
                <c:pt idx="355">
                  <c:v>0.518064258301</c:v>
                </c:pt>
                <c:pt idx="356">
                  <c:v>0.39787551587199999</c:v>
                </c:pt>
                <c:pt idx="357">
                  <c:v>0.28817787011500001</c:v>
                </c:pt>
                <c:pt idx="358">
                  <c:v>0.18823388460400001</c:v>
                </c:pt>
                <c:pt idx="359">
                  <c:v>9.7353099517700006E-2</c:v>
                </c:pt>
                <c:pt idx="360">
                  <c:v>1.4889203522999999E-2</c:v>
                </c:pt>
                <c:pt idx="361">
                  <c:v>-5.9762630208499999E-2</c:v>
                </c:pt>
                <c:pt idx="362">
                  <c:v>-0.127168253152</c:v>
                </c:pt>
                <c:pt idx="363">
                  <c:v>-0.18785690450799999</c:v>
                </c:pt>
                <c:pt idx="364">
                  <c:v>-0.24232343648999999</c:v>
                </c:pt>
                <c:pt idx="365">
                  <c:v>-0.51403724468699996</c:v>
                </c:pt>
                <c:pt idx="366">
                  <c:v>-0.75867139226900004</c:v>
                </c:pt>
                <c:pt idx="367">
                  <c:v>-0.97822097044900003</c:v>
                </c:pt>
                <c:pt idx="368">
                  <c:v>-1.13392325963</c:v>
                </c:pt>
                <c:pt idx="369">
                  <c:v>-1.27211140219</c:v>
                </c:pt>
                <c:pt idx="370">
                  <c:v>-1.39412339953</c:v>
                </c:pt>
                <c:pt idx="371">
                  <c:v>-1.50120840142</c:v>
                </c:pt>
                <c:pt idx="372">
                  <c:v>-1.59453219022</c:v>
                </c:pt>
                <c:pt idx="373">
                  <c:v>-1.67518234143</c:v>
                </c:pt>
                <c:pt idx="374">
                  <c:v>-1.7441730791700001</c:v>
                </c:pt>
                <c:pt idx="375">
                  <c:v>-1.8024498441000001</c:v>
                </c:pt>
                <c:pt idx="376">
                  <c:v>-1.8508935902200001</c:v>
                </c:pt>
                <c:pt idx="377">
                  <c:v>-1.8903248262000001</c:v>
                </c:pt>
                <c:pt idx="378">
                  <c:v>-1.9215074158600001</c:v>
                </c:pt>
                <c:pt idx="379">
                  <c:v>-1.9451521517399999</c:v>
                </c:pt>
                <c:pt idx="380">
                  <c:v>-1.9619201148200001</c:v>
                </c:pt>
                <c:pt idx="381">
                  <c:v>-1.9724258328099999</c:v>
                </c:pt>
                <c:pt idx="382">
                  <c:v>-1.97724024854</c:v>
                </c:pt>
                <c:pt idx="383">
                  <c:v>-1.97689350961</c:v>
                </c:pt>
                <c:pt idx="384">
                  <c:v>-1.97187758957</c:v>
                </c:pt>
                <c:pt idx="385">
                  <c:v>-1.9626487504500001</c:v>
                </c:pt>
                <c:pt idx="386">
                  <c:v>-1.94962985595</c:v>
                </c:pt>
                <c:pt idx="387">
                  <c:v>-1.9332125438600001</c:v>
                </c:pt>
                <c:pt idx="388">
                  <c:v>-1.91375926609</c:v>
                </c:pt>
                <c:pt idx="389">
                  <c:v>-1.89160520392</c:v>
                </c:pt>
                <c:pt idx="390">
                  <c:v>-1.8670600659500001</c:v>
                </c:pt>
                <c:pt idx="391">
                  <c:v>-1.8404097754199999</c:v>
                </c:pt>
                <c:pt idx="392">
                  <c:v>-1.8119180536499999</c:v>
                </c:pt>
                <c:pt idx="393">
                  <c:v>-1.7818279055099999</c:v>
                </c:pt>
                <c:pt idx="394">
                  <c:v>-1.62658018936</c:v>
                </c:pt>
                <c:pt idx="395">
                  <c:v>-1.56054599481</c:v>
                </c:pt>
                <c:pt idx="396">
                  <c:v>-1.49708391832</c:v>
                </c:pt>
                <c:pt idx="397">
                  <c:v>-1.4361001394399999</c:v>
                </c:pt>
                <c:pt idx="398">
                  <c:v>-1.3775038710900001</c:v>
                </c:pt>
                <c:pt idx="399">
                  <c:v>-1.32120728688</c:v>
                </c:pt>
                <c:pt idx="400">
                  <c:v>-1.5923620788299999</c:v>
                </c:pt>
                <c:pt idx="401">
                  <c:v>-1.1411875500099999</c:v>
                </c:pt>
                <c:pt idx="402">
                  <c:v>-0.73023356090400005</c:v>
                </c:pt>
                <c:pt idx="403">
                  <c:v>-0.35665010353299997</c:v>
                </c:pt>
                <c:pt idx="404">
                  <c:v>-1.77694956513E-2</c:v>
                </c:pt>
                <c:pt idx="405">
                  <c:v>0.28890462457900001</c:v>
                </c:pt>
                <c:pt idx="406">
                  <c:v>0.56570766411200002</c:v>
                </c:pt>
                <c:pt idx="407">
                  <c:v>0.79266536902200002</c:v>
                </c:pt>
                <c:pt idx="408">
                  <c:v>1.0170067922899999</c:v>
                </c:pt>
                <c:pt idx="409">
                  <c:v>1.21758028561</c:v>
                </c:pt>
                <c:pt idx="410">
                  <c:v>1.39617058867</c:v>
                </c:pt>
                <c:pt idx="411">
                  <c:v>1.55444488924</c:v>
                </c:pt>
                <c:pt idx="412">
                  <c:v>1.69396004424</c:v>
                </c:pt>
                <c:pt idx="413">
                  <c:v>1.8161693759599999</c:v>
                </c:pt>
                <c:pt idx="414">
                  <c:v>1.92242906789</c:v>
                </c:pt>
                <c:pt idx="415">
                  <c:v>2.0140041829199999</c:v>
                </c:pt>
                <c:pt idx="416">
                  <c:v>2.0920743255800001</c:v>
                </c:pt>
                <c:pt idx="417">
                  <c:v>2.1577389686899999</c:v>
                </c:pt>
                <c:pt idx="418">
                  <c:v>2.2120224637099999</c:v>
                </c:pt>
                <c:pt idx="419">
                  <c:v>2.2558787530600002</c:v>
                </c:pt>
                <c:pt idx="420">
                  <c:v>2.2901958013199999</c:v>
                </c:pt>
                <c:pt idx="421">
                  <c:v>2.3470819710000002</c:v>
                </c:pt>
                <c:pt idx="422">
                  <c:v>2.3929720093900002</c:v>
                </c:pt>
                <c:pt idx="423">
                  <c:v>2.42880318412</c:v>
                </c:pt>
                <c:pt idx="424">
                  <c:v>2.4554474957000001</c:v>
                </c:pt>
                <c:pt idx="425">
                  <c:v>2.4737158144100002</c:v>
                </c:pt>
                <c:pt idx="426">
                  <c:v>2.4843617689199999</c:v>
                </c:pt>
                <c:pt idx="427">
                  <c:v>2.4880854009300002</c:v>
                </c:pt>
                <c:pt idx="428">
                  <c:v>2.4855365996200001</c:v>
                </c:pt>
                <c:pt idx="429">
                  <c:v>2.47731832843</c:v>
                </c:pt>
                <c:pt idx="430">
                  <c:v>2.4639896564799999</c:v>
                </c:pt>
                <c:pt idx="431">
                  <c:v>2.4460686058699999</c:v>
                </c:pt>
                <c:pt idx="432">
                  <c:v>2.4240348256600002</c:v>
                </c:pt>
                <c:pt idx="433">
                  <c:v>2.39833210269</c:v>
                </c:pt>
                <c:pt idx="434">
                  <c:v>2.42086399542</c:v>
                </c:pt>
                <c:pt idx="435">
                  <c:v>2.3870014021800001</c:v>
                </c:pt>
                <c:pt idx="436">
                  <c:v>2.3506836131200002</c:v>
                </c:pt>
                <c:pt idx="437">
                  <c:v>2.3122306553800001</c:v>
                </c:pt>
                <c:pt idx="438">
                  <c:v>2.2719371801500001</c:v>
                </c:pt>
                <c:pt idx="439">
                  <c:v>2.2300741766300001</c:v>
                </c:pt>
                <c:pt idx="440">
                  <c:v>1.9638837441899999</c:v>
                </c:pt>
                <c:pt idx="441">
                  <c:v>1.71835344752</c:v>
                </c:pt>
                <c:pt idx="442">
                  <c:v>1.4921012255399999</c:v>
                </c:pt>
                <c:pt idx="443">
                  <c:v>1.28383068341</c:v>
                </c:pt>
                <c:pt idx="444">
                  <c:v>1.0923260239000001</c:v>
                </c:pt>
                <c:pt idx="445">
                  <c:v>0.91644726939400001</c:v>
                </c:pt>
                <c:pt idx="446">
                  <c:v>0.75512575818200001</c:v>
                </c:pt>
                <c:pt idx="447">
                  <c:v>0.476415539203</c:v>
                </c:pt>
                <c:pt idx="448">
                  <c:v>0.22309491703199999</c:v>
                </c:pt>
                <c:pt idx="449">
                  <c:v>-6.6497073295600003E-3</c:v>
                </c:pt>
                <c:pt idx="450">
                  <c:v>-0.21451542325699999</c:v>
                </c:pt>
                <c:pt idx="451">
                  <c:v>-0.31893465586300002</c:v>
                </c:pt>
                <c:pt idx="452">
                  <c:v>-0.490967157938</c:v>
                </c:pt>
                <c:pt idx="453">
                  <c:v>-0.64546080365400005</c:v>
                </c:pt>
                <c:pt idx="454">
                  <c:v>-0.78371716206700004</c:v>
                </c:pt>
                <c:pt idx="455">
                  <c:v>-0.90695256306700001</c:v>
                </c:pt>
                <c:pt idx="456">
                  <c:v>-1.0163033158400001</c:v>
                </c:pt>
                <c:pt idx="457">
                  <c:v>-1.1128306210300001</c:v>
                </c:pt>
                <c:pt idx="458">
                  <c:v>-1.3149195253299999</c:v>
                </c:pt>
                <c:pt idx="459">
                  <c:v>-1.49464950085</c:v>
                </c:pt>
                <c:pt idx="460">
                  <c:v>-1.6537207808100001</c:v>
                </c:pt>
                <c:pt idx="461">
                  <c:v>-1.7937209380200001</c:v>
                </c:pt>
                <c:pt idx="462">
                  <c:v>-1.9161318297100001</c:v>
                </c:pt>
                <c:pt idx="463">
                  <c:v>-2.02233613306</c:v>
                </c:pt>
                <c:pt idx="464">
                  <c:v>-1.9556586339099999</c:v>
                </c:pt>
                <c:pt idx="465">
                  <c:v>-2.03943288394</c:v>
                </c:pt>
                <c:pt idx="466">
                  <c:v>-2.1103840281199999</c:v>
                </c:pt>
                <c:pt idx="467">
                  <c:v>-2.19834178747</c:v>
                </c:pt>
                <c:pt idx="468">
                  <c:v>-2.2455994245699999</c:v>
                </c:pt>
                <c:pt idx="469">
                  <c:v>-2.2830185896500002</c:v>
                </c:pt>
                <c:pt idx="470">
                  <c:v>-2.3114465330499998</c:v>
                </c:pt>
                <c:pt idx="471">
                  <c:v>-2.3316712648100002</c:v>
                </c:pt>
                <c:pt idx="472">
                  <c:v>-2.3444253177999999</c:v>
                </c:pt>
                <c:pt idx="473">
                  <c:v>-2.3503892847099999</c:v>
                </c:pt>
                <c:pt idx="474">
                  <c:v>-2.35019514196</c:v>
                </c:pt>
                <c:pt idx="475">
                  <c:v>-2.3444293729500001</c:v>
                </c:pt>
                <c:pt idx="476">
                  <c:v>-2.3336359023000002</c:v>
                </c:pt>
                <c:pt idx="477">
                  <c:v>-2.31831885208</c:v>
                </c:pt>
                <c:pt idx="478">
                  <c:v>-2.2989451304799999</c:v>
                </c:pt>
                <c:pt idx="479">
                  <c:v>-2.2759468625500001</c:v>
                </c:pt>
                <c:pt idx="480">
                  <c:v>-2.24972367244</c:v>
                </c:pt>
                <c:pt idx="481">
                  <c:v>-2.22064482575</c:v>
                </c:pt>
                <c:pt idx="482">
                  <c:v>-2.18905124017</c:v>
                </c:pt>
                <c:pt idx="483">
                  <c:v>-2.1552573722699999</c:v>
                </c:pt>
                <c:pt idx="484">
                  <c:v>-2.1195529876500001</c:v>
                </c:pt>
                <c:pt idx="485">
                  <c:v>-2.08220482136</c:v>
                </c:pt>
                <c:pt idx="486">
                  <c:v>-2.0434581350799998</c:v>
                </c:pt>
                <c:pt idx="487">
                  <c:v>-2.0035381772799998</c:v>
                </c:pt>
                <c:pt idx="488">
                  <c:v>-1.9626515518600001</c:v>
                </c:pt>
                <c:pt idx="489">
                  <c:v>-1.9209875010799999</c:v>
                </c:pt>
                <c:pt idx="490">
                  <c:v>-1.84743689842</c:v>
                </c:pt>
                <c:pt idx="491">
                  <c:v>-1.7764913048099999</c:v>
                </c:pt>
                <c:pt idx="492">
                  <c:v>-1.70807156987</c:v>
                </c:pt>
                <c:pt idx="493">
                  <c:v>-1.6708782707400001</c:v>
                </c:pt>
                <c:pt idx="494">
                  <c:v>-1.60614915562</c:v>
                </c:pt>
                <c:pt idx="495">
                  <c:v>-1.5437594935800001</c:v>
                </c:pt>
                <c:pt idx="496">
                  <c:v>-1.4836350543300001</c:v>
                </c:pt>
                <c:pt idx="497">
                  <c:v>-1.4257032835700001</c:v>
                </c:pt>
                <c:pt idx="498">
                  <c:v>-1.36989331601</c:v>
                </c:pt>
                <c:pt idx="499">
                  <c:v>-1.3161359832299999</c:v>
                </c:pt>
                <c:pt idx="500">
                  <c:v>-1.53810717065</c:v>
                </c:pt>
                <c:pt idx="501">
                  <c:v>-1.0183550111199999</c:v>
                </c:pt>
                <c:pt idx="502">
                  <c:v>-0.54564158136800001</c:v>
                </c:pt>
                <c:pt idx="503">
                  <c:v>-0.116614935953</c:v>
                </c:pt>
                <c:pt idx="504">
                  <c:v>0.27186180282799999</c:v>
                </c:pt>
                <c:pt idx="505">
                  <c:v>0.622723450048</c:v>
                </c:pt>
                <c:pt idx="506">
                  <c:v>0.93871500629100002</c:v>
                </c:pt>
                <c:pt idx="507">
                  <c:v>1.22240319172</c:v>
                </c:pt>
                <c:pt idx="508">
                  <c:v>1.47618730657</c:v>
                </c:pt>
                <c:pt idx="509">
                  <c:v>1.7023094563700001</c:v>
                </c:pt>
                <c:pt idx="510">
                  <c:v>1.90286417799</c:v>
                </c:pt>
                <c:pt idx="511">
                  <c:v>2.0798075006799999</c:v>
                </c:pt>
                <c:pt idx="512">
                  <c:v>2.23496547419</c:v>
                </c:pt>
                <c:pt idx="513">
                  <c:v>2.3700421946599999</c:v>
                </c:pt>
                <c:pt idx="514">
                  <c:v>2.4866273566800001</c:v>
                </c:pt>
                <c:pt idx="515">
                  <c:v>2.5862033588200002</c:v>
                </c:pt>
                <c:pt idx="516">
                  <c:v>2.6701519882800002</c:v>
                </c:pt>
                <c:pt idx="517">
                  <c:v>2.73976070857</c:v>
                </c:pt>
                <c:pt idx="518">
                  <c:v>2.7962285733200001</c:v>
                </c:pt>
                <c:pt idx="519">
                  <c:v>2.8406717875699998</c:v>
                </c:pt>
                <c:pt idx="520">
                  <c:v>2.8519704688899998</c:v>
                </c:pt>
                <c:pt idx="521">
                  <c:v>2.87627733874</c:v>
                </c:pt>
                <c:pt idx="522">
                  <c:v>2.8914296798699999</c:v>
                </c:pt>
                <c:pt idx="523">
                  <c:v>2.8982626200100001</c:v>
                </c:pt>
                <c:pt idx="524">
                  <c:v>2.8975516021900001</c:v>
                </c:pt>
                <c:pt idx="525">
                  <c:v>2.8900162201500001</c:v>
                </c:pt>
                <c:pt idx="526">
                  <c:v>2.8763238214200002</c:v>
                </c:pt>
                <c:pt idx="527">
                  <c:v>2.8570928919399998</c:v>
                </c:pt>
                <c:pt idx="528">
                  <c:v>2.8328962346800002</c:v>
                </c:pt>
                <c:pt idx="529">
                  <c:v>2.8042639545400001</c:v>
                </c:pt>
                <c:pt idx="530">
                  <c:v>2.7716862607000001</c:v>
                </c:pt>
                <c:pt idx="531">
                  <c:v>2.7356160971999999</c:v>
                </c:pt>
                <c:pt idx="532">
                  <c:v>2.6964716118599998</c:v>
                </c:pt>
                <c:pt idx="533">
                  <c:v>2.6546384729299999</c:v>
                </c:pt>
                <c:pt idx="534">
                  <c:v>2.6104720426500001</c:v>
                </c:pt>
                <c:pt idx="535">
                  <c:v>2.5642994159399999</c:v>
                </c:pt>
                <c:pt idx="536">
                  <c:v>2.5164213324100002</c:v>
                </c:pt>
                <c:pt idx="537">
                  <c:v>2.4671139690800001</c:v>
                </c:pt>
                <c:pt idx="538">
                  <c:v>2.4166306208599999</c:v>
                </c:pt>
                <c:pt idx="539">
                  <c:v>2.5231681362999998</c:v>
                </c:pt>
                <c:pt idx="540">
                  <c:v>2.4648075218400001</c:v>
                </c:pt>
                <c:pt idx="541">
                  <c:v>2.4061379392800002</c:v>
                </c:pt>
                <c:pt idx="542">
                  <c:v>2.3473283404899998</c:v>
                </c:pt>
                <c:pt idx="543">
                  <c:v>2.2885319324600002</c:v>
                </c:pt>
                <c:pt idx="544">
                  <c:v>2.2298873112400002</c:v>
                </c:pt>
                <c:pt idx="545">
                  <c:v>2.1715195226800001</c:v>
                </c:pt>
                <c:pt idx="546">
                  <c:v>2.2062942997700001</c:v>
                </c:pt>
                <c:pt idx="547">
                  <c:v>2.1451646760199998</c:v>
                </c:pt>
                <c:pt idx="548">
                  <c:v>2.0847498828200002</c:v>
                </c:pt>
                <c:pt idx="549">
                  <c:v>2.0251255958200001</c:v>
                </c:pt>
                <c:pt idx="550">
                  <c:v>1.9663584088799999</c:v>
                </c:pt>
                <c:pt idx="551">
                  <c:v>1.9085065399700001</c:v>
                </c:pt>
                <c:pt idx="552">
                  <c:v>1.8516204897099999</c:v>
                </c:pt>
                <c:pt idx="553">
                  <c:v>1.7957436557199999</c:v>
                </c:pt>
                <c:pt idx="554">
                  <c:v>1.7409129052600001</c:v>
                </c:pt>
                <c:pt idx="555">
                  <c:v>1.68715910906</c:v>
                </c:pt>
                <c:pt idx="556">
                  <c:v>1.6345076384899999</c:v>
                </c:pt>
                <c:pt idx="557">
                  <c:v>1.6661340338899999</c:v>
                </c:pt>
                <c:pt idx="558">
                  <c:v>1.5397834689000001</c:v>
                </c:pt>
                <c:pt idx="559">
                  <c:v>1.42179426862</c:v>
                </c:pt>
                <c:pt idx="560">
                  <c:v>1.3116513894699999</c:v>
                </c:pt>
                <c:pt idx="561">
                  <c:v>1.2088701377</c:v>
                </c:pt>
                <c:pt idx="562">
                  <c:v>1.11299443415</c:v>
                </c:pt>
                <c:pt idx="563">
                  <c:v>1.0235951759999999</c:v>
                </c:pt>
                <c:pt idx="564">
                  <c:v>0.94026869029899995</c:v>
                </c:pt>
                <c:pt idx="565">
                  <c:v>0.86263527412800001</c:v>
                </c:pt>
                <c:pt idx="566">
                  <c:v>0.79033781673500003</c:v>
                </c:pt>
                <c:pt idx="567">
                  <c:v>0.72304049899900003</c:v>
                </c:pt>
                <c:pt idx="568">
                  <c:v>0.66042756603700004</c:v>
                </c:pt>
                <c:pt idx="569">
                  <c:v>0.60220216888199996</c:v>
                </c:pt>
                <c:pt idx="570">
                  <c:v>0.54808527142399999</c:v>
                </c:pt>
                <c:pt idx="571">
                  <c:v>0.49781461900200003</c:v>
                </c:pt>
                <c:pt idx="572">
                  <c:v>0.45114376522299998</c:v>
                </c:pt>
                <c:pt idx="573">
                  <c:v>0.22525078768099999</c:v>
                </c:pt>
                <c:pt idx="574">
                  <c:v>2.0318594580500001E-2</c:v>
                </c:pt>
                <c:pt idx="575">
                  <c:v>-0.16516005107699999</c:v>
                </c:pt>
                <c:pt idx="576">
                  <c:v>-0.332595225331</c:v>
                </c:pt>
                <c:pt idx="577">
                  <c:v>-0.483305735387</c:v>
                </c:pt>
                <c:pt idx="578">
                  <c:v>-0.61852466812100004</c:v>
                </c:pt>
                <c:pt idx="579">
                  <c:v>-0.73940461446299999</c:v>
                </c:pt>
                <c:pt idx="580">
                  <c:v>-0.84702258808300002</c:v>
                </c:pt>
                <c:pt idx="581">
                  <c:v>-0.94238465576899999</c:v>
                </c:pt>
                <c:pt idx="582">
                  <c:v>-1.02643029591</c:v>
                </c:pt>
                <c:pt idx="583">
                  <c:v>-1.1000365006199999</c:v>
                </c:pt>
                <c:pt idx="584">
                  <c:v>-1.16402163608</c:v>
                </c:pt>
                <c:pt idx="585">
                  <c:v>-1.21914907502</c:v>
                </c:pt>
                <c:pt idx="586">
                  <c:v>-1.2661306143</c:v>
                </c:pt>
                <c:pt idx="587">
                  <c:v>-1.52863652497</c:v>
                </c:pt>
                <c:pt idx="588">
                  <c:v>-1.8352213426899999</c:v>
                </c:pt>
                <c:pt idx="589">
                  <c:v>-2.1304240248499999</c:v>
                </c:pt>
                <c:pt idx="590">
                  <c:v>-2.3716000881200001</c:v>
                </c:pt>
                <c:pt idx="591">
                  <c:v>-2.5841841999600002</c:v>
                </c:pt>
                <c:pt idx="592">
                  <c:v>-2.7703915983099998</c:v>
                </c:pt>
                <c:pt idx="593">
                  <c:v>-2.93228945219</c:v>
                </c:pt>
                <c:pt idx="594">
                  <c:v>-3.0718060353899999</c:v>
                </c:pt>
                <c:pt idx="595">
                  <c:v>-3.19073935759</c:v>
                </c:pt>
                <c:pt idx="596">
                  <c:v>-3.2907652839299999</c:v>
                </c:pt>
                <c:pt idx="597">
                  <c:v>-3.3734451724499999</c:v>
                </c:pt>
                <c:pt idx="598">
                  <c:v>-3.4402330570799999</c:v>
                </c:pt>
                <c:pt idx="599">
                  <c:v>-3.4924824023499998</c:v>
                </c:pt>
                <c:pt idx="600">
                  <c:v>-3.8566890851000002</c:v>
                </c:pt>
                <c:pt idx="601">
                  <c:v>-3.4116299160199999</c:v>
                </c:pt>
                <c:pt idx="602">
                  <c:v>-3.0008089293200002</c:v>
                </c:pt>
                <c:pt idx="603">
                  <c:v>-2.6219450972399998</c:v>
                </c:pt>
                <c:pt idx="604">
                  <c:v>-2.2728984482199999</c:v>
                </c:pt>
                <c:pt idx="605">
                  <c:v>-1.95166173367</c:v>
                </c:pt>
                <c:pt idx="606">
                  <c:v>-1.6563525721400001</c:v>
                </c:pt>
                <c:pt idx="607">
                  <c:v>-1.38520604396</c:v>
                </c:pt>
                <c:pt idx="608">
                  <c:v>-1.1365677112899999</c:v>
                </c:pt>
                <c:pt idx="609">
                  <c:v>-0.90888703956799999</c:v>
                </c:pt>
                <c:pt idx="610">
                  <c:v>-0.700711197861</c:v>
                </c:pt>
                <c:pt idx="611">
                  <c:v>-0.51067921679700001</c:v>
                </c:pt>
                <c:pt idx="612">
                  <c:v>-0.33751648393400002</c:v>
                </c:pt>
                <c:pt idx="613">
                  <c:v>-0.18002955757299999</c:v>
                </c:pt>
                <c:pt idx="614">
                  <c:v>-3.7101281020000001E-2</c:v>
                </c:pt>
                <c:pt idx="615">
                  <c:v>9.2313819659200005E-2</c:v>
                </c:pt>
                <c:pt idx="616">
                  <c:v>0.20919387042000001</c:v>
                </c:pt>
                <c:pt idx="617">
                  <c:v>0.31445373170699997</c:v>
                </c:pt>
                <c:pt idx="618">
                  <c:v>0.40894884290900002</c:v>
                </c:pt>
                <c:pt idx="619">
                  <c:v>0.49347884229099997</c:v>
                </c:pt>
                <c:pt idx="620">
                  <c:v>0.56879097518499999</c:v>
                </c:pt>
                <c:pt idx="621">
                  <c:v>0.63558330245799999</c:v>
                </c:pt>
                <c:pt idx="622">
                  <c:v>0.69450772065099997</c:v>
                </c:pt>
                <c:pt idx="623">
                  <c:v>0.74617280451000001</c:v>
                </c:pt>
                <c:pt idx="624">
                  <c:v>0.79114648206299998</c:v>
                </c:pt>
                <c:pt idx="625">
                  <c:v>0.82995855181699996</c:v>
                </c:pt>
                <c:pt idx="626">
                  <c:v>0.86310305108999996</c:v>
                </c:pt>
                <c:pt idx="627">
                  <c:v>0.89104048404299996</c:v>
                </c:pt>
                <c:pt idx="628">
                  <c:v>0.91419991743899998</c:v>
                </c:pt>
                <c:pt idx="629">
                  <c:v>0.93298095174200002</c:v>
                </c:pt>
                <c:pt idx="630">
                  <c:v>0.94775557472600003</c:v>
                </c:pt>
                <c:pt idx="631">
                  <c:v>0.95886990437800002</c:v>
                </c:pt>
                <c:pt idx="632">
                  <c:v>0.96664582746000005</c:v>
                </c:pt>
                <c:pt idx="633">
                  <c:v>0.97138253979199995</c:v>
                </c:pt>
                <c:pt idx="634">
                  <c:v>0.97335799391900002</c:v>
                </c:pt>
                <c:pt idx="635">
                  <c:v>0.97283025954699998</c:v>
                </c:pt>
                <c:pt idx="636">
                  <c:v>0.97003880180799995</c:v>
                </c:pt>
                <c:pt idx="637">
                  <c:v>0.96520568214000002</c:v>
                </c:pt>
                <c:pt idx="638">
                  <c:v>0.95853668626999999</c:v>
                </c:pt>
                <c:pt idx="639">
                  <c:v>0.95022238358699995</c:v>
                </c:pt>
                <c:pt idx="640">
                  <c:v>0.94043912187599998</c:v>
                </c:pt>
                <c:pt idx="641">
                  <c:v>0.92934996123500002</c:v>
                </c:pt>
                <c:pt idx="642">
                  <c:v>0.91710555071300004</c:v>
                </c:pt>
                <c:pt idx="643">
                  <c:v>0.90384495104700002</c:v>
                </c:pt>
                <c:pt idx="644">
                  <c:v>0.93032402483499999</c:v>
                </c:pt>
                <c:pt idx="645">
                  <c:v>0.95207044167699995</c:v>
                </c:pt>
                <c:pt idx="646">
                  <c:v>0.96948284807200003</c:v>
                </c:pt>
                <c:pt idx="647">
                  <c:v>0.98293226303500003</c:v>
                </c:pt>
                <c:pt idx="648">
                  <c:v>0.99276382469900004</c:v>
                </c:pt>
                <c:pt idx="649">
                  <c:v>0.99929843227899995</c:v>
                </c:pt>
                <c:pt idx="650">
                  <c:v>1.00283428942</c:v>
                </c:pt>
                <c:pt idx="651">
                  <c:v>1.0036483546799999</c:v>
                </c:pt>
                <c:pt idx="652">
                  <c:v>1.0019977044899999</c:v>
                </c:pt>
                <c:pt idx="653">
                  <c:v>0.99812081372499994</c:v>
                </c:pt>
                <c:pt idx="654">
                  <c:v>0.99223875863199995</c:v>
                </c:pt>
                <c:pt idx="655">
                  <c:v>0.98455634670299996</c:v>
                </c:pt>
                <c:pt idx="656">
                  <c:v>0.97526317769000004</c:v>
                </c:pt>
                <c:pt idx="657">
                  <c:v>1.0160279165299999</c:v>
                </c:pt>
                <c:pt idx="658">
                  <c:v>1.0020045842700001</c:v>
                </c:pt>
                <c:pt idx="659">
                  <c:v>0.98693241144699995</c:v>
                </c:pt>
                <c:pt idx="660">
                  <c:v>0.97094705862999997</c:v>
                </c:pt>
                <c:pt idx="661">
                  <c:v>0.95417344865300002</c:v>
                </c:pt>
                <c:pt idx="662">
                  <c:v>0.93672649129200003</c:v>
                </c:pt>
                <c:pt idx="663">
                  <c:v>0.918711762815</c:v>
                </c:pt>
                <c:pt idx="664">
                  <c:v>0.90022614306299997</c:v>
                </c:pt>
                <c:pt idx="665">
                  <c:v>0.88135841258699998</c:v>
                </c:pt>
                <c:pt idx="666">
                  <c:v>0.862189812231</c:v>
                </c:pt>
                <c:pt idx="667">
                  <c:v>0.84279456738799996</c:v>
                </c:pt>
                <c:pt idx="668">
                  <c:v>0.823240379061</c:v>
                </c:pt>
                <c:pt idx="669">
                  <c:v>0.80358888371100001</c:v>
                </c:pt>
                <c:pt idx="670">
                  <c:v>0.78389608376200004</c:v>
                </c:pt>
                <c:pt idx="671">
                  <c:v>0.76421275055100002</c:v>
                </c:pt>
                <c:pt idx="672">
                  <c:v>0.87392102433999996</c:v>
                </c:pt>
                <c:pt idx="673">
                  <c:v>0.84931235730800003</c:v>
                </c:pt>
                <c:pt idx="674">
                  <c:v>0.825025366496</c:v>
                </c:pt>
                <c:pt idx="675">
                  <c:v>0.80108720864799998</c:v>
                </c:pt>
                <c:pt idx="676">
                  <c:v>0.77752162648000001</c:v>
                </c:pt>
                <c:pt idx="677">
                  <c:v>0.75434921709199998</c:v>
                </c:pt>
                <c:pt idx="678">
                  <c:v>0.73158768232299998</c:v>
                </c:pt>
                <c:pt idx="679">
                  <c:v>0.74053427130399996</c:v>
                </c:pt>
                <c:pt idx="680">
                  <c:v>0.74686806789000004</c:v>
                </c:pt>
                <c:pt idx="681">
                  <c:v>0.75082264678099997</c:v>
                </c:pt>
                <c:pt idx="682">
                  <c:v>0.75261501423599997</c:v>
                </c:pt>
                <c:pt idx="683">
                  <c:v>0.75244666860800002</c:v>
                </c:pt>
                <c:pt idx="684">
                  <c:v>0.75050459683899995</c:v>
                </c:pt>
                <c:pt idx="685">
                  <c:v>0.74696221063900003</c:v>
                </c:pt>
                <c:pt idx="686">
                  <c:v>0.89994508653799998</c:v>
                </c:pt>
                <c:pt idx="687">
                  <c:v>0.93896419687300003</c:v>
                </c:pt>
                <c:pt idx="688">
                  <c:v>0.923544656011</c:v>
                </c:pt>
                <c:pt idx="689">
                  <c:v>0.90739576374999997</c:v>
                </c:pt>
                <c:pt idx="690">
                  <c:v>0.89062533830599999</c:v>
                </c:pt>
                <c:pt idx="691">
                  <c:v>0.87333241599699996</c:v>
                </c:pt>
                <c:pt idx="692">
                  <c:v>0.855607851383</c:v>
                </c:pt>
                <c:pt idx="693">
                  <c:v>0.83753487976200003</c:v>
                </c:pt>
                <c:pt idx="694">
                  <c:v>0.819189644253</c:v>
                </c:pt>
                <c:pt idx="695">
                  <c:v>0.80064168960000004</c:v>
                </c:pt>
                <c:pt idx="696">
                  <c:v>0.78195442467200005</c:v>
                </c:pt>
                <c:pt idx="697">
                  <c:v>0.76318555554300005</c:v>
                </c:pt>
                <c:pt idx="698">
                  <c:v>0.74438749093099998</c:v>
                </c:pt>
                <c:pt idx="699">
                  <c:v>0.72560772164800003</c:v>
                </c:pt>
                <c:pt idx="700">
                  <c:v>0.38165254505399998</c:v>
                </c:pt>
                <c:pt idx="701">
                  <c:v>0.83495484651899998</c:v>
                </c:pt>
                <c:pt idx="702">
                  <c:v>1.2431337328200001</c:v>
                </c:pt>
                <c:pt idx="703">
                  <c:v>1.609512383</c:v>
                </c:pt>
                <c:pt idx="704">
                  <c:v>1.9371971585400001</c:v>
                </c:pt>
                <c:pt idx="705">
                  <c:v>2.2290908475800002</c:v>
                </c:pt>
                <c:pt idx="706">
                  <c:v>2.4879051330599999</c:v>
                </c:pt>
                <c:pt idx="707">
                  <c:v>2.7161723287699999</c:v>
                </c:pt>
                <c:pt idx="708">
                  <c:v>2.9162564253699998</c:v>
                </c:pt>
                <c:pt idx="709">
                  <c:v>3.1216456946300002</c:v>
                </c:pt>
                <c:pt idx="710">
                  <c:v>3.3000645409299998</c:v>
                </c:pt>
                <c:pt idx="711">
                  <c:v>3.4536551578200001</c:v>
                </c:pt>
                <c:pt idx="712">
                  <c:v>3.5844149378300001</c:v>
                </c:pt>
                <c:pt idx="713">
                  <c:v>3.6942055011799999</c:v>
                </c:pt>
                <c:pt idx="714">
                  <c:v>3.7847611882300001</c:v>
                </c:pt>
                <c:pt idx="715">
                  <c:v>3.8576970465199998</c:v>
                </c:pt>
                <c:pt idx="716">
                  <c:v>3.9145163414900002</c:v>
                </c:pt>
                <c:pt idx="717">
                  <c:v>3.9566176182800001</c:v>
                </c:pt>
                <c:pt idx="718">
                  <c:v>3.98530134072</c:v>
                </c:pt>
                <c:pt idx="719">
                  <c:v>4.0017761317099998</c:v>
                </c:pt>
                <c:pt idx="720">
                  <c:v>4.0071646382599999</c:v>
                </c:pt>
                <c:pt idx="721">
                  <c:v>4.0025090428999999</c:v>
                </c:pt>
                <c:pt idx="722">
                  <c:v>3.9887762419300001</c:v>
                </c:pt>
                <c:pt idx="723">
                  <c:v>3.96686271011</c:v>
                </c:pt>
                <c:pt idx="724">
                  <c:v>3.9375990697500001</c:v>
                </c:pt>
                <c:pt idx="725">
                  <c:v>3.90175438175</c:v>
                </c:pt>
                <c:pt idx="726">
                  <c:v>3.8600401746599999</c:v>
                </c:pt>
                <c:pt idx="727">
                  <c:v>3.8131142271799998</c:v>
                </c:pt>
                <c:pt idx="728">
                  <c:v>3.7615841186000001</c:v>
                </c:pt>
                <c:pt idx="729">
                  <c:v>3.7060105606999998</c:v>
                </c:pt>
                <c:pt idx="730">
                  <c:v>3.6469105240999999</c:v>
                </c:pt>
                <c:pt idx="731">
                  <c:v>3.5847601711300001</c:v>
                </c:pt>
                <c:pt idx="732">
                  <c:v>3.5199976066800001</c:v>
                </c:pt>
                <c:pt idx="733">
                  <c:v>3.4530254577599999</c:v>
                </c:pt>
                <c:pt idx="734">
                  <c:v>3.3842132920300001</c:v>
                </c:pt>
                <c:pt idx="735">
                  <c:v>3.3138998847200001</c:v>
                </c:pt>
                <c:pt idx="736">
                  <c:v>3.2423953431400001</c:v>
                </c:pt>
                <c:pt idx="737">
                  <c:v>3.1699830971999998</c:v>
                </c:pt>
                <c:pt idx="738">
                  <c:v>3.0969217639200002</c:v>
                </c:pt>
                <c:pt idx="739">
                  <c:v>3.0234468935400001</c:v>
                </c:pt>
                <c:pt idx="740">
                  <c:v>2.8323782732299998</c:v>
                </c:pt>
                <c:pt idx="741">
                  <c:v>2.6527552289099998</c:v>
                </c:pt>
                <c:pt idx="742">
                  <c:v>2.3529714552700001</c:v>
                </c:pt>
                <c:pt idx="743">
                  <c:v>2.0473409711800001</c:v>
                </c:pt>
                <c:pt idx="744">
                  <c:v>1.7930262583100001</c:v>
                </c:pt>
                <c:pt idx="745">
                  <c:v>1.3356411183500001</c:v>
                </c:pt>
                <c:pt idx="746">
                  <c:v>0.91860501465900002</c:v>
                </c:pt>
                <c:pt idx="747">
                  <c:v>0.53907017792400003</c:v>
                </c:pt>
                <c:pt idx="748">
                  <c:v>0.194370640565</c:v>
                </c:pt>
                <c:pt idx="749">
                  <c:v>-0.117988722804</c:v>
                </c:pt>
                <c:pt idx="750">
                  <c:v>-0.40034251833099999</c:v>
                </c:pt>
                <c:pt idx="751">
                  <c:v>-0.65487455533200001</c:v>
                </c:pt>
                <c:pt idx="752">
                  <c:v>-0.88362700216000001</c:v>
                </c:pt>
                <c:pt idx="753">
                  <c:v>-1.0885090076899999</c:v>
                </c:pt>
                <c:pt idx="754">
                  <c:v>-1.27130481876</c:v>
                </c:pt>
                <c:pt idx="755">
                  <c:v>-1.4336814222000001</c:v>
                </c:pt>
                <c:pt idx="756">
                  <c:v>-1.5771957385699999</c:v>
                </c:pt>
                <c:pt idx="757">
                  <c:v>-1.8342457536500001</c:v>
                </c:pt>
                <c:pt idx="758">
                  <c:v>-2.0624713454600001</c:v>
                </c:pt>
                <c:pt idx="759">
                  <c:v>-2.2640726702</c:v>
                </c:pt>
                <c:pt idx="760">
                  <c:v>-2.4411038392000002</c:v>
                </c:pt>
                <c:pt idx="761">
                  <c:v>-2.5954819310800001</c:v>
                </c:pt>
                <c:pt idx="762">
                  <c:v>-2.7289954721799998</c:v>
                </c:pt>
                <c:pt idx="763">
                  <c:v>-2.8433124158499998</c:v>
                </c:pt>
                <c:pt idx="764">
                  <c:v>-2.9399876491399999</c:v>
                </c:pt>
                <c:pt idx="765">
                  <c:v>-3.02047005403</c:v>
                </c:pt>
                <c:pt idx="766">
                  <c:v>-3.0861091489299999</c:v>
                </c:pt>
                <c:pt idx="767">
                  <c:v>-3.3855206948999998</c:v>
                </c:pt>
                <c:pt idx="768">
                  <c:v>-3.6483867704000001</c:v>
                </c:pt>
                <c:pt idx="769">
                  <c:v>-3.8775598916399998</c:v>
                </c:pt>
                <c:pt idx="770">
                  <c:v>-4.07570126306</c:v>
                </c:pt>
                <c:pt idx="771">
                  <c:v>-4.2452926531599999</c:v>
                </c:pt>
                <c:pt idx="772">
                  <c:v>-4.3886475670599996</c:v>
                </c:pt>
                <c:pt idx="773">
                  <c:v>-4.50792175601</c:v>
                </c:pt>
                <c:pt idx="774">
                  <c:v>-4.6051231020700003</c:v>
                </c:pt>
                <c:pt idx="775">
                  <c:v>-4.6821209138600004</c:v>
                </c:pt>
                <c:pt idx="776">
                  <c:v>-4.7406546672600003</c:v>
                </c:pt>
                <c:pt idx="777">
                  <c:v>-4.7823422231499997</c:v>
                </c:pt>
                <c:pt idx="778">
                  <c:v>-4.7995638112799996</c:v>
                </c:pt>
                <c:pt idx="779">
                  <c:v>-4.7828634459100003</c:v>
                </c:pt>
                <c:pt idx="780">
                  <c:v>-4.7563759595299997</c:v>
                </c:pt>
                <c:pt idx="781">
                  <c:v>-4.7210957221800003</c:v>
                </c:pt>
                <c:pt idx="782">
                  <c:v>-4.6779433912100004</c:v>
                </c:pt>
                <c:pt idx="783">
                  <c:v>-4.6277707361799996</c:v>
                </c:pt>
                <c:pt idx="784">
                  <c:v>-4.5713651683699998</c:v>
                </c:pt>
                <c:pt idx="785">
                  <c:v>-4.5094539923900001</c:v>
                </c:pt>
                <c:pt idx="786">
                  <c:v>-4.6657152312000001</c:v>
                </c:pt>
                <c:pt idx="787">
                  <c:v>-4.7960085212900001</c:v>
                </c:pt>
                <c:pt idx="788">
                  <c:v>-4.90249512813</c:v>
                </c:pt>
                <c:pt idx="789">
                  <c:v>-4.9871872714099998</c:v>
                </c:pt>
                <c:pt idx="790">
                  <c:v>-5.0519575224500004</c:v>
                </c:pt>
                <c:pt idx="791">
                  <c:v>-5.0985476394399996</c:v>
                </c:pt>
                <c:pt idx="792">
                  <c:v>-5.24597120421</c:v>
                </c:pt>
                <c:pt idx="793">
                  <c:v>-5.3668876572600004</c:v>
                </c:pt>
                <c:pt idx="794">
                  <c:v>-5.4635318756400002</c:v>
                </c:pt>
                <c:pt idx="795">
                  <c:v>-5.5379837929200004</c:v>
                </c:pt>
                <c:pt idx="796">
                  <c:v>-5.5921781967699999</c:v>
                </c:pt>
                <c:pt idx="797">
                  <c:v>-5.6279139393199999</c:v>
                </c:pt>
                <c:pt idx="798">
                  <c:v>-5.6468625945099999</c:v>
                </c:pt>
                <c:pt idx="799">
                  <c:v>-5.6505765942500004</c:v>
                </c:pt>
                <c:pt idx="800">
                  <c:v>-5.9657335042500002</c:v>
                </c:pt>
              </c:numCache>
            </c:numRef>
          </c:yVal>
          <c:smooth val="1"/>
          <c:extLst>
            <c:ext xmlns:c16="http://schemas.microsoft.com/office/drawing/2014/chart" uri="{C3380CC4-5D6E-409C-BE32-E72D297353CC}">
              <c16:uniqueId val="{00000000-66E2-49C4-89A9-1B1E02D6B67A}"/>
            </c:ext>
          </c:extLst>
        </c:ser>
        <c:dLbls>
          <c:showLegendKey val="0"/>
          <c:showVal val="0"/>
          <c:showCatName val="0"/>
          <c:showSerName val="0"/>
          <c:showPercent val="0"/>
          <c:showBubbleSize val="0"/>
        </c:dLbls>
        <c:axId val="48650112"/>
        <c:axId val="48672768"/>
      </c:scatterChart>
      <c:valAx>
        <c:axId val="48672768"/>
        <c:scaling>
          <c:orientation val="minMax"/>
          <c:max val="6"/>
          <c:min val="-6"/>
        </c:scaling>
        <c:delete val="0"/>
        <c:axPos val="l"/>
        <c:title>
          <c:tx>
            <c:rich>
              <a:bodyPr/>
              <a:lstStyle/>
              <a:p>
                <a:r>
                  <a:rPr lang="en-US" sz="1650">
                    <a:solidFill>
                      <a:srgbClr val="617184"/>
                    </a:solidFill>
                    <a:latin typeface="Arial"/>
                    <a:ea typeface="Arial"/>
                    <a:cs typeface="Arial"/>
                  </a:rPr>
                  <a:t>Total (a.u.)</a:t>
                </a:r>
              </a:p>
            </c:rich>
          </c:tx>
          <c:overlay val="0"/>
        </c:title>
        <c:numFmt formatCode="0" sourceLinked="1"/>
        <c:majorTickMark val="none"/>
        <c:minorTickMark val="none"/>
        <c:tickLblPos val="nextTo"/>
        <c:spPr>
          <a:ln w="9525">
            <a:solidFill>
              <a:srgbClr val="D9E1E8"/>
            </a:solidFill>
          </a:ln>
        </c:spPr>
        <c:txPr>
          <a:bodyPr anchorCtr="1"/>
          <a:lstStyle/>
          <a:p>
            <a:pPr>
              <a:defRPr sz="1500">
                <a:solidFill>
                  <a:srgbClr val="617184"/>
                </a:solidFill>
                <a:latin typeface="Arial"/>
                <a:ea typeface="Arial"/>
                <a:cs typeface="Arial"/>
              </a:defRPr>
            </a:pPr>
            <a:endParaRPr lang="zh-CN"/>
          </a:p>
        </c:txPr>
        <c:crossAx val="48650112"/>
        <c:crosses val="autoZero"/>
        <c:crossBetween val="midCat"/>
        <c:majorUnit val="2"/>
      </c:valAx>
      <c:valAx>
        <c:axId val="48650112"/>
        <c:scaling>
          <c:orientation val="minMax"/>
          <c:max val="1.2"/>
          <c:min val="0.4"/>
        </c:scaling>
        <c:delete val="0"/>
        <c:axPos val="b"/>
        <c:title>
          <c:tx>
            <c:rich>
              <a:bodyPr/>
              <a:lstStyle/>
              <a:p>
                <a:r>
                  <a:rPr lang="en-US" sz="1650">
                    <a:solidFill>
                      <a:srgbClr val="617184"/>
                    </a:solidFill>
                    <a:latin typeface="Arial"/>
                    <a:ea typeface="Arial"/>
                    <a:cs typeface="Arial"/>
                  </a:rPr>
                  <a:t>Time (s)</a:t>
                </a:r>
              </a:p>
            </c:rich>
          </c:tx>
          <c:overlay val="0"/>
        </c:title>
        <c:numFmt formatCode="General" sourceLinked="1"/>
        <c:majorTickMark val="none"/>
        <c:minorTickMark val="none"/>
        <c:tickLblPos val="nextTo"/>
        <c:spPr>
          <a:ln w="9525">
            <a:solidFill>
              <a:srgbClr val="D9E1E8"/>
            </a:solidFill>
          </a:ln>
        </c:spPr>
        <c:txPr>
          <a:bodyPr anchorCtr="1"/>
          <a:lstStyle/>
          <a:p>
            <a:pPr>
              <a:defRPr sz="1500">
                <a:solidFill>
                  <a:srgbClr val="617184"/>
                </a:solidFill>
                <a:latin typeface="Arial"/>
                <a:ea typeface="Arial"/>
                <a:cs typeface="Arial"/>
              </a:defRPr>
            </a:pPr>
            <a:endParaRPr lang="zh-CN"/>
          </a:p>
        </c:txPr>
        <c:crossAx val="48672768"/>
        <c:crosses val="autoZero"/>
        <c:crossBetween val="midCat"/>
        <c:majorUnit val="0.4"/>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scatterChart>
        <c:scatterStyle val="lineMarker"/>
        <c:varyColors val="1"/>
        <c:ser>
          <c:idx val="0"/>
          <c:order val="0"/>
          <c:tx>
            <c:v>Neuron 0</c:v>
          </c:tx>
          <c:spPr>
            <a:ln w="0">
              <a:noFill/>
            </a:ln>
          </c:spPr>
          <c:marker>
            <c:symbol val="square"/>
            <c:size val="5"/>
            <c:spPr>
              <a:noFill/>
            </c:spPr>
          </c:marker>
          <c:xVal>
            <c:numRef>
              <c:f>'Chart Data'!$A$2:$A$9</c:f>
              <c:numCache>
                <c:formatCode>General</c:formatCode>
                <c:ptCount val="8"/>
                <c:pt idx="0">
                  <c:v>0.48745401188499998</c:v>
                </c:pt>
                <c:pt idx="1">
                  <c:v>0.58745401188500002</c:v>
                </c:pt>
                <c:pt idx="2">
                  <c:v>0.68745401188499999</c:v>
                </c:pt>
                <c:pt idx="3">
                  <c:v>0.78745401188499997</c:v>
                </c:pt>
                <c:pt idx="4">
                  <c:v>0.88745401188499995</c:v>
                </c:pt>
                <c:pt idx="5">
                  <c:v>0.98745401188500004</c:v>
                </c:pt>
                <c:pt idx="6">
                  <c:v>1.08745401188</c:v>
                </c:pt>
                <c:pt idx="7">
                  <c:v>1.1874540118800001</c:v>
                </c:pt>
              </c:numCache>
            </c:numRef>
          </c:xVal>
          <c:yVal>
            <c:numRef>
              <c:f>'Chart Data'!$B$2:$B$9</c:f>
              <c:numCache>
                <c:formatCode>0</c:formatCode>
                <c:ptCount val="8"/>
                <c:pt idx="0">
                  <c:v>0</c:v>
                </c:pt>
                <c:pt idx="1">
                  <c:v>0</c:v>
                </c:pt>
                <c:pt idx="2">
                  <c:v>0</c:v>
                </c:pt>
                <c:pt idx="3">
                  <c:v>0</c:v>
                </c:pt>
                <c:pt idx="4">
                  <c:v>0</c:v>
                </c:pt>
                <c:pt idx="5">
                  <c:v>0</c:v>
                </c:pt>
                <c:pt idx="6">
                  <c:v>0</c:v>
                </c:pt>
                <c:pt idx="7">
                  <c:v>0</c:v>
                </c:pt>
              </c:numCache>
            </c:numRef>
          </c:yVal>
          <c:smooth val="1"/>
          <c:extLst>
            <c:ext xmlns:c16="http://schemas.microsoft.com/office/drawing/2014/chart" uri="{C3380CC4-5D6E-409C-BE32-E72D297353CC}">
              <c16:uniqueId val="{00000000-8E02-4B5C-9899-43064C880037}"/>
            </c:ext>
          </c:extLst>
        </c:ser>
        <c:ser>
          <c:idx val="1"/>
          <c:order val="1"/>
          <c:tx>
            <c:v>Neuron 1</c:v>
          </c:tx>
          <c:spPr>
            <a:ln w="0">
              <a:noFill/>
            </a:ln>
          </c:spPr>
          <c:marker>
            <c:symbol val="square"/>
            <c:size val="5"/>
            <c:spPr>
              <a:noFill/>
            </c:spPr>
          </c:marker>
          <c:xVal>
            <c:numRef>
              <c:f>'Chart Data'!$C$2:$C$9</c:f>
              <c:numCache>
                <c:formatCode>General</c:formatCode>
                <c:ptCount val="8"/>
                <c:pt idx="0">
                  <c:v>0.44507143064100002</c:v>
                </c:pt>
                <c:pt idx="1">
                  <c:v>0.54507143064100005</c:v>
                </c:pt>
                <c:pt idx="2">
                  <c:v>0.64507143064100003</c:v>
                </c:pt>
                <c:pt idx="3">
                  <c:v>0.74507143064100001</c:v>
                </c:pt>
                <c:pt idx="4">
                  <c:v>0.84507143064099999</c:v>
                </c:pt>
                <c:pt idx="5">
                  <c:v>0.94507143064099997</c:v>
                </c:pt>
                <c:pt idx="6">
                  <c:v>1.04507143064</c:v>
                </c:pt>
                <c:pt idx="7">
                  <c:v>1.1450714306400001</c:v>
                </c:pt>
              </c:numCache>
            </c:numRef>
          </c:xVal>
          <c:yVal>
            <c:numRef>
              <c:f>'Chart Data'!$D$2:$D$9</c:f>
              <c:numCache>
                <c:formatCode>0</c:formatCode>
                <c:ptCount val="8"/>
                <c:pt idx="0">
                  <c:v>1</c:v>
                </c:pt>
                <c:pt idx="1">
                  <c:v>1</c:v>
                </c:pt>
                <c:pt idx="2">
                  <c:v>1</c:v>
                </c:pt>
                <c:pt idx="3">
                  <c:v>1</c:v>
                </c:pt>
                <c:pt idx="4">
                  <c:v>1</c:v>
                </c:pt>
                <c:pt idx="5">
                  <c:v>1</c:v>
                </c:pt>
                <c:pt idx="6">
                  <c:v>1</c:v>
                </c:pt>
                <c:pt idx="7">
                  <c:v>1</c:v>
                </c:pt>
              </c:numCache>
            </c:numRef>
          </c:yVal>
          <c:smooth val="1"/>
          <c:extLst>
            <c:ext xmlns:c16="http://schemas.microsoft.com/office/drawing/2014/chart" uri="{C3380CC4-5D6E-409C-BE32-E72D297353CC}">
              <c16:uniqueId val="{00000001-8E02-4B5C-9899-43064C880037}"/>
            </c:ext>
          </c:extLst>
        </c:ser>
        <c:ser>
          <c:idx val="2"/>
          <c:order val="2"/>
          <c:tx>
            <c:v>Neuron 2</c:v>
          </c:tx>
          <c:spPr>
            <a:ln w="0">
              <a:noFill/>
            </a:ln>
          </c:spPr>
          <c:marker>
            <c:symbol val="square"/>
            <c:size val="5"/>
            <c:spPr>
              <a:noFill/>
            </c:spPr>
          </c:marker>
          <c:xVal>
            <c:numRef>
              <c:f>'Chart Data'!$E$2:$E$9</c:f>
              <c:numCache>
                <c:formatCode>General</c:formatCode>
                <c:ptCount val="8"/>
                <c:pt idx="0">
                  <c:v>0.423199394181</c:v>
                </c:pt>
                <c:pt idx="1">
                  <c:v>0.52319939418100003</c:v>
                </c:pt>
                <c:pt idx="2">
                  <c:v>0.62319939418100001</c:v>
                </c:pt>
                <c:pt idx="3">
                  <c:v>0.72319939418099999</c:v>
                </c:pt>
                <c:pt idx="4">
                  <c:v>0.82319939418099997</c:v>
                </c:pt>
                <c:pt idx="5">
                  <c:v>0.92319939418100005</c:v>
                </c:pt>
                <c:pt idx="6">
                  <c:v>1.0231993941799999</c:v>
                </c:pt>
                <c:pt idx="7">
                  <c:v>1.12319939418</c:v>
                </c:pt>
              </c:numCache>
            </c:numRef>
          </c:xVal>
          <c:yVal>
            <c:numRef>
              <c:f>'Chart Data'!$F$2:$F$9</c:f>
              <c:numCache>
                <c:formatCode>0</c:formatCode>
                <c:ptCount val="8"/>
                <c:pt idx="0">
                  <c:v>2</c:v>
                </c:pt>
                <c:pt idx="1">
                  <c:v>2</c:v>
                </c:pt>
                <c:pt idx="2">
                  <c:v>2</c:v>
                </c:pt>
                <c:pt idx="3">
                  <c:v>2</c:v>
                </c:pt>
                <c:pt idx="4">
                  <c:v>2</c:v>
                </c:pt>
                <c:pt idx="5">
                  <c:v>2</c:v>
                </c:pt>
                <c:pt idx="6">
                  <c:v>2</c:v>
                </c:pt>
                <c:pt idx="7">
                  <c:v>2</c:v>
                </c:pt>
              </c:numCache>
            </c:numRef>
          </c:yVal>
          <c:smooth val="1"/>
          <c:extLst>
            <c:ext xmlns:c16="http://schemas.microsoft.com/office/drawing/2014/chart" uri="{C3380CC4-5D6E-409C-BE32-E72D297353CC}">
              <c16:uniqueId val="{00000002-8E02-4B5C-9899-43064C880037}"/>
            </c:ext>
          </c:extLst>
        </c:ser>
        <c:ser>
          <c:idx val="3"/>
          <c:order val="3"/>
          <c:tx>
            <c:v>Neuron 3</c:v>
          </c:tx>
          <c:spPr>
            <a:ln w="0">
              <a:noFill/>
            </a:ln>
          </c:spPr>
          <c:marker>
            <c:symbol val="square"/>
            <c:size val="5"/>
            <c:spPr>
              <a:noFill/>
            </c:spPr>
          </c:marker>
          <c:xVal>
            <c:numRef>
              <c:f>'Chart Data'!$G$2:$G$9</c:f>
              <c:numCache>
                <c:formatCode>General</c:formatCode>
                <c:ptCount val="8"/>
                <c:pt idx="0">
                  <c:v>0.40986584842000001</c:v>
                </c:pt>
                <c:pt idx="1">
                  <c:v>0.50986584842000005</c:v>
                </c:pt>
                <c:pt idx="2">
                  <c:v>0.60986584842000002</c:v>
                </c:pt>
                <c:pt idx="3">
                  <c:v>0.70986584842</c:v>
                </c:pt>
                <c:pt idx="4">
                  <c:v>0.80986584841999998</c:v>
                </c:pt>
                <c:pt idx="5">
                  <c:v>0.90986584841999996</c:v>
                </c:pt>
                <c:pt idx="6">
                  <c:v>1.00986584842</c:v>
                </c:pt>
                <c:pt idx="7">
                  <c:v>1.1098658484199999</c:v>
                </c:pt>
              </c:numCache>
            </c:numRef>
          </c:xVal>
          <c:yVal>
            <c:numRef>
              <c:f>'Chart Data'!$H$2:$H$9</c:f>
              <c:numCache>
                <c:formatCode>0</c:formatCode>
                <c:ptCount val="8"/>
                <c:pt idx="0">
                  <c:v>3</c:v>
                </c:pt>
                <c:pt idx="1">
                  <c:v>3</c:v>
                </c:pt>
                <c:pt idx="2">
                  <c:v>3</c:v>
                </c:pt>
                <c:pt idx="3">
                  <c:v>3</c:v>
                </c:pt>
                <c:pt idx="4">
                  <c:v>3</c:v>
                </c:pt>
                <c:pt idx="5">
                  <c:v>3</c:v>
                </c:pt>
                <c:pt idx="6">
                  <c:v>3</c:v>
                </c:pt>
                <c:pt idx="7">
                  <c:v>3</c:v>
                </c:pt>
              </c:numCache>
            </c:numRef>
          </c:yVal>
          <c:smooth val="1"/>
          <c:extLst>
            <c:ext xmlns:c16="http://schemas.microsoft.com/office/drawing/2014/chart" uri="{C3380CC4-5D6E-409C-BE32-E72D297353CC}">
              <c16:uniqueId val="{00000003-8E02-4B5C-9899-43064C880037}"/>
            </c:ext>
          </c:extLst>
        </c:ser>
        <c:ser>
          <c:idx val="4"/>
          <c:order val="4"/>
          <c:tx>
            <c:v>Neuron 4</c:v>
          </c:tx>
          <c:spPr>
            <a:ln w="0">
              <a:noFill/>
            </a:ln>
          </c:spPr>
          <c:marker>
            <c:symbol val="square"/>
            <c:size val="5"/>
            <c:spPr>
              <a:noFill/>
            </c:spPr>
          </c:marker>
          <c:xVal>
            <c:numRef>
              <c:f>'Chart Data'!$I$2:$I$9</c:f>
              <c:numCache>
                <c:formatCode>General</c:formatCode>
                <c:ptCount val="8"/>
                <c:pt idx="0">
                  <c:v>0.465601864044</c:v>
                </c:pt>
                <c:pt idx="1">
                  <c:v>0.56560186404400004</c:v>
                </c:pt>
                <c:pt idx="2">
                  <c:v>0.66560186404400001</c:v>
                </c:pt>
                <c:pt idx="3">
                  <c:v>0.76560186404399999</c:v>
                </c:pt>
                <c:pt idx="4">
                  <c:v>0.86560186404399997</c:v>
                </c:pt>
                <c:pt idx="5">
                  <c:v>0.96560186404399995</c:v>
                </c:pt>
                <c:pt idx="6">
                  <c:v>1.06560186404</c:v>
                </c:pt>
                <c:pt idx="7">
                  <c:v>1.1656018640400001</c:v>
                </c:pt>
              </c:numCache>
            </c:numRef>
          </c:xVal>
          <c:yVal>
            <c:numRef>
              <c:f>'Chart Data'!$J$2:$J$9</c:f>
              <c:numCache>
                <c:formatCode>0</c:formatCode>
                <c:ptCount val="8"/>
                <c:pt idx="0">
                  <c:v>4</c:v>
                </c:pt>
                <c:pt idx="1">
                  <c:v>4</c:v>
                </c:pt>
                <c:pt idx="2">
                  <c:v>4</c:v>
                </c:pt>
                <c:pt idx="3">
                  <c:v>4</c:v>
                </c:pt>
                <c:pt idx="4">
                  <c:v>4</c:v>
                </c:pt>
                <c:pt idx="5">
                  <c:v>4</c:v>
                </c:pt>
                <c:pt idx="6">
                  <c:v>4</c:v>
                </c:pt>
                <c:pt idx="7">
                  <c:v>4</c:v>
                </c:pt>
              </c:numCache>
            </c:numRef>
          </c:yVal>
          <c:smooth val="1"/>
          <c:extLst>
            <c:ext xmlns:c16="http://schemas.microsoft.com/office/drawing/2014/chart" uri="{C3380CC4-5D6E-409C-BE32-E72D297353CC}">
              <c16:uniqueId val="{00000004-8E02-4B5C-9899-43064C880037}"/>
            </c:ext>
          </c:extLst>
        </c:ser>
        <c:ser>
          <c:idx val="5"/>
          <c:order val="5"/>
          <c:tx>
            <c:v>Neuron 5</c:v>
          </c:tx>
          <c:spPr>
            <a:ln w="0">
              <a:noFill/>
            </a:ln>
          </c:spPr>
          <c:marker>
            <c:symbol val="square"/>
            <c:size val="5"/>
            <c:spPr>
              <a:noFill/>
            </c:spPr>
          </c:marker>
          <c:xVal>
            <c:numRef>
              <c:f>'Chart Data'!$K$2:$K$9</c:f>
              <c:numCache>
                <c:formatCode>General</c:formatCode>
                <c:ptCount val="8"/>
                <c:pt idx="0">
                  <c:v>0.46559945203399999</c:v>
                </c:pt>
                <c:pt idx="1">
                  <c:v>0.56559945203399997</c:v>
                </c:pt>
                <c:pt idx="2">
                  <c:v>0.66559945203399995</c:v>
                </c:pt>
                <c:pt idx="3">
                  <c:v>0.76559945203400004</c:v>
                </c:pt>
                <c:pt idx="4">
                  <c:v>0.86559945203400002</c:v>
                </c:pt>
                <c:pt idx="5">
                  <c:v>0.96559945203399999</c:v>
                </c:pt>
                <c:pt idx="6">
                  <c:v>1.0655994520300001</c:v>
                </c:pt>
                <c:pt idx="7">
                  <c:v>1.1655994520299999</c:v>
                </c:pt>
              </c:numCache>
            </c:numRef>
          </c:xVal>
          <c:yVal>
            <c:numRef>
              <c:f>'Chart Data'!$L$2:$L$9</c:f>
              <c:numCache>
                <c:formatCode>0</c:formatCode>
                <c:ptCount val="8"/>
                <c:pt idx="0">
                  <c:v>5</c:v>
                </c:pt>
                <c:pt idx="1">
                  <c:v>5</c:v>
                </c:pt>
                <c:pt idx="2">
                  <c:v>5</c:v>
                </c:pt>
                <c:pt idx="3">
                  <c:v>5</c:v>
                </c:pt>
                <c:pt idx="4">
                  <c:v>5</c:v>
                </c:pt>
                <c:pt idx="5">
                  <c:v>5</c:v>
                </c:pt>
                <c:pt idx="6">
                  <c:v>5</c:v>
                </c:pt>
                <c:pt idx="7">
                  <c:v>5</c:v>
                </c:pt>
              </c:numCache>
            </c:numRef>
          </c:yVal>
          <c:smooth val="1"/>
          <c:extLst>
            <c:ext xmlns:c16="http://schemas.microsoft.com/office/drawing/2014/chart" uri="{C3380CC4-5D6E-409C-BE32-E72D297353CC}">
              <c16:uniqueId val="{00000005-8E02-4B5C-9899-43064C880037}"/>
            </c:ext>
          </c:extLst>
        </c:ser>
        <c:ser>
          <c:idx val="6"/>
          <c:order val="6"/>
          <c:tx>
            <c:v>Neuron 6</c:v>
          </c:tx>
          <c:spPr>
            <a:ln w="0">
              <a:noFill/>
            </a:ln>
          </c:spPr>
          <c:marker>
            <c:symbol val="square"/>
            <c:size val="5"/>
            <c:spPr>
              <a:noFill/>
            </c:spPr>
          </c:marker>
          <c:xVal>
            <c:numRef>
              <c:f>'Chart Data'!$M$2:$M$9</c:f>
              <c:numCache>
                <c:formatCode>General</c:formatCode>
                <c:ptCount val="8"/>
                <c:pt idx="0">
                  <c:v>0.45580836121700002</c:v>
                </c:pt>
                <c:pt idx="1">
                  <c:v>0.55580836121699995</c:v>
                </c:pt>
                <c:pt idx="2">
                  <c:v>0.65580836121700004</c:v>
                </c:pt>
                <c:pt idx="3">
                  <c:v>0.75580836121700001</c:v>
                </c:pt>
                <c:pt idx="4">
                  <c:v>0.85580836121699999</c:v>
                </c:pt>
                <c:pt idx="5">
                  <c:v>0.95580836121699997</c:v>
                </c:pt>
                <c:pt idx="6">
                  <c:v>1.05580836122</c:v>
                </c:pt>
                <c:pt idx="7">
                  <c:v>1.1558083612200001</c:v>
                </c:pt>
              </c:numCache>
            </c:numRef>
          </c:xVal>
          <c:yVal>
            <c:numRef>
              <c:f>'Chart Data'!$N$2:$N$9</c:f>
              <c:numCache>
                <c:formatCode>0</c:formatCode>
                <c:ptCount val="8"/>
                <c:pt idx="0">
                  <c:v>6</c:v>
                </c:pt>
                <c:pt idx="1">
                  <c:v>6</c:v>
                </c:pt>
                <c:pt idx="2">
                  <c:v>6</c:v>
                </c:pt>
                <c:pt idx="3">
                  <c:v>6</c:v>
                </c:pt>
                <c:pt idx="4">
                  <c:v>6</c:v>
                </c:pt>
                <c:pt idx="5">
                  <c:v>6</c:v>
                </c:pt>
                <c:pt idx="6">
                  <c:v>6</c:v>
                </c:pt>
                <c:pt idx="7">
                  <c:v>6</c:v>
                </c:pt>
              </c:numCache>
            </c:numRef>
          </c:yVal>
          <c:smooth val="1"/>
          <c:extLst>
            <c:ext xmlns:c16="http://schemas.microsoft.com/office/drawing/2014/chart" uri="{C3380CC4-5D6E-409C-BE32-E72D297353CC}">
              <c16:uniqueId val="{00000006-8E02-4B5C-9899-43064C880037}"/>
            </c:ext>
          </c:extLst>
        </c:ser>
        <c:ser>
          <c:idx val="7"/>
          <c:order val="7"/>
          <c:tx>
            <c:v>Neuron 7</c:v>
          </c:tx>
          <c:spPr>
            <a:ln w="0">
              <a:noFill/>
            </a:ln>
          </c:spPr>
          <c:marker>
            <c:symbol val="square"/>
            <c:size val="5"/>
            <c:spPr>
              <a:noFill/>
            </c:spPr>
          </c:marker>
          <c:xVal>
            <c:numRef>
              <c:f>'Chart Data'!$O$2:$O$9</c:f>
              <c:numCache>
                <c:formatCode>General</c:formatCode>
                <c:ptCount val="8"/>
                <c:pt idx="0">
                  <c:v>0.43661761457699999</c:v>
                </c:pt>
                <c:pt idx="1">
                  <c:v>0.53661761457699997</c:v>
                </c:pt>
                <c:pt idx="2">
                  <c:v>0.63661761457699995</c:v>
                </c:pt>
                <c:pt idx="3">
                  <c:v>0.73661761457700003</c:v>
                </c:pt>
                <c:pt idx="4">
                  <c:v>0.83661761457700001</c:v>
                </c:pt>
                <c:pt idx="5">
                  <c:v>0.93661761457699999</c:v>
                </c:pt>
                <c:pt idx="6">
                  <c:v>1.0366176145799999</c:v>
                </c:pt>
                <c:pt idx="7">
                  <c:v>1.13661761458</c:v>
                </c:pt>
              </c:numCache>
            </c:numRef>
          </c:xVal>
          <c:yVal>
            <c:numRef>
              <c:f>'Chart Data'!$P$2:$P$9</c:f>
              <c:numCache>
                <c:formatCode>0</c:formatCode>
                <c:ptCount val="8"/>
                <c:pt idx="0">
                  <c:v>7</c:v>
                </c:pt>
                <c:pt idx="1">
                  <c:v>7</c:v>
                </c:pt>
                <c:pt idx="2">
                  <c:v>7</c:v>
                </c:pt>
                <c:pt idx="3">
                  <c:v>7</c:v>
                </c:pt>
                <c:pt idx="4">
                  <c:v>7</c:v>
                </c:pt>
                <c:pt idx="5">
                  <c:v>7</c:v>
                </c:pt>
                <c:pt idx="6">
                  <c:v>7</c:v>
                </c:pt>
                <c:pt idx="7">
                  <c:v>7</c:v>
                </c:pt>
              </c:numCache>
            </c:numRef>
          </c:yVal>
          <c:smooth val="1"/>
          <c:extLst>
            <c:ext xmlns:c16="http://schemas.microsoft.com/office/drawing/2014/chart" uri="{C3380CC4-5D6E-409C-BE32-E72D297353CC}">
              <c16:uniqueId val="{00000007-8E02-4B5C-9899-43064C880037}"/>
            </c:ext>
          </c:extLst>
        </c:ser>
        <c:ser>
          <c:idx val="8"/>
          <c:order val="8"/>
          <c:tx>
            <c:v>Neuron 8</c:v>
          </c:tx>
          <c:spPr>
            <a:ln w="0">
              <a:noFill/>
            </a:ln>
          </c:spPr>
          <c:marker>
            <c:symbol val="square"/>
            <c:size val="5"/>
            <c:spPr>
              <a:noFill/>
            </c:spPr>
          </c:marker>
          <c:xVal>
            <c:numRef>
              <c:f>'Chart Data'!$Q$2:$Q$9</c:f>
              <c:numCache>
                <c:formatCode>General</c:formatCode>
                <c:ptCount val="8"/>
                <c:pt idx="0">
                  <c:v>0.41011150117400003</c:v>
                </c:pt>
                <c:pt idx="1">
                  <c:v>0.51011150117399995</c:v>
                </c:pt>
                <c:pt idx="2">
                  <c:v>0.61011150117400004</c:v>
                </c:pt>
                <c:pt idx="3">
                  <c:v>0.71011150117400001</c:v>
                </c:pt>
                <c:pt idx="4">
                  <c:v>0.81011150117399999</c:v>
                </c:pt>
                <c:pt idx="5">
                  <c:v>0.91011150117399997</c:v>
                </c:pt>
                <c:pt idx="6">
                  <c:v>1.0101115011699999</c:v>
                </c:pt>
                <c:pt idx="7">
                  <c:v>1.11011150117</c:v>
                </c:pt>
              </c:numCache>
            </c:numRef>
          </c:xVal>
          <c:yVal>
            <c:numRef>
              <c:f>'Chart Data'!$R$2:$R$9</c:f>
              <c:numCache>
                <c:formatCode>0</c:formatCode>
                <c:ptCount val="8"/>
                <c:pt idx="0">
                  <c:v>8</c:v>
                </c:pt>
                <c:pt idx="1">
                  <c:v>8</c:v>
                </c:pt>
                <c:pt idx="2">
                  <c:v>8</c:v>
                </c:pt>
                <c:pt idx="3">
                  <c:v>8</c:v>
                </c:pt>
                <c:pt idx="4">
                  <c:v>8</c:v>
                </c:pt>
                <c:pt idx="5">
                  <c:v>8</c:v>
                </c:pt>
                <c:pt idx="6">
                  <c:v>8</c:v>
                </c:pt>
                <c:pt idx="7">
                  <c:v>8</c:v>
                </c:pt>
              </c:numCache>
            </c:numRef>
          </c:yVal>
          <c:smooth val="1"/>
          <c:extLst>
            <c:ext xmlns:c16="http://schemas.microsoft.com/office/drawing/2014/chart" uri="{C3380CC4-5D6E-409C-BE32-E72D297353CC}">
              <c16:uniqueId val="{00000008-8E02-4B5C-9899-43064C880037}"/>
            </c:ext>
          </c:extLst>
        </c:ser>
        <c:ser>
          <c:idx val="9"/>
          <c:order val="9"/>
          <c:tx>
            <c:v>Neuron 9</c:v>
          </c:tx>
          <c:spPr>
            <a:ln w="0">
              <a:noFill/>
            </a:ln>
          </c:spPr>
          <c:marker>
            <c:symbol val="square"/>
            <c:size val="5"/>
            <c:spPr>
              <a:noFill/>
            </c:spPr>
          </c:marker>
          <c:xVal>
            <c:numRef>
              <c:f>'Chart Data'!$S$2:$S$9</c:f>
              <c:numCache>
                <c:formatCode>General</c:formatCode>
                <c:ptCount val="8"/>
                <c:pt idx="0">
                  <c:v>0.42080725778</c:v>
                </c:pt>
                <c:pt idx="1">
                  <c:v>0.52080725778000003</c:v>
                </c:pt>
                <c:pt idx="2">
                  <c:v>0.62080725778000001</c:v>
                </c:pt>
                <c:pt idx="3">
                  <c:v>0.72080725777999999</c:v>
                </c:pt>
                <c:pt idx="4">
                  <c:v>0.82080725777999997</c:v>
                </c:pt>
                <c:pt idx="5">
                  <c:v>0.92080725778000005</c:v>
                </c:pt>
                <c:pt idx="6">
                  <c:v>1.02080725778</c:v>
                </c:pt>
                <c:pt idx="7">
                  <c:v>1.1208072577799999</c:v>
                </c:pt>
              </c:numCache>
            </c:numRef>
          </c:xVal>
          <c:yVal>
            <c:numRef>
              <c:f>'Chart Data'!$T$2:$T$9</c:f>
              <c:numCache>
                <c:formatCode>0</c:formatCode>
                <c:ptCount val="8"/>
                <c:pt idx="0">
                  <c:v>9</c:v>
                </c:pt>
                <c:pt idx="1">
                  <c:v>9</c:v>
                </c:pt>
                <c:pt idx="2">
                  <c:v>9</c:v>
                </c:pt>
                <c:pt idx="3">
                  <c:v>9</c:v>
                </c:pt>
                <c:pt idx="4">
                  <c:v>9</c:v>
                </c:pt>
                <c:pt idx="5">
                  <c:v>9</c:v>
                </c:pt>
                <c:pt idx="6">
                  <c:v>9</c:v>
                </c:pt>
                <c:pt idx="7">
                  <c:v>9</c:v>
                </c:pt>
              </c:numCache>
            </c:numRef>
          </c:yVal>
          <c:smooth val="1"/>
          <c:extLst>
            <c:ext xmlns:c16="http://schemas.microsoft.com/office/drawing/2014/chart" uri="{C3380CC4-5D6E-409C-BE32-E72D297353CC}">
              <c16:uniqueId val="{00000009-8E02-4B5C-9899-43064C880037}"/>
            </c:ext>
          </c:extLst>
        </c:ser>
        <c:ser>
          <c:idx val="10"/>
          <c:order val="10"/>
          <c:tx>
            <c:v>Neuron 10</c:v>
          </c:tx>
          <c:spPr>
            <a:ln w="0">
              <a:noFill/>
            </a:ln>
          </c:spPr>
          <c:marker>
            <c:symbol val="square"/>
            <c:size val="5"/>
            <c:spPr>
              <a:noFill/>
            </c:spPr>
          </c:marker>
          <c:xVal>
            <c:numRef>
              <c:f>'Chart Data'!$U$2:$U$9</c:f>
              <c:numCache>
                <c:formatCode>General</c:formatCode>
                <c:ptCount val="8"/>
                <c:pt idx="0">
                  <c:v>0.45205844943000001</c:v>
                </c:pt>
                <c:pt idx="1">
                  <c:v>0.55205844943000004</c:v>
                </c:pt>
                <c:pt idx="2">
                  <c:v>0.65205844943000002</c:v>
                </c:pt>
                <c:pt idx="3">
                  <c:v>0.75205844943</c:v>
                </c:pt>
                <c:pt idx="4">
                  <c:v>0.85205844942999998</c:v>
                </c:pt>
                <c:pt idx="5">
                  <c:v>0.95205844942999995</c:v>
                </c:pt>
                <c:pt idx="6">
                  <c:v>1.05205844943</c:v>
                </c:pt>
                <c:pt idx="7">
                  <c:v>1.1520584494299999</c:v>
                </c:pt>
              </c:numCache>
            </c:numRef>
          </c:xVal>
          <c:yVal>
            <c:numRef>
              <c:f>'Chart Data'!$V$2:$V$9</c:f>
              <c:numCache>
                <c:formatCode>0</c:formatCode>
                <c:ptCount val="8"/>
                <c:pt idx="0">
                  <c:v>10</c:v>
                </c:pt>
                <c:pt idx="1">
                  <c:v>10</c:v>
                </c:pt>
                <c:pt idx="2">
                  <c:v>10</c:v>
                </c:pt>
                <c:pt idx="3">
                  <c:v>10</c:v>
                </c:pt>
                <c:pt idx="4">
                  <c:v>10</c:v>
                </c:pt>
                <c:pt idx="5">
                  <c:v>10</c:v>
                </c:pt>
                <c:pt idx="6">
                  <c:v>10</c:v>
                </c:pt>
                <c:pt idx="7">
                  <c:v>10</c:v>
                </c:pt>
              </c:numCache>
            </c:numRef>
          </c:yVal>
          <c:smooth val="1"/>
          <c:extLst>
            <c:ext xmlns:c16="http://schemas.microsoft.com/office/drawing/2014/chart" uri="{C3380CC4-5D6E-409C-BE32-E72D297353CC}">
              <c16:uniqueId val="{0000000A-8E02-4B5C-9899-43064C880037}"/>
            </c:ext>
          </c:extLst>
        </c:ser>
        <c:ser>
          <c:idx val="11"/>
          <c:order val="11"/>
          <c:tx>
            <c:v>Neuron 11</c:v>
          </c:tx>
          <c:spPr>
            <a:ln w="0">
              <a:noFill/>
            </a:ln>
          </c:spPr>
          <c:marker>
            <c:symbol val="square"/>
            <c:size val="5"/>
            <c:spPr>
              <a:noFill/>
            </c:spPr>
          </c:marker>
          <c:xVal>
            <c:numRef>
              <c:f>'Chart Data'!$W$2:$W$9</c:f>
              <c:numCache>
                <c:formatCode>General</c:formatCode>
                <c:ptCount val="8"/>
                <c:pt idx="0">
                  <c:v>0.446990985216</c:v>
                </c:pt>
                <c:pt idx="1">
                  <c:v>0.54699098521599998</c:v>
                </c:pt>
                <c:pt idx="2">
                  <c:v>0.64699098521599996</c:v>
                </c:pt>
                <c:pt idx="3">
                  <c:v>0.74699098521600005</c:v>
                </c:pt>
                <c:pt idx="4">
                  <c:v>0.84699098521600003</c:v>
                </c:pt>
                <c:pt idx="5">
                  <c:v>0.946990985216</c:v>
                </c:pt>
                <c:pt idx="6">
                  <c:v>1.0469909852199999</c:v>
                </c:pt>
                <c:pt idx="7">
                  <c:v>1.14699098522</c:v>
                </c:pt>
              </c:numCache>
            </c:numRef>
          </c:xVal>
          <c:yVal>
            <c:numRef>
              <c:f>'Chart Data'!$X$2:$X$9</c:f>
              <c:numCache>
                <c:formatCode>0</c:formatCode>
                <c:ptCount val="8"/>
                <c:pt idx="0">
                  <c:v>11</c:v>
                </c:pt>
                <c:pt idx="1">
                  <c:v>11</c:v>
                </c:pt>
                <c:pt idx="2">
                  <c:v>11</c:v>
                </c:pt>
                <c:pt idx="3">
                  <c:v>11</c:v>
                </c:pt>
                <c:pt idx="4">
                  <c:v>11</c:v>
                </c:pt>
                <c:pt idx="5">
                  <c:v>11</c:v>
                </c:pt>
                <c:pt idx="6">
                  <c:v>11</c:v>
                </c:pt>
                <c:pt idx="7">
                  <c:v>11</c:v>
                </c:pt>
              </c:numCache>
            </c:numRef>
          </c:yVal>
          <c:smooth val="1"/>
          <c:extLst>
            <c:ext xmlns:c16="http://schemas.microsoft.com/office/drawing/2014/chart" uri="{C3380CC4-5D6E-409C-BE32-E72D297353CC}">
              <c16:uniqueId val="{0000000B-8E02-4B5C-9899-43064C880037}"/>
            </c:ext>
          </c:extLst>
        </c:ser>
        <c:ser>
          <c:idx val="12"/>
          <c:order val="12"/>
          <c:tx>
            <c:v>Neuron 12</c:v>
          </c:tx>
          <c:spPr>
            <a:ln w="0">
              <a:noFill/>
            </a:ln>
          </c:spPr>
          <c:marker>
            <c:symbol val="square"/>
            <c:size val="5"/>
            <c:spPr>
              <a:noFill/>
            </c:spPr>
          </c:marker>
          <c:xVal>
            <c:numRef>
              <c:f>'Chart Data'!$Y$2:$Y$11</c:f>
              <c:numCache>
                <c:formatCode>General</c:formatCode>
                <c:ptCount val="10"/>
                <c:pt idx="0">
                  <c:v>0.40502343372100003</c:v>
                </c:pt>
                <c:pt idx="1">
                  <c:v>0.44515923147100001</c:v>
                </c:pt>
                <c:pt idx="2">
                  <c:v>0.48568151603699999</c:v>
                </c:pt>
                <c:pt idx="3">
                  <c:v>0.558232261929</c:v>
                </c:pt>
                <c:pt idx="4">
                  <c:v>0.707017828101</c:v>
                </c:pt>
                <c:pt idx="5">
                  <c:v>0.82012524145700005</c:v>
                </c:pt>
                <c:pt idx="6">
                  <c:v>0.88896983996800005</c:v>
                </c:pt>
                <c:pt idx="7">
                  <c:v>1.0782440147500001</c:v>
                </c:pt>
                <c:pt idx="8">
                  <c:v>1.10829092049</c:v>
                </c:pt>
                <c:pt idx="9">
                  <c:v>1.1773940228899999</c:v>
                </c:pt>
              </c:numCache>
            </c:numRef>
          </c:xVal>
          <c:yVal>
            <c:numRef>
              <c:f>'Chart Data'!$Z$2:$Z$11</c:f>
              <c:numCache>
                <c:formatCode>0</c:formatCode>
                <c:ptCount val="10"/>
                <c:pt idx="0">
                  <c:v>12</c:v>
                </c:pt>
                <c:pt idx="1">
                  <c:v>12</c:v>
                </c:pt>
                <c:pt idx="2">
                  <c:v>12</c:v>
                </c:pt>
                <c:pt idx="3">
                  <c:v>12</c:v>
                </c:pt>
                <c:pt idx="4">
                  <c:v>12</c:v>
                </c:pt>
                <c:pt idx="5">
                  <c:v>12</c:v>
                </c:pt>
                <c:pt idx="6">
                  <c:v>12</c:v>
                </c:pt>
                <c:pt idx="7">
                  <c:v>12</c:v>
                </c:pt>
                <c:pt idx="8">
                  <c:v>12</c:v>
                </c:pt>
                <c:pt idx="9">
                  <c:v>12</c:v>
                </c:pt>
              </c:numCache>
            </c:numRef>
          </c:yVal>
          <c:smooth val="1"/>
          <c:extLst>
            <c:ext xmlns:c16="http://schemas.microsoft.com/office/drawing/2014/chart" uri="{C3380CC4-5D6E-409C-BE32-E72D297353CC}">
              <c16:uniqueId val="{0000000C-8E02-4B5C-9899-43064C880037}"/>
            </c:ext>
          </c:extLst>
        </c:ser>
        <c:ser>
          <c:idx val="13"/>
          <c:order val="13"/>
          <c:tx>
            <c:v>Neuron 13</c:v>
          </c:tx>
          <c:spPr>
            <a:ln w="0">
              <a:noFill/>
            </a:ln>
          </c:spPr>
          <c:marker>
            <c:symbol val="square"/>
            <c:size val="5"/>
            <c:spPr>
              <a:noFill/>
            </c:spPr>
          </c:marker>
          <c:xVal>
            <c:numRef>
              <c:f>'Chart Data'!$AA$2:$AA$5</c:f>
              <c:numCache>
                <c:formatCode>General</c:formatCode>
                <c:ptCount val="4"/>
                <c:pt idx="0">
                  <c:v>0.52048614935000004</c:v>
                </c:pt>
                <c:pt idx="1">
                  <c:v>0.55787839974499998</c:v>
                </c:pt>
                <c:pt idx="2">
                  <c:v>0.57133118592099996</c:v>
                </c:pt>
                <c:pt idx="3">
                  <c:v>1.16606874462</c:v>
                </c:pt>
              </c:numCache>
            </c:numRef>
          </c:xVal>
          <c:yVal>
            <c:numRef>
              <c:f>'Chart Data'!$AB$2:$AB$5</c:f>
              <c:numCache>
                <c:formatCode>0</c:formatCode>
                <c:ptCount val="4"/>
                <c:pt idx="0">
                  <c:v>13</c:v>
                </c:pt>
                <c:pt idx="1">
                  <c:v>13</c:v>
                </c:pt>
                <c:pt idx="2">
                  <c:v>13</c:v>
                </c:pt>
                <c:pt idx="3">
                  <c:v>13</c:v>
                </c:pt>
              </c:numCache>
            </c:numRef>
          </c:yVal>
          <c:smooth val="1"/>
          <c:extLst>
            <c:ext xmlns:c16="http://schemas.microsoft.com/office/drawing/2014/chart" uri="{C3380CC4-5D6E-409C-BE32-E72D297353CC}">
              <c16:uniqueId val="{0000000D-8E02-4B5C-9899-43064C880037}"/>
            </c:ext>
          </c:extLst>
        </c:ser>
        <c:ser>
          <c:idx val="14"/>
          <c:order val="14"/>
          <c:tx>
            <c:v>Neuron 14</c:v>
          </c:tx>
          <c:spPr>
            <a:ln w="0">
              <a:noFill/>
            </a:ln>
          </c:spPr>
          <c:marker>
            <c:symbol val="square"/>
            <c:size val="5"/>
            <c:spPr>
              <a:noFill/>
            </c:spPr>
          </c:marker>
          <c:xVal>
            <c:numRef>
              <c:f>'Chart Data'!$AC$2:$AC$8</c:f>
              <c:numCache>
                <c:formatCode>General</c:formatCode>
                <c:ptCount val="7"/>
                <c:pt idx="0">
                  <c:v>0.48708332176699998</c:v>
                </c:pt>
                <c:pt idx="1">
                  <c:v>0.54697487713500004</c:v>
                </c:pt>
                <c:pt idx="2">
                  <c:v>0.76422603684799995</c:v>
                </c:pt>
                <c:pt idx="3">
                  <c:v>0.83893535318000001</c:v>
                </c:pt>
                <c:pt idx="4">
                  <c:v>0.98575753236200003</c:v>
                </c:pt>
                <c:pt idx="5">
                  <c:v>1.1440022919599999</c:v>
                </c:pt>
                <c:pt idx="6">
                  <c:v>1.18488001186</c:v>
                </c:pt>
              </c:numCache>
            </c:numRef>
          </c:xVal>
          <c:yVal>
            <c:numRef>
              <c:f>'Chart Data'!$AD$2:$AD$8</c:f>
              <c:numCache>
                <c:formatCode>0</c:formatCode>
                <c:ptCount val="7"/>
                <c:pt idx="0">
                  <c:v>14</c:v>
                </c:pt>
                <c:pt idx="1">
                  <c:v>14</c:v>
                </c:pt>
                <c:pt idx="2">
                  <c:v>14</c:v>
                </c:pt>
                <c:pt idx="3">
                  <c:v>14</c:v>
                </c:pt>
                <c:pt idx="4">
                  <c:v>14</c:v>
                </c:pt>
                <c:pt idx="5">
                  <c:v>14</c:v>
                </c:pt>
                <c:pt idx="6">
                  <c:v>14</c:v>
                </c:pt>
              </c:numCache>
            </c:numRef>
          </c:yVal>
          <c:smooth val="1"/>
          <c:extLst>
            <c:ext xmlns:c16="http://schemas.microsoft.com/office/drawing/2014/chart" uri="{C3380CC4-5D6E-409C-BE32-E72D297353CC}">
              <c16:uniqueId val="{0000000E-8E02-4B5C-9899-43064C880037}"/>
            </c:ext>
          </c:extLst>
        </c:ser>
        <c:ser>
          <c:idx val="15"/>
          <c:order val="15"/>
          <c:tx>
            <c:v>Neuron 15</c:v>
          </c:tx>
          <c:spPr>
            <a:ln w="0">
              <a:noFill/>
            </a:ln>
          </c:spPr>
          <c:marker>
            <c:symbol val="square"/>
            <c:size val="5"/>
            <c:spPr>
              <a:noFill/>
            </c:spPr>
          </c:marker>
          <c:xVal>
            <c:numRef>
              <c:f>'Chart Data'!$AE$2:$AE$6</c:f>
              <c:numCache>
                <c:formatCode>General</c:formatCode>
                <c:ptCount val="5"/>
                <c:pt idx="0">
                  <c:v>0.64623946947300004</c:v>
                </c:pt>
                <c:pt idx="1">
                  <c:v>0.73448486937900004</c:v>
                </c:pt>
                <c:pt idx="2">
                  <c:v>0.80044543740600005</c:v>
                </c:pt>
                <c:pt idx="3">
                  <c:v>0.95692685404699995</c:v>
                </c:pt>
                <c:pt idx="4">
                  <c:v>0.98730648361200002</c:v>
                </c:pt>
              </c:numCache>
            </c:numRef>
          </c:xVal>
          <c:yVal>
            <c:numRef>
              <c:f>'Chart Data'!$AF$2:$AF$6</c:f>
              <c:numCache>
                <c:formatCode>0</c:formatCode>
                <c:ptCount val="5"/>
                <c:pt idx="0">
                  <c:v>15</c:v>
                </c:pt>
                <c:pt idx="1">
                  <c:v>15</c:v>
                </c:pt>
                <c:pt idx="2">
                  <c:v>15</c:v>
                </c:pt>
                <c:pt idx="3">
                  <c:v>15</c:v>
                </c:pt>
                <c:pt idx="4">
                  <c:v>15</c:v>
                </c:pt>
              </c:numCache>
            </c:numRef>
          </c:yVal>
          <c:smooth val="1"/>
          <c:extLst>
            <c:ext xmlns:c16="http://schemas.microsoft.com/office/drawing/2014/chart" uri="{C3380CC4-5D6E-409C-BE32-E72D297353CC}">
              <c16:uniqueId val="{0000000F-8E02-4B5C-9899-43064C880037}"/>
            </c:ext>
          </c:extLst>
        </c:ser>
        <c:ser>
          <c:idx val="16"/>
          <c:order val="16"/>
          <c:tx>
            <c:v>Neuron 16</c:v>
          </c:tx>
          <c:spPr>
            <a:ln w="0">
              <a:noFill/>
            </a:ln>
          </c:spPr>
          <c:marker>
            <c:symbol val="square"/>
            <c:size val="5"/>
            <c:spPr>
              <a:noFill/>
            </c:spPr>
          </c:marker>
          <c:xVal>
            <c:numRef>
              <c:f>'Chart Data'!$AG$2:$AG$5</c:f>
              <c:numCache>
                <c:formatCode>General</c:formatCode>
                <c:ptCount val="4"/>
                <c:pt idx="0">
                  <c:v>0.58450602105000005</c:v>
                </c:pt>
                <c:pt idx="1">
                  <c:v>0.84563860280699998</c:v>
                </c:pt>
                <c:pt idx="2">
                  <c:v>1.1406815080199999</c:v>
                </c:pt>
                <c:pt idx="3">
                  <c:v>1.1560673611200001</c:v>
                </c:pt>
              </c:numCache>
            </c:numRef>
          </c:xVal>
          <c:yVal>
            <c:numRef>
              <c:f>'Chart Data'!$AH$2:$AH$5</c:f>
              <c:numCache>
                <c:formatCode>0</c:formatCode>
                <c:ptCount val="4"/>
                <c:pt idx="0">
                  <c:v>16</c:v>
                </c:pt>
                <c:pt idx="1">
                  <c:v>16</c:v>
                </c:pt>
                <c:pt idx="2">
                  <c:v>16</c:v>
                </c:pt>
                <c:pt idx="3">
                  <c:v>16</c:v>
                </c:pt>
              </c:numCache>
            </c:numRef>
          </c:yVal>
          <c:smooth val="1"/>
          <c:extLst>
            <c:ext xmlns:c16="http://schemas.microsoft.com/office/drawing/2014/chart" uri="{C3380CC4-5D6E-409C-BE32-E72D297353CC}">
              <c16:uniqueId val="{00000010-8E02-4B5C-9899-43064C880037}"/>
            </c:ext>
          </c:extLst>
        </c:ser>
        <c:ser>
          <c:idx val="17"/>
          <c:order val="17"/>
          <c:tx>
            <c:v>Neuron 17</c:v>
          </c:tx>
          <c:spPr>
            <a:ln w="0">
              <a:noFill/>
            </a:ln>
          </c:spPr>
          <c:marker>
            <c:symbol val="square"/>
            <c:size val="5"/>
            <c:spPr>
              <a:noFill/>
            </c:spPr>
          </c:marker>
          <c:xVal>
            <c:numRef>
              <c:f>'Chart Data'!$AI$2:$AI$5</c:f>
              <c:numCache>
                <c:formatCode>General</c:formatCode>
                <c:ptCount val="4"/>
                <c:pt idx="0">
                  <c:v>0.63942825426600003</c:v>
                </c:pt>
                <c:pt idx="1">
                  <c:v>0.76724148094099998</c:v>
                </c:pt>
                <c:pt idx="2">
                  <c:v>0.79271595966399999</c:v>
                </c:pt>
                <c:pt idx="3">
                  <c:v>1.04254122853</c:v>
                </c:pt>
              </c:numCache>
            </c:numRef>
          </c:xVal>
          <c:yVal>
            <c:numRef>
              <c:f>'Chart Data'!$AJ$2:$AJ$5</c:f>
              <c:numCache>
                <c:formatCode>0</c:formatCode>
                <c:ptCount val="4"/>
                <c:pt idx="0">
                  <c:v>17</c:v>
                </c:pt>
                <c:pt idx="1">
                  <c:v>17</c:v>
                </c:pt>
                <c:pt idx="2">
                  <c:v>17</c:v>
                </c:pt>
                <c:pt idx="3">
                  <c:v>17</c:v>
                </c:pt>
              </c:numCache>
            </c:numRef>
          </c:yVal>
          <c:smooth val="1"/>
          <c:extLst>
            <c:ext xmlns:c16="http://schemas.microsoft.com/office/drawing/2014/chart" uri="{C3380CC4-5D6E-409C-BE32-E72D297353CC}">
              <c16:uniqueId val="{00000011-8E02-4B5C-9899-43064C880037}"/>
            </c:ext>
          </c:extLst>
        </c:ser>
        <c:ser>
          <c:idx val="18"/>
          <c:order val="18"/>
          <c:tx>
            <c:v>Neuron 18</c:v>
          </c:tx>
          <c:spPr>
            <a:ln w="0">
              <a:noFill/>
            </a:ln>
          </c:spPr>
          <c:marker>
            <c:symbol val="square"/>
            <c:size val="5"/>
            <c:spPr>
              <a:noFill/>
            </c:spPr>
          </c:marker>
          <c:xVal>
            <c:numRef>
              <c:f>'Chart Data'!$AK$2:$AK$6</c:f>
              <c:numCache>
                <c:formatCode>General</c:formatCode>
                <c:ptCount val="5"/>
                <c:pt idx="0">
                  <c:v>0.69381988315499998</c:v>
                </c:pt>
                <c:pt idx="1">
                  <c:v>0.75116764775199996</c:v>
                </c:pt>
                <c:pt idx="2">
                  <c:v>0.85682404272799995</c:v>
                </c:pt>
                <c:pt idx="3">
                  <c:v>1.1385738722400001</c:v>
                </c:pt>
                <c:pt idx="4">
                  <c:v>1.1905349036199999</c:v>
                </c:pt>
              </c:numCache>
            </c:numRef>
          </c:xVal>
          <c:yVal>
            <c:numRef>
              <c:f>'Chart Data'!$AL$2:$AL$6</c:f>
              <c:numCache>
                <c:formatCode>0</c:formatCode>
                <c:ptCount val="5"/>
                <c:pt idx="0">
                  <c:v>18</c:v>
                </c:pt>
                <c:pt idx="1">
                  <c:v>18</c:v>
                </c:pt>
                <c:pt idx="2">
                  <c:v>18</c:v>
                </c:pt>
                <c:pt idx="3">
                  <c:v>18</c:v>
                </c:pt>
                <c:pt idx="4">
                  <c:v>18</c:v>
                </c:pt>
              </c:numCache>
            </c:numRef>
          </c:yVal>
          <c:smooth val="1"/>
          <c:extLst>
            <c:ext xmlns:c16="http://schemas.microsoft.com/office/drawing/2014/chart" uri="{C3380CC4-5D6E-409C-BE32-E72D297353CC}">
              <c16:uniqueId val="{00000012-8E02-4B5C-9899-43064C880037}"/>
            </c:ext>
          </c:extLst>
        </c:ser>
        <c:ser>
          <c:idx val="19"/>
          <c:order val="19"/>
          <c:tx>
            <c:v>Neuron 19</c:v>
          </c:tx>
          <c:spPr>
            <a:ln w="0">
              <a:noFill/>
            </a:ln>
          </c:spPr>
          <c:marker>
            <c:symbol val="square"/>
            <c:size val="5"/>
            <c:spPr>
              <a:noFill/>
            </c:spPr>
          </c:marker>
          <c:xVal>
            <c:numRef>
              <c:f>'Chart Data'!$AM$2:$AM$4</c:f>
              <c:numCache>
                <c:formatCode>General</c:formatCode>
                <c:ptCount val="3"/>
                <c:pt idx="0">
                  <c:v>0.48746177631900001</c:v>
                </c:pt>
                <c:pt idx="1">
                  <c:v>0.64248175671200003</c:v>
                </c:pt>
                <c:pt idx="2">
                  <c:v>0.97195141497299997</c:v>
                </c:pt>
              </c:numCache>
            </c:numRef>
          </c:xVal>
          <c:yVal>
            <c:numRef>
              <c:f>'Chart Data'!$AN$2:$AN$4</c:f>
              <c:numCache>
                <c:formatCode>0</c:formatCode>
                <c:ptCount val="3"/>
                <c:pt idx="0">
                  <c:v>19</c:v>
                </c:pt>
                <c:pt idx="1">
                  <c:v>19</c:v>
                </c:pt>
                <c:pt idx="2">
                  <c:v>19</c:v>
                </c:pt>
              </c:numCache>
            </c:numRef>
          </c:yVal>
          <c:smooth val="1"/>
          <c:extLst>
            <c:ext xmlns:c16="http://schemas.microsoft.com/office/drawing/2014/chart" uri="{C3380CC4-5D6E-409C-BE32-E72D297353CC}">
              <c16:uniqueId val="{00000013-8E02-4B5C-9899-43064C880037}"/>
            </c:ext>
          </c:extLst>
        </c:ser>
        <c:dLbls>
          <c:showLegendKey val="0"/>
          <c:showVal val="0"/>
          <c:showCatName val="0"/>
          <c:showSerName val="0"/>
          <c:showPercent val="0"/>
          <c:showBubbleSize val="0"/>
        </c:dLbls>
        <c:axId val="48650112"/>
        <c:axId val="48672768"/>
      </c:scatterChart>
      <c:valAx>
        <c:axId val="48672768"/>
        <c:scaling>
          <c:orientation val="minMax"/>
          <c:max val="20"/>
          <c:min val="0"/>
        </c:scaling>
        <c:delete val="0"/>
        <c:axPos val="l"/>
        <c:title>
          <c:tx>
            <c:rich>
              <a:bodyPr/>
              <a:lstStyle/>
              <a:p>
                <a:r>
                  <a:rPr lang="en-US" sz="1650">
                    <a:solidFill>
                      <a:srgbClr val="617184"/>
                    </a:solidFill>
                    <a:latin typeface="Arial"/>
                    <a:ea typeface="Arial"/>
                    <a:cs typeface="Arial"/>
                  </a:rPr>
                  <a:t>Source</a:t>
                </a:r>
              </a:p>
            </c:rich>
          </c:tx>
          <c:overlay val="0"/>
        </c:title>
        <c:numFmt formatCode="0" sourceLinked="1"/>
        <c:majorTickMark val="none"/>
        <c:minorTickMark val="none"/>
        <c:tickLblPos val="nextTo"/>
        <c:spPr>
          <a:ln w="9525">
            <a:solidFill>
              <a:srgbClr val="D9E1E8"/>
            </a:solidFill>
          </a:ln>
        </c:spPr>
        <c:txPr>
          <a:bodyPr anchorCtr="1"/>
          <a:lstStyle/>
          <a:p>
            <a:pPr>
              <a:defRPr sz="1500">
                <a:solidFill>
                  <a:srgbClr val="617184"/>
                </a:solidFill>
                <a:latin typeface="Arial"/>
                <a:ea typeface="Arial"/>
                <a:cs typeface="Arial"/>
              </a:defRPr>
            </a:pPr>
            <a:endParaRPr lang="zh-CN"/>
          </a:p>
        </c:txPr>
        <c:crossAx val="48650112"/>
        <c:crosses val="autoZero"/>
        <c:crossBetween val="midCat"/>
        <c:majorUnit val="10"/>
      </c:valAx>
      <c:valAx>
        <c:axId val="48650112"/>
        <c:scaling>
          <c:orientation val="minMax"/>
          <c:max val="1.2"/>
          <c:min val="0.4"/>
        </c:scaling>
        <c:delete val="0"/>
        <c:axPos val="b"/>
        <c:numFmt formatCode="General" sourceLinked="1"/>
        <c:majorTickMark val="none"/>
        <c:minorTickMark val="none"/>
        <c:tickLblPos val="nextTo"/>
        <c:spPr>
          <a:ln w="9525">
            <a:solidFill>
              <a:srgbClr val="D9E1E8"/>
            </a:solidFill>
          </a:ln>
        </c:spPr>
        <c:txPr>
          <a:bodyPr anchorCtr="1"/>
          <a:lstStyle/>
          <a:p>
            <a:pPr>
              <a:defRPr sz="1500">
                <a:solidFill>
                  <a:srgbClr val="617184"/>
                </a:solidFill>
                <a:latin typeface="Arial"/>
                <a:ea typeface="Arial"/>
                <a:cs typeface="Arial"/>
              </a:defRPr>
            </a:pPr>
            <a:endParaRPr lang="zh-CN"/>
          </a:p>
        </c:txPr>
        <c:crossAx val="48672768"/>
        <c:crosses val="autoZero"/>
        <c:crossBetween val="midCat"/>
        <c:majorUnit val="0.4"/>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scatterChart>
        <c:scatterStyle val="lineMarker"/>
        <c:varyColors val="1"/>
        <c:ser>
          <c:idx val="0"/>
          <c:order val="0"/>
          <c:tx>
            <c:v>Total</c:v>
          </c:tx>
          <c:spPr>
            <a:ln w="20955">
              <a:solidFill>
                <a:srgbClr val="176B87"/>
              </a:solidFill>
            </a:ln>
          </c:spPr>
          <c:marker>
            <c:symbol val="none"/>
          </c:marker>
          <c:xVal>
            <c:numRef>
              <c:f>'Chart Data'!$A$2:$A$802</c:f>
              <c:numCache>
                <c:formatCode>General</c:formatCode>
                <c:ptCount val="801"/>
                <c:pt idx="0">
                  <c:v>0.4</c:v>
                </c:pt>
                <c:pt idx="1">
                  <c:v>0.40100000000000002</c:v>
                </c:pt>
                <c:pt idx="2">
                  <c:v>0.40200000000000002</c:v>
                </c:pt>
                <c:pt idx="3">
                  <c:v>0.40300000000000002</c:v>
                </c:pt>
                <c:pt idx="4">
                  <c:v>0.40400000000000003</c:v>
                </c:pt>
                <c:pt idx="5">
                  <c:v>0.40500000000000003</c:v>
                </c:pt>
                <c:pt idx="6">
                  <c:v>0.40600000000000003</c:v>
                </c:pt>
                <c:pt idx="7">
                  <c:v>0.40699999999999997</c:v>
                </c:pt>
                <c:pt idx="8">
                  <c:v>0.40799999999999997</c:v>
                </c:pt>
                <c:pt idx="9">
                  <c:v>0.40899999999999997</c:v>
                </c:pt>
                <c:pt idx="10">
                  <c:v>0.41</c:v>
                </c:pt>
                <c:pt idx="11">
                  <c:v>0.41099999999999998</c:v>
                </c:pt>
                <c:pt idx="12">
                  <c:v>0.41199999999999998</c:v>
                </c:pt>
                <c:pt idx="13">
                  <c:v>0.41299999999999998</c:v>
                </c:pt>
                <c:pt idx="14">
                  <c:v>0.41399999999999998</c:v>
                </c:pt>
                <c:pt idx="15">
                  <c:v>0.41499999999999998</c:v>
                </c:pt>
                <c:pt idx="16">
                  <c:v>0.41599999999999998</c:v>
                </c:pt>
                <c:pt idx="17">
                  <c:v>0.41699999999999998</c:v>
                </c:pt>
                <c:pt idx="18">
                  <c:v>0.41799999999999998</c:v>
                </c:pt>
                <c:pt idx="19">
                  <c:v>0.41899999999999998</c:v>
                </c:pt>
                <c:pt idx="20">
                  <c:v>0.42</c:v>
                </c:pt>
                <c:pt idx="21">
                  <c:v>0.42099999999999999</c:v>
                </c:pt>
                <c:pt idx="22">
                  <c:v>0.42199999999999999</c:v>
                </c:pt>
                <c:pt idx="23">
                  <c:v>0.42299999999999999</c:v>
                </c:pt>
                <c:pt idx="24">
                  <c:v>0.42399999999999999</c:v>
                </c:pt>
                <c:pt idx="25">
                  <c:v>0.42499999999999999</c:v>
                </c:pt>
                <c:pt idx="26">
                  <c:v>0.42599999999999999</c:v>
                </c:pt>
                <c:pt idx="27">
                  <c:v>0.42699999999999999</c:v>
                </c:pt>
                <c:pt idx="28">
                  <c:v>0.42799999999999999</c:v>
                </c:pt>
                <c:pt idx="29">
                  <c:v>0.42899999999999999</c:v>
                </c:pt>
                <c:pt idx="30">
                  <c:v>0.43</c:v>
                </c:pt>
                <c:pt idx="31">
                  <c:v>0.43099999999999999</c:v>
                </c:pt>
                <c:pt idx="32">
                  <c:v>0.432</c:v>
                </c:pt>
                <c:pt idx="33">
                  <c:v>0.433</c:v>
                </c:pt>
                <c:pt idx="34">
                  <c:v>0.434</c:v>
                </c:pt>
                <c:pt idx="35">
                  <c:v>0.435</c:v>
                </c:pt>
                <c:pt idx="36">
                  <c:v>0.436</c:v>
                </c:pt>
                <c:pt idx="37">
                  <c:v>0.437</c:v>
                </c:pt>
                <c:pt idx="38">
                  <c:v>0.438</c:v>
                </c:pt>
                <c:pt idx="39">
                  <c:v>0.439</c:v>
                </c:pt>
                <c:pt idx="40">
                  <c:v>0.44</c:v>
                </c:pt>
                <c:pt idx="41">
                  <c:v>0.441</c:v>
                </c:pt>
                <c:pt idx="42">
                  <c:v>0.442</c:v>
                </c:pt>
                <c:pt idx="43">
                  <c:v>0.443</c:v>
                </c:pt>
                <c:pt idx="44">
                  <c:v>0.44400000000000001</c:v>
                </c:pt>
                <c:pt idx="45">
                  <c:v>0.44500000000000001</c:v>
                </c:pt>
                <c:pt idx="46">
                  <c:v>0.44600000000000001</c:v>
                </c:pt>
                <c:pt idx="47">
                  <c:v>0.44700000000000001</c:v>
                </c:pt>
                <c:pt idx="48">
                  <c:v>0.44800000000000001</c:v>
                </c:pt>
                <c:pt idx="49">
                  <c:v>0.44900000000000001</c:v>
                </c:pt>
                <c:pt idx="50">
                  <c:v>0.45</c:v>
                </c:pt>
                <c:pt idx="51">
                  <c:v>0.45100000000000001</c:v>
                </c:pt>
                <c:pt idx="52">
                  <c:v>0.45200000000000001</c:v>
                </c:pt>
                <c:pt idx="53">
                  <c:v>0.45300000000000001</c:v>
                </c:pt>
                <c:pt idx="54">
                  <c:v>0.45400000000000001</c:v>
                </c:pt>
                <c:pt idx="55">
                  <c:v>0.45500000000000002</c:v>
                </c:pt>
                <c:pt idx="56">
                  <c:v>0.45600000000000002</c:v>
                </c:pt>
                <c:pt idx="57">
                  <c:v>0.45700000000000002</c:v>
                </c:pt>
                <c:pt idx="58">
                  <c:v>0.45800000000000002</c:v>
                </c:pt>
                <c:pt idx="59">
                  <c:v>0.45900000000000002</c:v>
                </c:pt>
                <c:pt idx="60">
                  <c:v>0.46</c:v>
                </c:pt>
                <c:pt idx="61">
                  <c:v>0.46100000000000002</c:v>
                </c:pt>
                <c:pt idx="62">
                  <c:v>0.46200000000000002</c:v>
                </c:pt>
                <c:pt idx="63">
                  <c:v>0.46300000000000002</c:v>
                </c:pt>
                <c:pt idx="64">
                  <c:v>0.46400000000000002</c:v>
                </c:pt>
                <c:pt idx="65">
                  <c:v>0.46500000000000002</c:v>
                </c:pt>
                <c:pt idx="66">
                  <c:v>0.46600000000000003</c:v>
                </c:pt>
                <c:pt idx="67">
                  <c:v>0.46700000000000003</c:v>
                </c:pt>
                <c:pt idx="68">
                  <c:v>0.46800000000000003</c:v>
                </c:pt>
                <c:pt idx="69">
                  <c:v>0.46899999999999997</c:v>
                </c:pt>
                <c:pt idx="70">
                  <c:v>0.47</c:v>
                </c:pt>
                <c:pt idx="71">
                  <c:v>0.47099999999999997</c:v>
                </c:pt>
                <c:pt idx="72">
                  <c:v>0.47199999999999998</c:v>
                </c:pt>
                <c:pt idx="73">
                  <c:v>0.47299999999999998</c:v>
                </c:pt>
                <c:pt idx="74">
                  <c:v>0.47399999999999998</c:v>
                </c:pt>
                <c:pt idx="75">
                  <c:v>0.47499999999999998</c:v>
                </c:pt>
                <c:pt idx="76">
                  <c:v>0.47599999999999998</c:v>
                </c:pt>
                <c:pt idx="77">
                  <c:v>0.47699999999999998</c:v>
                </c:pt>
                <c:pt idx="78">
                  <c:v>0.47799999999999998</c:v>
                </c:pt>
                <c:pt idx="79">
                  <c:v>0.47899999999999998</c:v>
                </c:pt>
                <c:pt idx="80">
                  <c:v>0.48</c:v>
                </c:pt>
                <c:pt idx="81">
                  <c:v>0.48099999999999998</c:v>
                </c:pt>
                <c:pt idx="82">
                  <c:v>0.48199999999999998</c:v>
                </c:pt>
                <c:pt idx="83">
                  <c:v>0.48299999999999998</c:v>
                </c:pt>
                <c:pt idx="84">
                  <c:v>0.48399999999999999</c:v>
                </c:pt>
                <c:pt idx="85">
                  <c:v>0.48499999999999999</c:v>
                </c:pt>
                <c:pt idx="86">
                  <c:v>0.48599999999999999</c:v>
                </c:pt>
                <c:pt idx="87">
                  <c:v>0.48699999999999999</c:v>
                </c:pt>
                <c:pt idx="88">
                  <c:v>0.48799999999999999</c:v>
                </c:pt>
                <c:pt idx="89">
                  <c:v>0.48899999999999999</c:v>
                </c:pt>
                <c:pt idx="90">
                  <c:v>0.49</c:v>
                </c:pt>
                <c:pt idx="91">
                  <c:v>0.49099999999999999</c:v>
                </c:pt>
                <c:pt idx="92">
                  <c:v>0.49199999999999999</c:v>
                </c:pt>
                <c:pt idx="93">
                  <c:v>0.49299999999999999</c:v>
                </c:pt>
                <c:pt idx="94">
                  <c:v>0.49399999999999999</c:v>
                </c:pt>
                <c:pt idx="95">
                  <c:v>0.495</c:v>
                </c:pt>
                <c:pt idx="96">
                  <c:v>0.496</c:v>
                </c:pt>
                <c:pt idx="97">
                  <c:v>0.497</c:v>
                </c:pt>
                <c:pt idx="98">
                  <c:v>0.498</c:v>
                </c:pt>
                <c:pt idx="99">
                  <c:v>0.499</c:v>
                </c:pt>
                <c:pt idx="100">
                  <c:v>0.5</c:v>
                </c:pt>
                <c:pt idx="101">
                  <c:v>0.501</c:v>
                </c:pt>
                <c:pt idx="102">
                  <c:v>0.502</c:v>
                </c:pt>
                <c:pt idx="103">
                  <c:v>0.503</c:v>
                </c:pt>
                <c:pt idx="104">
                  <c:v>0.504</c:v>
                </c:pt>
                <c:pt idx="105">
                  <c:v>0.505</c:v>
                </c:pt>
                <c:pt idx="106">
                  <c:v>0.50600000000000001</c:v>
                </c:pt>
                <c:pt idx="107">
                  <c:v>0.50700000000000001</c:v>
                </c:pt>
                <c:pt idx="108">
                  <c:v>0.50800000000000001</c:v>
                </c:pt>
                <c:pt idx="109">
                  <c:v>0.50900000000000001</c:v>
                </c:pt>
                <c:pt idx="110">
                  <c:v>0.51</c:v>
                </c:pt>
                <c:pt idx="111">
                  <c:v>0.51100000000000001</c:v>
                </c:pt>
                <c:pt idx="112">
                  <c:v>0.51200000000000001</c:v>
                </c:pt>
                <c:pt idx="113">
                  <c:v>0.51300000000000001</c:v>
                </c:pt>
                <c:pt idx="114">
                  <c:v>0.51400000000000001</c:v>
                </c:pt>
                <c:pt idx="115">
                  <c:v>0.51500000000000001</c:v>
                </c:pt>
                <c:pt idx="116">
                  <c:v>0.51600000000000001</c:v>
                </c:pt>
                <c:pt idx="117">
                  <c:v>0.51700000000000002</c:v>
                </c:pt>
                <c:pt idx="118">
                  <c:v>0.51800000000000002</c:v>
                </c:pt>
                <c:pt idx="119">
                  <c:v>0.51900000000000002</c:v>
                </c:pt>
                <c:pt idx="120">
                  <c:v>0.52</c:v>
                </c:pt>
                <c:pt idx="121">
                  <c:v>0.52100000000000002</c:v>
                </c:pt>
                <c:pt idx="122">
                  <c:v>0.52200000000000002</c:v>
                </c:pt>
                <c:pt idx="123">
                  <c:v>0.52300000000000002</c:v>
                </c:pt>
                <c:pt idx="124">
                  <c:v>0.52400000000000002</c:v>
                </c:pt>
                <c:pt idx="125">
                  <c:v>0.52500000000000002</c:v>
                </c:pt>
                <c:pt idx="126">
                  <c:v>0.52600000000000002</c:v>
                </c:pt>
                <c:pt idx="127">
                  <c:v>0.52700000000000002</c:v>
                </c:pt>
                <c:pt idx="128">
                  <c:v>0.52800000000000002</c:v>
                </c:pt>
                <c:pt idx="129">
                  <c:v>0.52900000000000003</c:v>
                </c:pt>
                <c:pt idx="130">
                  <c:v>0.53</c:v>
                </c:pt>
                <c:pt idx="131">
                  <c:v>0.53100000000000003</c:v>
                </c:pt>
                <c:pt idx="132">
                  <c:v>0.53200000000000003</c:v>
                </c:pt>
                <c:pt idx="133">
                  <c:v>0.53300000000000003</c:v>
                </c:pt>
                <c:pt idx="134">
                  <c:v>0.53400000000000003</c:v>
                </c:pt>
                <c:pt idx="135">
                  <c:v>0.53500000000000003</c:v>
                </c:pt>
                <c:pt idx="136">
                  <c:v>0.53600000000000003</c:v>
                </c:pt>
                <c:pt idx="137">
                  <c:v>0.53700000000000003</c:v>
                </c:pt>
                <c:pt idx="138">
                  <c:v>0.53800000000000003</c:v>
                </c:pt>
                <c:pt idx="139">
                  <c:v>0.53900000000000003</c:v>
                </c:pt>
                <c:pt idx="140">
                  <c:v>0.54</c:v>
                </c:pt>
                <c:pt idx="141">
                  <c:v>0.54100000000000004</c:v>
                </c:pt>
                <c:pt idx="142">
                  <c:v>0.54200000000000004</c:v>
                </c:pt>
                <c:pt idx="143">
                  <c:v>0.54300000000000004</c:v>
                </c:pt>
                <c:pt idx="144">
                  <c:v>0.54400000000000004</c:v>
                </c:pt>
                <c:pt idx="145">
                  <c:v>0.54500000000000004</c:v>
                </c:pt>
                <c:pt idx="146">
                  <c:v>0.54600000000000004</c:v>
                </c:pt>
                <c:pt idx="147">
                  <c:v>0.54700000000000004</c:v>
                </c:pt>
                <c:pt idx="148">
                  <c:v>0.54800000000000004</c:v>
                </c:pt>
                <c:pt idx="149">
                  <c:v>0.54900000000000004</c:v>
                </c:pt>
                <c:pt idx="150">
                  <c:v>0.55000000000000004</c:v>
                </c:pt>
                <c:pt idx="151">
                  <c:v>0.55100000000000005</c:v>
                </c:pt>
                <c:pt idx="152">
                  <c:v>0.55200000000000005</c:v>
                </c:pt>
                <c:pt idx="153">
                  <c:v>0.55300000000000005</c:v>
                </c:pt>
                <c:pt idx="154">
                  <c:v>0.55400000000000005</c:v>
                </c:pt>
                <c:pt idx="155">
                  <c:v>0.55500000000000005</c:v>
                </c:pt>
                <c:pt idx="156">
                  <c:v>0.55600000000000005</c:v>
                </c:pt>
                <c:pt idx="157">
                  <c:v>0.55700000000000005</c:v>
                </c:pt>
                <c:pt idx="158">
                  <c:v>0.55800000000000005</c:v>
                </c:pt>
                <c:pt idx="159">
                  <c:v>0.55900000000000005</c:v>
                </c:pt>
                <c:pt idx="160">
                  <c:v>0.56000000000000005</c:v>
                </c:pt>
                <c:pt idx="161">
                  <c:v>0.56100000000000005</c:v>
                </c:pt>
                <c:pt idx="162">
                  <c:v>0.56200000000000006</c:v>
                </c:pt>
                <c:pt idx="163">
                  <c:v>0.56299999999999994</c:v>
                </c:pt>
                <c:pt idx="164">
                  <c:v>0.56399999999999995</c:v>
                </c:pt>
                <c:pt idx="165">
                  <c:v>0.56499999999999995</c:v>
                </c:pt>
                <c:pt idx="166">
                  <c:v>0.56599999999999995</c:v>
                </c:pt>
                <c:pt idx="167">
                  <c:v>0.56699999999999995</c:v>
                </c:pt>
                <c:pt idx="168">
                  <c:v>0.56799999999999995</c:v>
                </c:pt>
                <c:pt idx="169">
                  <c:v>0.56899999999999995</c:v>
                </c:pt>
                <c:pt idx="170">
                  <c:v>0.56999999999999995</c:v>
                </c:pt>
                <c:pt idx="171">
                  <c:v>0.57099999999999995</c:v>
                </c:pt>
                <c:pt idx="172">
                  <c:v>0.57199999999999995</c:v>
                </c:pt>
                <c:pt idx="173">
                  <c:v>0.57299999999999995</c:v>
                </c:pt>
                <c:pt idx="174">
                  <c:v>0.57399999999999995</c:v>
                </c:pt>
                <c:pt idx="175">
                  <c:v>0.57499999999999996</c:v>
                </c:pt>
                <c:pt idx="176">
                  <c:v>0.57599999999999996</c:v>
                </c:pt>
                <c:pt idx="177">
                  <c:v>0.57699999999999996</c:v>
                </c:pt>
                <c:pt idx="178">
                  <c:v>0.57799999999999996</c:v>
                </c:pt>
                <c:pt idx="179">
                  <c:v>0.57899999999999996</c:v>
                </c:pt>
                <c:pt idx="180">
                  <c:v>0.57999999999999996</c:v>
                </c:pt>
                <c:pt idx="181">
                  <c:v>0.58099999999999996</c:v>
                </c:pt>
                <c:pt idx="182">
                  <c:v>0.58199999999999996</c:v>
                </c:pt>
                <c:pt idx="183">
                  <c:v>0.58299999999999996</c:v>
                </c:pt>
                <c:pt idx="184">
                  <c:v>0.58399999999999996</c:v>
                </c:pt>
                <c:pt idx="185">
                  <c:v>0.58499999999999996</c:v>
                </c:pt>
                <c:pt idx="186">
                  <c:v>0.58599999999999997</c:v>
                </c:pt>
                <c:pt idx="187">
                  <c:v>0.58699999999999997</c:v>
                </c:pt>
                <c:pt idx="188">
                  <c:v>0.58799999999999997</c:v>
                </c:pt>
                <c:pt idx="189">
                  <c:v>0.58899999999999997</c:v>
                </c:pt>
                <c:pt idx="190">
                  <c:v>0.59</c:v>
                </c:pt>
                <c:pt idx="191">
                  <c:v>0.59099999999999997</c:v>
                </c:pt>
                <c:pt idx="192">
                  <c:v>0.59199999999999997</c:v>
                </c:pt>
                <c:pt idx="193">
                  <c:v>0.59299999999999997</c:v>
                </c:pt>
                <c:pt idx="194">
                  <c:v>0.59399999999999997</c:v>
                </c:pt>
                <c:pt idx="195">
                  <c:v>0.59499999999999997</c:v>
                </c:pt>
                <c:pt idx="196">
                  <c:v>0.59599999999999997</c:v>
                </c:pt>
                <c:pt idx="197">
                  <c:v>0.59699999999999998</c:v>
                </c:pt>
                <c:pt idx="198">
                  <c:v>0.59799999999999998</c:v>
                </c:pt>
                <c:pt idx="199">
                  <c:v>0.59899999999999998</c:v>
                </c:pt>
                <c:pt idx="200">
                  <c:v>0.6</c:v>
                </c:pt>
                <c:pt idx="201">
                  <c:v>0.60099999999999998</c:v>
                </c:pt>
                <c:pt idx="202">
                  <c:v>0.60199999999999998</c:v>
                </c:pt>
                <c:pt idx="203">
                  <c:v>0.60299999999999998</c:v>
                </c:pt>
                <c:pt idx="204">
                  <c:v>0.60399999999999998</c:v>
                </c:pt>
                <c:pt idx="205">
                  <c:v>0.60499999999999998</c:v>
                </c:pt>
                <c:pt idx="206">
                  <c:v>0.60599999999999998</c:v>
                </c:pt>
                <c:pt idx="207">
                  <c:v>0.60699999999999998</c:v>
                </c:pt>
                <c:pt idx="208">
                  <c:v>0.60799999999999998</c:v>
                </c:pt>
                <c:pt idx="209">
                  <c:v>0.60899999999999999</c:v>
                </c:pt>
                <c:pt idx="210">
                  <c:v>0.61</c:v>
                </c:pt>
                <c:pt idx="211">
                  <c:v>0.61099999999999999</c:v>
                </c:pt>
                <c:pt idx="212">
                  <c:v>0.61199999999999999</c:v>
                </c:pt>
                <c:pt idx="213">
                  <c:v>0.61299999999999999</c:v>
                </c:pt>
                <c:pt idx="214">
                  <c:v>0.61399999999999999</c:v>
                </c:pt>
                <c:pt idx="215">
                  <c:v>0.61499999999999999</c:v>
                </c:pt>
                <c:pt idx="216">
                  <c:v>0.61599999999999999</c:v>
                </c:pt>
                <c:pt idx="217">
                  <c:v>0.61699999999999999</c:v>
                </c:pt>
                <c:pt idx="218">
                  <c:v>0.61799999999999999</c:v>
                </c:pt>
                <c:pt idx="219">
                  <c:v>0.61899999999999999</c:v>
                </c:pt>
                <c:pt idx="220">
                  <c:v>0.62</c:v>
                </c:pt>
                <c:pt idx="221">
                  <c:v>0.621</c:v>
                </c:pt>
                <c:pt idx="222">
                  <c:v>0.622</c:v>
                </c:pt>
                <c:pt idx="223">
                  <c:v>0.623</c:v>
                </c:pt>
                <c:pt idx="224">
                  <c:v>0.624</c:v>
                </c:pt>
                <c:pt idx="225">
                  <c:v>0.625</c:v>
                </c:pt>
                <c:pt idx="226">
                  <c:v>0.626</c:v>
                </c:pt>
                <c:pt idx="227">
                  <c:v>0.627</c:v>
                </c:pt>
                <c:pt idx="228">
                  <c:v>0.628</c:v>
                </c:pt>
                <c:pt idx="229">
                  <c:v>0.629</c:v>
                </c:pt>
                <c:pt idx="230">
                  <c:v>0.63</c:v>
                </c:pt>
                <c:pt idx="231">
                  <c:v>0.63100000000000001</c:v>
                </c:pt>
                <c:pt idx="232">
                  <c:v>0.63200000000000001</c:v>
                </c:pt>
                <c:pt idx="233">
                  <c:v>0.63300000000000001</c:v>
                </c:pt>
                <c:pt idx="234">
                  <c:v>0.63400000000000001</c:v>
                </c:pt>
                <c:pt idx="235">
                  <c:v>0.63500000000000001</c:v>
                </c:pt>
                <c:pt idx="236">
                  <c:v>0.63600000000000001</c:v>
                </c:pt>
                <c:pt idx="237">
                  <c:v>0.63700000000000001</c:v>
                </c:pt>
                <c:pt idx="238">
                  <c:v>0.63800000000000001</c:v>
                </c:pt>
                <c:pt idx="239">
                  <c:v>0.63900000000000001</c:v>
                </c:pt>
                <c:pt idx="240">
                  <c:v>0.64</c:v>
                </c:pt>
                <c:pt idx="241">
                  <c:v>0.64100000000000001</c:v>
                </c:pt>
                <c:pt idx="242">
                  <c:v>0.64200000000000002</c:v>
                </c:pt>
                <c:pt idx="243">
                  <c:v>0.64300000000000002</c:v>
                </c:pt>
                <c:pt idx="244">
                  <c:v>0.64400000000000002</c:v>
                </c:pt>
                <c:pt idx="245">
                  <c:v>0.64500000000000002</c:v>
                </c:pt>
                <c:pt idx="246">
                  <c:v>0.64600000000000002</c:v>
                </c:pt>
                <c:pt idx="247">
                  <c:v>0.64700000000000002</c:v>
                </c:pt>
                <c:pt idx="248">
                  <c:v>0.64800000000000002</c:v>
                </c:pt>
                <c:pt idx="249">
                  <c:v>0.64900000000000002</c:v>
                </c:pt>
                <c:pt idx="250">
                  <c:v>0.65</c:v>
                </c:pt>
                <c:pt idx="251">
                  <c:v>0.65100000000000002</c:v>
                </c:pt>
                <c:pt idx="252">
                  <c:v>0.65200000000000002</c:v>
                </c:pt>
                <c:pt idx="253">
                  <c:v>0.65300000000000002</c:v>
                </c:pt>
                <c:pt idx="254">
                  <c:v>0.65400000000000003</c:v>
                </c:pt>
                <c:pt idx="255">
                  <c:v>0.65500000000000003</c:v>
                </c:pt>
                <c:pt idx="256">
                  <c:v>0.65600000000000003</c:v>
                </c:pt>
                <c:pt idx="257">
                  <c:v>0.65700000000000003</c:v>
                </c:pt>
                <c:pt idx="258">
                  <c:v>0.65800000000000003</c:v>
                </c:pt>
                <c:pt idx="259">
                  <c:v>0.65900000000000003</c:v>
                </c:pt>
                <c:pt idx="260">
                  <c:v>0.66</c:v>
                </c:pt>
                <c:pt idx="261">
                  <c:v>0.66100000000000003</c:v>
                </c:pt>
                <c:pt idx="262">
                  <c:v>0.66200000000000003</c:v>
                </c:pt>
                <c:pt idx="263">
                  <c:v>0.66300000000000003</c:v>
                </c:pt>
                <c:pt idx="264">
                  <c:v>0.66400000000000003</c:v>
                </c:pt>
                <c:pt idx="265">
                  <c:v>0.66500000000000004</c:v>
                </c:pt>
                <c:pt idx="266">
                  <c:v>0.66600000000000004</c:v>
                </c:pt>
                <c:pt idx="267">
                  <c:v>0.66700000000000004</c:v>
                </c:pt>
                <c:pt idx="268">
                  <c:v>0.66800000000000004</c:v>
                </c:pt>
                <c:pt idx="269">
                  <c:v>0.66900000000000004</c:v>
                </c:pt>
                <c:pt idx="270">
                  <c:v>0.67</c:v>
                </c:pt>
                <c:pt idx="271">
                  <c:v>0.67100000000000004</c:v>
                </c:pt>
                <c:pt idx="272">
                  <c:v>0.67200000000000004</c:v>
                </c:pt>
                <c:pt idx="273">
                  <c:v>0.67300000000000004</c:v>
                </c:pt>
                <c:pt idx="274">
                  <c:v>0.67400000000000004</c:v>
                </c:pt>
                <c:pt idx="275">
                  <c:v>0.67500000000000004</c:v>
                </c:pt>
                <c:pt idx="276">
                  <c:v>0.67600000000000005</c:v>
                </c:pt>
                <c:pt idx="277">
                  <c:v>0.67700000000000005</c:v>
                </c:pt>
                <c:pt idx="278">
                  <c:v>0.67800000000000005</c:v>
                </c:pt>
                <c:pt idx="279">
                  <c:v>0.67900000000000005</c:v>
                </c:pt>
                <c:pt idx="280">
                  <c:v>0.68</c:v>
                </c:pt>
                <c:pt idx="281">
                  <c:v>0.68100000000000005</c:v>
                </c:pt>
                <c:pt idx="282">
                  <c:v>0.68200000000000005</c:v>
                </c:pt>
                <c:pt idx="283">
                  <c:v>0.68300000000000005</c:v>
                </c:pt>
                <c:pt idx="284">
                  <c:v>0.68400000000000005</c:v>
                </c:pt>
                <c:pt idx="285">
                  <c:v>0.68500000000000005</c:v>
                </c:pt>
                <c:pt idx="286">
                  <c:v>0.68600000000000005</c:v>
                </c:pt>
                <c:pt idx="287">
                  <c:v>0.68700000000000006</c:v>
                </c:pt>
                <c:pt idx="288">
                  <c:v>0.68799999999999994</c:v>
                </c:pt>
                <c:pt idx="289">
                  <c:v>0.68899999999999995</c:v>
                </c:pt>
                <c:pt idx="290">
                  <c:v>0.69</c:v>
                </c:pt>
                <c:pt idx="291">
                  <c:v>0.69099999999999995</c:v>
                </c:pt>
                <c:pt idx="292">
                  <c:v>0.69199999999999995</c:v>
                </c:pt>
                <c:pt idx="293">
                  <c:v>0.69299999999999995</c:v>
                </c:pt>
                <c:pt idx="294">
                  <c:v>0.69399999999999995</c:v>
                </c:pt>
                <c:pt idx="295">
                  <c:v>0.69499999999999995</c:v>
                </c:pt>
                <c:pt idx="296">
                  <c:v>0.69599999999999995</c:v>
                </c:pt>
                <c:pt idx="297">
                  <c:v>0.69699999999999995</c:v>
                </c:pt>
                <c:pt idx="298">
                  <c:v>0.69799999999999995</c:v>
                </c:pt>
                <c:pt idx="299">
                  <c:v>0.69899999999999995</c:v>
                </c:pt>
                <c:pt idx="300">
                  <c:v>0.7</c:v>
                </c:pt>
                <c:pt idx="301">
                  <c:v>0.70099999999999996</c:v>
                </c:pt>
                <c:pt idx="302">
                  <c:v>0.70199999999999996</c:v>
                </c:pt>
                <c:pt idx="303">
                  <c:v>0.70299999999999996</c:v>
                </c:pt>
                <c:pt idx="304">
                  <c:v>0.70399999999999996</c:v>
                </c:pt>
                <c:pt idx="305">
                  <c:v>0.70499999999999996</c:v>
                </c:pt>
                <c:pt idx="306">
                  <c:v>0.70599999999999996</c:v>
                </c:pt>
                <c:pt idx="307">
                  <c:v>0.70699999999999996</c:v>
                </c:pt>
                <c:pt idx="308">
                  <c:v>0.70799999999999996</c:v>
                </c:pt>
                <c:pt idx="309">
                  <c:v>0.70899999999999996</c:v>
                </c:pt>
                <c:pt idx="310">
                  <c:v>0.71</c:v>
                </c:pt>
                <c:pt idx="311">
                  <c:v>0.71099999999999997</c:v>
                </c:pt>
                <c:pt idx="312">
                  <c:v>0.71199999999999997</c:v>
                </c:pt>
                <c:pt idx="313">
                  <c:v>0.71299999999999997</c:v>
                </c:pt>
                <c:pt idx="314">
                  <c:v>0.71399999999999997</c:v>
                </c:pt>
                <c:pt idx="315">
                  <c:v>0.71499999999999997</c:v>
                </c:pt>
                <c:pt idx="316">
                  <c:v>0.71599999999999997</c:v>
                </c:pt>
                <c:pt idx="317">
                  <c:v>0.71699999999999997</c:v>
                </c:pt>
                <c:pt idx="318">
                  <c:v>0.71799999999999997</c:v>
                </c:pt>
                <c:pt idx="319">
                  <c:v>0.71899999999999997</c:v>
                </c:pt>
                <c:pt idx="320">
                  <c:v>0.72</c:v>
                </c:pt>
                <c:pt idx="321">
                  <c:v>0.72099999999999997</c:v>
                </c:pt>
                <c:pt idx="322">
                  <c:v>0.72199999999999998</c:v>
                </c:pt>
                <c:pt idx="323">
                  <c:v>0.72299999999999998</c:v>
                </c:pt>
                <c:pt idx="324">
                  <c:v>0.72399999999999998</c:v>
                </c:pt>
                <c:pt idx="325">
                  <c:v>0.72499999999999998</c:v>
                </c:pt>
                <c:pt idx="326">
                  <c:v>0.72599999999999998</c:v>
                </c:pt>
                <c:pt idx="327">
                  <c:v>0.72699999999999998</c:v>
                </c:pt>
                <c:pt idx="328">
                  <c:v>0.72799999999999998</c:v>
                </c:pt>
                <c:pt idx="329">
                  <c:v>0.72899999999999998</c:v>
                </c:pt>
                <c:pt idx="330">
                  <c:v>0.73</c:v>
                </c:pt>
                <c:pt idx="331">
                  <c:v>0.73099999999999998</c:v>
                </c:pt>
                <c:pt idx="332">
                  <c:v>0.73199999999999998</c:v>
                </c:pt>
                <c:pt idx="333">
                  <c:v>0.73299999999999998</c:v>
                </c:pt>
                <c:pt idx="334">
                  <c:v>0.73399999999999999</c:v>
                </c:pt>
                <c:pt idx="335">
                  <c:v>0.73499999999999999</c:v>
                </c:pt>
                <c:pt idx="336">
                  <c:v>0.73599999999999999</c:v>
                </c:pt>
                <c:pt idx="337">
                  <c:v>0.73699999999999999</c:v>
                </c:pt>
                <c:pt idx="338">
                  <c:v>0.73799999999999999</c:v>
                </c:pt>
                <c:pt idx="339">
                  <c:v>0.73899999999999999</c:v>
                </c:pt>
                <c:pt idx="340">
                  <c:v>0.74</c:v>
                </c:pt>
                <c:pt idx="341">
                  <c:v>0.74099999999999999</c:v>
                </c:pt>
                <c:pt idx="342">
                  <c:v>0.74199999999999999</c:v>
                </c:pt>
                <c:pt idx="343">
                  <c:v>0.74299999999999999</c:v>
                </c:pt>
                <c:pt idx="344">
                  <c:v>0.74399999999999999</c:v>
                </c:pt>
                <c:pt idx="345">
                  <c:v>0.745</c:v>
                </c:pt>
                <c:pt idx="346">
                  <c:v>0.746</c:v>
                </c:pt>
                <c:pt idx="347">
                  <c:v>0.747</c:v>
                </c:pt>
                <c:pt idx="348">
                  <c:v>0.748</c:v>
                </c:pt>
                <c:pt idx="349">
                  <c:v>0.749</c:v>
                </c:pt>
                <c:pt idx="350">
                  <c:v>0.75</c:v>
                </c:pt>
                <c:pt idx="351">
                  <c:v>0.751</c:v>
                </c:pt>
                <c:pt idx="352">
                  <c:v>0.752</c:v>
                </c:pt>
                <c:pt idx="353">
                  <c:v>0.753</c:v>
                </c:pt>
                <c:pt idx="354">
                  <c:v>0.754</c:v>
                </c:pt>
                <c:pt idx="355">
                  <c:v>0.755</c:v>
                </c:pt>
                <c:pt idx="356">
                  <c:v>0.75600000000000001</c:v>
                </c:pt>
                <c:pt idx="357">
                  <c:v>0.75700000000000001</c:v>
                </c:pt>
                <c:pt idx="358">
                  <c:v>0.75800000000000001</c:v>
                </c:pt>
                <c:pt idx="359">
                  <c:v>0.75900000000000001</c:v>
                </c:pt>
                <c:pt idx="360">
                  <c:v>0.76</c:v>
                </c:pt>
                <c:pt idx="361">
                  <c:v>0.76100000000000001</c:v>
                </c:pt>
                <c:pt idx="362">
                  <c:v>0.76200000000000001</c:v>
                </c:pt>
                <c:pt idx="363">
                  <c:v>0.76300000000000001</c:v>
                </c:pt>
                <c:pt idx="364">
                  <c:v>0.76400000000000001</c:v>
                </c:pt>
                <c:pt idx="365">
                  <c:v>0.76500000000000001</c:v>
                </c:pt>
                <c:pt idx="366">
                  <c:v>0.76600000000000001</c:v>
                </c:pt>
                <c:pt idx="367">
                  <c:v>0.76700000000000002</c:v>
                </c:pt>
                <c:pt idx="368">
                  <c:v>0.76800000000000002</c:v>
                </c:pt>
                <c:pt idx="369">
                  <c:v>0.76900000000000002</c:v>
                </c:pt>
                <c:pt idx="370">
                  <c:v>0.77</c:v>
                </c:pt>
                <c:pt idx="371">
                  <c:v>0.77100000000000002</c:v>
                </c:pt>
                <c:pt idx="372">
                  <c:v>0.77200000000000002</c:v>
                </c:pt>
                <c:pt idx="373">
                  <c:v>0.77300000000000002</c:v>
                </c:pt>
                <c:pt idx="374">
                  <c:v>0.77400000000000002</c:v>
                </c:pt>
                <c:pt idx="375">
                  <c:v>0.77500000000000002</c:v>
                </c:pt>
                <c:pt idx="376">
                  <c:v>0.77600000000000002</c:v>
                </c:pt>
                <c:pt idx="377">
                  <c:v>0.77700000000000002</c:v>
                </c:pt>
                <c:pt idx="378">
                  <c:v>0.77800000000000002</c:v>
                </c:pt>
                <c:pt idx="379">
                  <c:v>0.77900000000000003</c:v>
                </c:pt>
                <c:pt idx="380">
                  <c:v>0.78</c:v>
                </c:pt>
                <c:pt idx="381">
                  <c:v>0.78100000000000003</c:v>
                </c:pt>
                <c:pt idx="382">
                  <c:v>0.78200000000000003</c:v>
                </c:pt>
                <c:pt idx="383">
                  <c:v>0.78300000000000003</c:v>
                </c:pt>
                <c:pt idx="384">
                  <c:v>0.78400000000000003</c:v>
                </c:pt>
                <c:pt idx="385">
                  <c:v>0.78500000000000003</c:v>
                </c:pt>
                <c:pt idx="386">
                  <c:v>0.78600000000000003</c:v>
                </c:pt>
                <c:pt idx="387">
                  <c:v>0.78700000000000003</c:v>
                </c:pt>
                <c:pt idx="388">
                  <c:v>0.78800000000000003</c:v>
                </c:pt>
                <c:pt idx="389">
                  <c:v>0.78900000000000003</c:v>
                </c:pt>
                <c:pt idx="390">
                  <c:v>0.79</c:v>
                </c:pt>
                <c:pt idx="391">
                  <c:v>0.79100000000000004</c:v>
                </c:pt>
                <c:pt idx="392">
                  <c:v>0.79200000000000004</c:v>
                </c:pt>
                <c:pt idx="393">
                  <c:v>0.79300000000000004</c:v>
                </c:pt>
                <c:pt idx="394">
                  <c:v>0.79400000000000004</c:v>
                </c:pt>
                <c:pt idx="395">
                  <c:v>0.79500000000000004</c:v>
                </c:pt>
                <c:pt idx="396">
                  <c:v>0.79600000000000004</c:v>
                </c:pt>
                <c:pt idx="397">
                  <c:v>0.79700000000000004</c:v>
                </c:pt>
                <c:pt idx="398">
                  <c:v>0.79800000000000004</c:v>
                </c:pt>
                <c:pt idx="399">
                  <c:v>0.79900000000000004</c:v>
                </c:pt>
                <c:pt idx="400">
                  <c:v>0.8</c:v>
                </c:pt>
                <c:pt idx="401">
                  <c:v>0.80100000000000005</c:v>
                </c:pt>
                <c:pt idx="402">
                  <c:v>0.80200000000000005</c:v>
                </c:pt>
                <c:pt idx="403">
                  <c:v>0.80300000000000005</c:v>
                </c:pt>
                <c:pt idx="404">
                  <c:v>0.80400000000000005</c:v>
                </c:pt>
                <c:pt idx="405">
                  <c:v>0.80500000000000005</c:v>
                </c:pt>
                <c:pt idx="406">
                  <c:v>0.80600000000000005</c:v>
                </c:pt>
                <c:pt idx="407">
                  <c:v>0.80700000000000005</c:v>
                </c:pt>
                <c:pt idx="408">
                  <c:v>0.80800000000000005</c:v>
                </c:pt>
                <c:pt idx="409">
                  <c:v>0.80900000000000005</c:v>
                </c:pt>
                <c:pt idx="410">
                  <c:v>0.81</c:v>
                </c:pt>
                <c:pt idx="411">
                  <c:v>0.81100000000000005</c:v>
                </c:pt>
                <c:pt idx="412">
                  <c:v>0.81200000000000006</c:v>
                </c:pt>
                <c:pt idx="413">
                  <c:v>0.81299999999999994</c:v>
                </c:pt>
                <c:pt idx="414">
                  <c:v>0.81399999999999995</c:v>
                </c:pt>
                <c:pt idx="415">
                  <c:v>0.81499999999999995</c:v>
                </c:pt>
                <c:pt idx="416">
                  <c:v>0.81599999999999995</c:v>
                </c:pt>
                <c:pt idx="417">
                  <c:v>0.81699999999999995</c:v>
                </c:pt>
                <c:pt idx="418">
                  <c:v>0.81799999999999995</c:v>
                </c:pt>
                <c:pt idx="419">
                  <c:v>0.81899999999999995</c:v>
                </c:pt>
                <c:pt idx="420">
                  <c:v>0.82</c:v>
                </c:pt>
                <c:pt idx="421">
                  <c:v>0.82099999999999995</c:v>
                </c:pt>
                <c:pt idx="422">
                  <c:v>0.82199999999999995</c:v>
                </c:pt>
                <c:pt idx="423">
                  <c:v>0.82299999999999995</c:v>
                </c:pt>
                <c:pt idx="424">
                  <c:v>0.82399999999999995</c:v>
                </c:pt>
                <c:pt idx="425">
                  <c:v>0.82499999999999996</c:v>
                </c:pt>
                <c:pt idx="426">
                  <c:v>0.82599999999999996</c:v>
                </c:pt>
                <c:pt idx="427">
                  <c:v>0.82699999999999996</c:v>
                </c:pt>
                <c:pt idx="428">
                  <c:v>0.82799999999999996</c:v>
                </c:pt>
                <c:pt idx="429">
                  <c:v>0.82899999999999996</c:v>
                </c:pt>
                <c:pt idx="430">
                  <c:v>0.83</c:v>
                </c:pt>
                <c:pt idx="431">
                  <c:v>0.83099999999999996</c:v>
                </c:pt>
                <c:pt idx="432">
                  <c:v>0.83199999999999996</c:v>
                </c:pt>
                <c:pt idx="433">
                  <c:v>0.83299999999999996</c:v>
                </c:pt>
                <c:pt idx="434">
                  <c:v>0.83399999999999996</c:v>
                </c:pt>
                <c:pt idx="435">
                  <c:v>0.83499999999999996</c:v>
                </c:pt>
                <c:pt idx="436">
                  <c:v>0.83599999999999997</c:v>
                </c:pt>
                <c:pt idx="437">
                  <c:v>0.83699999999999997</c:v>
                </c:pt>
                <c:pt idx="438">
                  <c:v>0.83799999999999997</c:v>
                </c:pt>
                <c:pt idx="439">
                  <c:v>0.83899999999999997</c:v>
                </c:pt>
                <c:pt idx="440">
                  <c:v>0.84</c:v>
                </c:pt>
                <c:pt idx="441">
                  <c:v>0.84099999999999997</c:v>
                </c:pt>
                <c:pt idx="442">
                  <c:v>0.84199999999999997</c:v>
                </c:pt>
                <c:pt idx="443">
                  <c:v>0.84299999999999997</c:v>
                </c:pt>
                <c:pt idx="444">
                  <c:v>0.84399999999999997</c:v>
                </c:pt>
                <c:pt idx="445">
                  <c:v>0.84499999999999997</c:v>
                </c:pt>
                <c:pt idx="446">
                  <c:v>0.84599999999999997</c:v>
                </c:pt>
                <c:pt idx="447">
                  <c:v>0.84699999999999998</c:v>
                </c:pt>
                <c:pt idx="448">
                  <c:v>0.84799999999999998</c:v>
                </c:pt>
                <c:pt idx="449">
                  <c:v>0.84899999999999998</c:v>
                </c:pt>
                <c:pt idx="450">
                  <c:v>0.85</c:v>
                </c:pt>
                <c:pt idx="451">
                  <c:v>0.85099999999999998</c:v>
                </c:pt>
                <c:pt idx="452">
                  <c:v>0.85199999999999998</c:v>
                </c:pt>
                <c:pt idx="453">
                  <c:v>0.85299999999999998</c:v>
                </c:pt>
                <c:pt idx="454">
                  <c:v>0.85399999999999998</c:v>
                </c:pt>
                <c:pt idx="455">
                  <c:v>0.85499999999999998</c:v>
                </c:pt>
                <c:pt idx="456">
                  <c:v>0.85599999999999998</c:v>
                </c:pt>
                <c:pt idx="457">
                  <c:v>0.85699999999999998</c:v>
                </c:pt>
                <c:pt idx="458">
                  <c:v>0.85799999999999998</c:v>
                </c:pt>
                <c:pt idx="459">
                  <c:v>0.85899999999999999</c:v>
                </c:pt>
                <c:pt idx="460">
                  <c:v>0.86</c:v>
                </c:pt>
                <c:pt idx="461">
                  <c:v>0.86099999999999999</c:v>
                </c:pt>
                <c:pt idx="462">
                  <c:v>0.86199999999999999</c:v>
                </c:pt>
                <c:pt idx="463">
                  <c:v>0.86299999999999999</c:v>
                </c:pt>
                <c:pt idx="464">
                  <c:v>0.86399999999999999</c:v>
                </c:pt>
                <c:pt idx="465">
                  <c:v>0.86499999999999999</c:v>
                </c:pt>
                <c:pt idx="466">
                  <c:v>0.86599999999999999</c:v>
                </c:pt>
                <c:pt idx="467">
                  <c:v>0.86699999999999999</c:v>
                </c:pt>
                <c:pt idx="468">
                  <c:v>0.86799999999999999</c:v>
                </c:pt>
                <c:pt idx="469">
                  <c:v>0.86899999999999999</c:v>
                </c:pt>
                <c:pt idx="470">
                  <c:v>0.87</c:v>
                </c:pt>
                <c:pt idx="471">
                  <c:v>0.871</c:v>
                </c:pt>
                <c:pt idx="472">
                  <c:v>0.872</c:v>
                </c:pt>
                <c:pt idx="473">
                  <c:v>0.873</c:v>
                </c:pt>
                <c:pt idx="474">
                  <c:v>0.874</c:v>
                </c:pt>
                <c:pt idx="475">
                  <c:v>0.875</c:v>
                </c:pt>
                <c:pt idx="476">
                  <c:v>0.876</c:v>
                </c:pt>
                <c:pt idx="477">
                  <c:v>0.877</c:v>
                </c:pt>
                <c:pt idx="478">
                  <c:v>0.878</c:v>
                </c:pt>
                <c:pt idx="479">
                  <c:v>0.879</c:v>
                </c:pt>
                <c:pt idx="480">
                  <c:v>0.88</c:v>
                </c:pt>
                <c:pt idx="481">
                  <c:v>0.88100000000000001</c:v>
                </c:pt>
                <c:pt idx="482">
                  <c:v>0.88200000000000001</c:v>
                </c:pt>
                <c:pt idx="483">
                  <c:v>0.88300000000000001</c:v>
                </c:pt>
                <c:pt idx="484">
                  <c:v>0.88400000000000001</c:v>
                </c:pt>
                <c:pt idx="485">
                  <c:v>0.88500000000000001</c:v>
                </c:pt>
                <c:pt idx="486">
                  <c:v>0.88600000000000001</c:v>
                </c:pt>
                <c:pt idx="487">
                  <c:v>0.88700000000000001</c:v>
                </c:pt>
                <c:pt idx="488">
                  <c:v>0.88800000000000001</c:v>
                </c:pt>
                <c:pt idx="489">
                  <c:v>0.88900000000000001</c:v>
                </c:pt>
                <c:pt idx="490">
                  <c:v>0.89</c:v>
                </c:pt>
                <c:pt idx="491">
                  <c:v>0.89100000000000001</c:v>
                </c:pt>
                <c:pt idx="492">
                  <c:v>0.89200000000000002</c:v>
                </c:pt>
                <c:pt idx="493">
                  <c:v>0.89300000000000002</c:v>
                </c:pt>
                <c:pt idx="494">
                  <c:v>0.89400000000000002</c:v>
                </c:pt>
                <c:pt idx="495">
                  <c:v>0.89500000000000002</c:v>
                </c:pt>
                <c:pt idx="496">
                  <c:v>0.89600000000000002</c:v>
                </c:pt>
                <c:pt idx="497">
                  <c:v>0.89700000000000002</c:v>
                </c:pt>
                <c:pt idx="498">
                  <c:v>0.89800000000000002</c:v>
                </c:pt>
                <c:pt idx="499">
                  <c:v>0.89900000000000002</c:v>
                </c:pt>
                <c:pt idx="500">
                  <c:v>0.9</c:v>
                </c:pt>
                <c:pt idx="501">
                  <c:v>0.90100000000000002</c:v>
                </c:pt>
                <c:pt idx="502">
                  <c:v>0.90200000000000002</c:v>
                </c:pt>
                <c:pt idx="503">
                  <c:v>0.90300000000000002</c:v>
                </c:pt>
                <c:pt idx="504">
                  <c:v>0.90400000000000003</c:v>
                </c:pt>
                <c:pt idx="505">
                  <c:v>0.90500000000000003</c:v>
                </c:pt>
                <c:pt idx="506">
                  <c:v>0.90600000000000003</c:v>
                </c:pt>
                <c:pt idx="507">
                  <c:v>0.90700000000000003</c:v>
                </c:pt>
                <c:pt idx="508">
                  <c:v>0.90800000000000003</c:v>
                </c:pt>
                <c:pt idx="509">
                  <c:v>0.90900000000000003</c:v>
                </c:pt>
                <c:pt idx="510">
                  <c:v>0.91</c:v>
                </c:pt>
                <c:pt idx="511">
                  <c:v>0.91100000000000003</c:v>
                </c:pt>
                <c:pt idx="512">
                  <c:v>0.91200000000000003</c:v>
                </c:pt>
                <c:pt idx="513">
                  <c:v>0.91300000000000003</c:v>
                </c:pt>
                <c:pt idx="514">
                  <c:v>0.91400000000000003</c:v>
                </c:pt>
                <c:pt idx="515">
                  <c:v>0.91500000000000004</c:v>
                </c:pt>
                <c:pt idx="516">
                  <c:v>0.91600000000000004</c:v>
                </c:pt>
                <c:pt idx="517">
                  <c:v>0.91700000000000004</c:v>
                </c:pt>
                <c:pt idx="518">
                  <c:v>0.91800000000000004</c:v>
                </c:pt>
                <c:pt idx="519">
                  <c:v>0.91900000000000004</c:v>
                </c:pt>
                <c:pt idx="520">
                  <c:v>0.92</c:v>
                </c:pt>
                <c:pt idx="521">
                  <c:v>0.92100000000000004</c:v>
                </c:pt>
                <c:pt idx="522">
                  <c:v>0.92200000000000004</c:v>
                </c:pt>
                <c:pt idx="523">
                  <c:v>0.92300000000000004</c:v>
                </c:pt>
                <c:pt idx="524">
                  <c:v>0.92400000000000004</c:v>
                </c:pt>
                <c:pt idx="525">
                  <c:v>0.92500000000000004</c:v>
                </c:pt>
                <c:pt idx="526">
                  <c:v>0.92600000000000005</c:v>
                </c:pt>
                <c:pt idx="527">
                  <c:v>0.92700000000000005</c:v>
                </c:pt>
                <c:pt idx="528">
                  <c:v>0.92800000000000005</c:v>
                </c:pt>
                <c:pt idx="529">
                  <c:v>0.92900000000000005</c:v>
                </c:pt>
                <c:pt idx="530">
                  <c:v>0.93</c:v>
                </c:pt>
                <c:pt idx="531">
                  <c:v>0.93100000000000005</c:v>
                </c:pt>
                <c:pt idx="532">
                  <c:v>0.93200000000000005</c:v>
                </c:pt>
                <c:pt idx="533">
                  <c:v>0.93300000000000005</c:v>
                </c:pt>
                <c:pt idx="534">
                  <c:v>0.93400000000000005</c:v>
                </c:pt>
                <c:pt idx="535">
                  <c:v>0.93500000000000005</c:v>
                </c:pt>
                <c:pt idx="536">
                  <c:v>0.93600000000000005</c:v>
                </c:pt>
                <c:pt idx="537">
                  <c:v>0.93700000000000006</c:v>
                </c:pt>
                <c:pt idx="538">
                  <c:v>0.93799999999999994</c:v>
                </c:pt>
                <c:pt idx="539">
                  <c:v>0.93899999999999995</c:v>
                </c:pt>
                <c:pt idx="540">
                  <c:v>0.94</c:v>
                </c:pt>
                <c:pt idx="541">
                  <c:v>0.94099999999999995</c:v>
                </c:pt>
                <c:pt idx="542">
                  <c:v>0.94199999999999995</c:v>
                </c:pt>
                <c:pt idx="543">
                  <c:v>0.94299999999999995</c:v>
                </c:pt>
                <c:pt idx="544">
                  <c:v>0.94399999999999995</c:v>
                </c:pt>
                <c:pt idx="545">
                  <c:v>0.94499999999999995</c:v>
                </c:pt>
                <c:pt idx="546">
                  <c:v>0.94599999999999995</c:v>
                </c:pt>
                <c:pt idx="547">
                  <c:v>0.94699999999999995</c:v>
                </c:pt>
                <c:pt idx="548">
                  <c:v>0.94799999999999995</c:v>
                </c:pt>
                <c:pt idx="549">
                  <c:v>0.94899999999999995</c:v>
                </c:pt>
                <c:pt idx="550">
                  <c:v>0.95</c:v>
                </c:pt>
                <c:pt idx="551">
                  <c:v>0.95099999999999996</c:v>
                </c:pt>
                <c:pt idx="552">
                  <c:v>0.95199999999999996</c:v>
                </c:pt>
                <c:pt idx="553">
                  <c:v>0.95299999999999996</c:v>
                </c:pt>
                <c:pt idx="554">
                  <c:v>0.95399999999999996</c:v>
                </c:pt>
                <c:pt idx="555">
                  <c:v>0.95499999999999996</c:v>
                </c:pt>
                <c:pt idx="556">
                  <c:v>0.95599999999999996</c:v>
                </c:pt>
                <c:pt idx="557">
                  <c:v>0.95699999999999996</c:v>
                </c:pt>
                <c:pt idx="558">
                  <c:v>0.95799999999999996</c:v>
                </c:pt>
                <c:pt idx="559">
                  <c:v>0.95899999999999996</c:v>
                </c:pt>
                <c:pt idx="560">
                  <c:v>0.96</c:v>
                </c:pt>
                <c:pt idx="561">
                  <c:v>0.96099999999999997</c:v>
                </c:pt>
                <c:pt idx="562">
                  <c:v>0.96199999999999997</c:v>
                </c:pt>
                <c:pt idx="563">
                  <c:v>0.96299999999999997</c:v>
                </c:pt>
                <c:pt idx="564">
                  <c:v>0.96399999999999997</c:v>
                </c:pt>
                <c:pt idx="565">
                  <c:v>0.96499999999999997</c:v>
                </c:pt>
                <c:pt idx="566">
                  <c:v>0.96599999999999997</c:v>
                </c:pt>
                <c:pt idx="567">
                  <c:v>0.96699999999999997</c:v>
                </c:pt>
                <c:pt idx="568">
                  <c:v>0.96799999999999997</c:v>
                </c:pt>
                <c:pt idx="569">
                  <c:v>0.96899999999999997</c:v>
                </c:pt>
                <c:pt idx="570">
                  <c:v>0.97</c:v>
                </c:pt>
                <c:pt idx="571">
                  <c:v>0.97099999999999997</c:v>
                </c:pt>
                <c:pt idx="572">
                  <c:v>0.97199999999999998</c:v>
                </c:pt>
                <c:pt idx="573">
                  <c:v>0.97299999999999998</c:v>
                </c:pt>
                <c:pt idx="574">
                  <c:v>0.97399999999999998</c:v>
                </c:pt>
                <c:pt idx="575">
                  <c:v>0.97499999999999998</c:v>
                </c:pt>
                <c:pt idx="576">
                  <c:v>0.97599999999999998</c:v>
                </c:pt>
                <c:pt idx="577">
                  <c:v>0.97699999999999998</c:v>
                </c:pt>
                <c:pt idx="578">
                  <c:v>0.97799999999999998</c:v>
                </c:pt>
                <c:pt idx="579">
                  <c:v>0.97899999999999998</c:v>
                </c:pt>
                <c:pt idx="580">
                  <c:v>0.98</c:v>
                </c:pt>
                <c:pt idx="581">
                  <c:v>0.98099999999999998</c:v>
                </c:pt>
                <c:pt idx="582">
                  <c:v>0.98199999999999998</c:v>
                </c:pt>
                <c:pt idx="583">
                  <c:v>0.98299999999999998</c:v>
                </c:pt>
                <c:pt idx="584">
                  <c:v>0.98399999999999999</c:v>
                </c:pt>
                <c:pt idx="585">
                  <c:v>0.98499999999999999</c:v>
                </c:pt>
                <c:pt idx="586">
                  <c:v>0.98599999999999999</c:v>
                </c:pt>
                <c:pt idx="587">
                  <c:v>0.98699999999999999</c:v>
                </c:pt>
                <c:pt idx="588">
                  <c:v>0.98799999999999999</c:v>
                </c:pt>
                <c:pt idx="589">
                  <c:v>0.98899999999999999</c:v>
                </c:pt>
                <c:pt idx="590">
                  <c:v>0.99</c:v>
                </c:pt>
                <c:pt idx="591">
                  <c:v>0.99099999999999999</c:v>
                </c:pt>
                <c:pt idx="592">
                  <c:v>0.99199999999999999</c:v>
                </c:pt>
                <c:pt idx="593">
                  <c:v>0.99299999999999999</c:v>
                </c:pt>
                <c:pt idx="594">
                  <c:v>0.99399999999999999</c:v>
                </c:pt>
                <c:pt idx="595">
                  <c:v>0.995</c:v>
                </c:pt>
                <c:pt idx="596">
                  <c:v>0.996</c:v>
                </c:pt>
                <c:pt idx="597">
                  <c:v>0.997</c:v>
                </c:pt>
                <c:pt idx="598">
                  <c:v>0.998</c:v>
                </c:pt>
                <c:pt idx="599">
                  <c:v>0.999</c:v>
                </c:pt>
                <c:pt idx="600">
                  <c:v>1</c:v>
                </c:pt>
                <c:pt idx="601">
                  <c:v>1.0009999999999999</c:v>
                </c:pt>
                <c:pt idx="602">
                  <c:v>1.002</c:v>
                </c:pt>
                <c:pt idx="603">
                  <c:v>1.0029999999999999</c:v>
                </c:pt>
                <c:pt idx="604">
                  <c:v>1.004</c:v>
                </c:pt>
                <c:pt idx="605">
                  <c:v>1.0049999999999999</c:v>
                </c:pt>
                <c:pt idx="606">
                  <c:v>1.006</c:v>
                </c:pt>
                <c:pt idx="607">
                  <c:v>1.0069999999999999</c:v>
                </c:pt>
                <c:pt idx="608">
                  <c:v>1.008</c:v>
                </c:pt>
                <c:pt idx="609">
                  <c:v>1.0089999999999999</c:v>
                </c:pt>
                <c:pt idx="610">
                  <c:v>1.01</c:v>
                </c:pt>
                <c:pt idx="611">
                  <c:v>1.0109999999999999</c:v>
                </c:pt>
                <c:pt idx="612">
                  <c:v>1.012</c:v>
                </c:pt>
                <c:pt idx="613">
                  <c:v>1.0129999999999999</c:v>
                </c:pt>
                <c:pt idx="614">
                  <c:v>1.014</c:v>
                </c:pt>
                <c:pt idx="615">
                  <c:v>1.0149999999999999</c:v>
                </c:pt>
                <c:pt idx="616">
                  <c:v>1.016</c:v>
                </c:pt>
                <c:pt idx="617">
                  <c:v>1.0169999999999999</c:v>
                </c:pt>
                <c:pt idx="618">
                  <c:v>1.018</c:v>
                </c:pt>
                <c:pt idx="619">
                  <c:v>1.0189999999999999</c:v>
                </c:pt>
                <c:pt idx="620">
                  <c:v>1.02</c:v>
                </c:pt>
                <c:pt idx="621">
                  <c:v>1.0209999999999999</c:v>
                </c:pt>
                <c:pt idx="622">
                  <c:v>1.022</c:v>
                </c:pt>
                <c:pt idx="623">
                  <c:v>1.0229999999999999</c:v>
                </c:pt>
                <c:pt idx="624">
                  <c:v>1.024</c:v>
                </c:pt>
                <c:pt idx="625">
                  <c:v>1.0249999999999999</c:v>
                </c:pt>
                <c:pt idx="626">
                  <c:v>1.026</c:v>
                </c:pt>
                <c:pt idx="627">
                  <c:v>1.0269999999999999</c:v>
                </c:pt>
                <c:pt idx="628">
                  <c:v>1.028</c:v>
                </c:pt>
                <c:pt idx="629">
                  <c:v>1.0289999999999999</c:v>
                </c:pt>
                <c:pt idx="630">
                  <c:v>1.03</c:v>
                </c:pt>
                <c:pt idx="631">
                  <c:v>1.0309999999999999</c:v>
                </c:pt>
                <c:pt idx="632">
                  <c:v>1.032</c:v>
                </c:pt>
                <c:pt idx="633">
                  <c:v>1.0329999999999999</c:v>
                </c:pt>
                <c:pt idx="634">
                  <c:v>1.034</c:v>
                </c:pt>
                <c:pt idx="635">
                  <c:v>1.0349999999999999</c:v>
                </c:pt>
                <c:pt idx="636">
                  <c:v>1.036</c:v>
                </c:pt>
                <c:pt idx="637">
                  <c:v>1.0369999999999999</c:v>
                </c:pt>
                <c:pt idx="638">
                  <c:v>1.038</c:v>
                </c:pt>
                <c:pt idx="639">
                  <c:v>1.0389999999999999</c:v>
                </c:pt>
                <c:pt idx="640">
                  <c:v>1.04</c:v>
                </c:pt>
                <c:pt idx="641">
                  <c:v>1.0409999999999999</c:v>
                </c:pt>
                <c:pt idx="642">
                  <c:v>1.042</c:v>
                </c:pt>
                <c:pt idx="643">
                  <c:v>1.0429999999999999</c:v>
                </c:pt>
                <c:pt idx="644">
                  <c:v>1.044</c:v>
                </c:pt>
                <c:pt idx="645">
                  <c:v>1.0449999999999999</c:v>
                </c:pt>
                <c:pt idx="646">
                  <c:v>1.046</c:v>
                </c:pt>
                <c:pt idx="647">
                  <c:v>1.0469999999999999</c:v>
                </c:pt>
                <c:pt idx="648">
                  <c:v>1.048</c:v>
                </c:pt>
                <c:pt idx="649">
                  <c:v>1.0489999999999999</c:v>
                </c:pt>
                <c:pt idx="650">
                  <c:v>1.05</c:v>
                </c:pt>
                <c:pt idx="651">
                  <c:v>1.0509999999999999</c:v>
                </c:pt>
                <c:pt idx="652">
                  <c:v>1.052</c:v>
                </c:pt>
                <c:pt idx="653">
                  <c:v>1.0529999999999999</c:v>
                </c:pt>
                <c:pt idx="654">
                  <c:v>1.054</c:v>
                </c:pt>
                <c:pt idx="655">
                  <c:v>1.0549999999999999</c:v>
                </c:pt>
                <c:pt idx="656">
                  <c:v>1.056</c:v>
                </c:pt>
                <c:pt idx="657">
                  <c:v>1.0569999999999999</c:v>
                </c:pt>
                <c:pt idx="658">
                  <c:v>1.0580000000000001</c:v>
                </c:pt>
                <c:pt idx="659">
                  <c:v>1.0589999999999999</c:v>
                </c:pt>
                <c:pt idx="660">
                  <c:v>1.06</c:v>
                </c:pt>
                <c:pt idx="661">
                  <c:v>1.0609999999999999</c:v>
                </c:pt>
                <c:pt idx="662">
                  <c:v>1.0620000000000001</c:v>
                </c:pt>
                <c:pt idx="663">
                  <c:v>1.0629999999999999</c:v>
                </c:pt>
                <c:pt idx="664">
                  <c:v>1.0640000000000001</c:v>
                </c:pt>
                <c:pt idx="665">
                  <c:v>1.0649999999999999</c:v>
                </c:pt>
                <c:pt idx="666">
                  <c:v>1.0660000000000001</c:v>
                </c:pt>
                <c:pt idx="667">
                  <c:v>1.0669999999999999</c:v>
                </c:pt>
                <c:pt idx="668">
                  <c:v>1.0680000000000001</c:v>
                </c:pt>
                <c:pt idx="669">
                  <c:v>1.069</c:v>
                </c:pt>
                <c:pt idx="670">
                  <c:v>1.07</c:v>
                </c:pt>
                <c:pt idx="671">
                  <c:v>1.071</c:v>
                </c:pt>
                <c:pt idx="672">
                  <c:v>1.0720000000000001</c:v>
                </c:pt>
                <c:pt idx="673">
                  <c:v>1.073</c:v>
                </c:pt>
                <c:pt idx="674">
                  <c:v>1.0740000000000001</c:v>
                </c:pt>
                <c:pt idx="675">
                  <c:v>1.075</c:v>
                </c:pt>
                <c:pt idx="676">
                  <c:v>1.0760000000000001</c:v>
                </c:pt>
                <c:pt idx="677">
                  <c:v>1.077</c:v>
                </c:pt>
                <c:pt idx="678">
                  <c:v>1.0780000000000001</c:v>
                </c:pt>
                <c:pt idx="679">
                  <c:v>1.079</c:v>
                </c:pt>
                <c:pt idx="680">
                  <c:v>1.08</c:v>
                </c:pt>
                <c:pt idx="681">
                  <c:v>1.081</c:v>
                </c:pt>
                <c:pt idx="682">
                  <c:v>1.0820000000000001</c:v>
                </c:pt>
                <c:pt idx="683">
                  <c:v>1.083</c:v>
                </c:pt>
                <c:pt idx="684">
                  <c:v>1.0840000000000001</c:v>
                </c:pt>
                <c:pt idx="685">
                  <c:v>1.085</c:v>
                </c:pt>
                <c:pt idx="686">
                  <c:v>1.0860000000000001</c:v>
                </c:pt>
                <c:pt idx="687">
                  <c:v>1.087</c:v>
                </c:pt>
                <c:pt idx="688">
                  <c:v>1.0880000000000001</c:v>
                </c:pt>
                <c:pt idx="689">
                  <c:v>1.089</c:v>
                </c:pt>
                <c:pt idx="690">
                  <c:v>1.0900000000000001</c:v>
                </c:pt>
                <c:pt idx="691">
                  <c:v>1.091</c:v>
                </c:pt>
                <c:pt idx="692">
                  <c:v>1.0920000000000001</c:v>
                </c:pt>
                <c:pt idx="693">
                  <c:v>1.093</c:v>
                </c:pt>
                <c:pt idx="694">
                  <c:v>1.0940000000000001</c:v>
                </c:pt>
                <c:pt idx="695">
                  <c:v>1.095</c:v>
                </c:pt>
                <c:pt idx="696">
                  <c:v>1.0960000000000001</c:v>
                </c:pt>
                <c:pt idx="697">
                  <c:v>1.097</c:v>
                </c:pt>
                <c:pt idx="698">
                  <c:v>1.0980000000000001</c:v>
                </c:pt>
                <c:pt idx="699">
                  <c:v>1.099</c:v>
                </c:pt>
                <c:pt idx="700">
                  <c:v>1.1000000000000001</c:v>
                </c:pt>
                <c:pt idx="701">
                  <c:v>1.101</c:v>
                </c:pt>
                <c:pt idx="702">
                  <c:v>1.1020000000000001</c:v>
                </c:pt>
                <c:pt idx="703">
                  <c:v>1.103</c:v>
                </c:pt>
                <c:pt idx="704">
                  <c:v>1.1040000000000001</c:v>
                </c:pt>
                <c:pt idx="705">
                  <c:v>1.105</c:v>
                </c:pt>
                <c:pt idx="706">
                  <c:v>1.1060000000000001</c:v>
                </c:pt>
                <c:pt idx="707">
                  <c:v>1.107</c:v>
                </c:pt>
                <c:pt idx="708">
                  <c:v>1.1080000000000001</c:v>
                </c:pt>
                <c:pt idx="709">
                  <c:v>1.109</c:v>
                </c:pt>
                <c:pt idx="710">
                  <c:v>1.1100000000000001</c:v>
                </c:pt>
                <c:pt idx="711">
                  <c:v>1.111</c:v>
                </c:pt>
                <c:pt idx="712">
                  <c:v>1.1120000000000001</c:v>
                </c:pt>
                <c:pt idx="713">
                  <c:v>1.113</c:v>
                </c:pt>
                <c:pt idx="714">
                  <c:v>1.1140000000000001</c:v>
                </c:pt>
                <c:pt idx="715">
                  <c:v>1.115</c:v>
                </c:pt>
                <c:pt idx="716">
                  <c:v>1.1160000000000001</c:v>
                </c:pt>
                <c:pt idx="717">
                  <c:v>1.117</c:v>
                </c:pt>
                <c:pt idx="718">
                  <c:v>1.1180000000000001</c:v>
                </c:pt>
                <c:pt idx="719">
                  <c:v>1.119</c:v>
                </c:pt>
                <c:pt idx="720">
                  <c:v>1.1200000000000001</c:v>
                </c:pt>
                <c:pt idx="721">
                  <c:v>1.121</c:v>
                </c:pt>
                <c:pt idx="722">
                  <c:v>1.1220000000000001</c:v>
                </c:pt>
                <c:pt idx="723">
                  <c:v>1.123</c:v>
                </c:pt>
                <c:pt idx="724">
                  <c:v>1.1240000000000001</c:v>
                </c:pt>
                <c:pt idx="725">
                  <c:v>1.125</c:v>
                </c:pt>
                <c:pt idx="726">
                  <c:v>1.1259999999999999</c:v>
                </c:pt>
                <c:pt idx="727">
                  <c:v>1.127</c:v>
                </c:pt>
                <c:pt idx="728">
                  <c:v>1.1279999999999999</c:v>
                </c:pt>
                <c:pt idx="729">
                  <c:v>1.129</c:v>
                </c:pt>
                <c:pt idx="730">
                  <c:v>1.1299999999999999</c:v>
                </c:pt>
                <c:pt idx="731">
                  <c:v>1.131</c:v>
                </c:pt>
                <c:pt idx="732">
                  <c:v>1.1319999999999999</c:v>
                </c:pt>
                <c:pt idx="733">
                  <c:v>1.133</c:v>
                </c:pt>
                <c:pt idx="734">
                  <c:v>1.1339999999999999</c:v>
                </c:pt>
                <c:pt idx="735">
                  <c:v>1.135</c:v>
                </c:pt>
                <c:pt idx="736">
                  <c:v>1.1359999999999999</c:v>
                </c:pt>
                <c:pt idx="737">
                  <c:v>1.137</c:v>
                </c:pt>
                <c:pt idx="738">
                  <c:v>1.1379999999999999</c:v>
                </c:pt>
                <c:pt idx="739">
                  <c:v>1.139</c:v>
                </c:pt>
                <c:pt idx="740">
                  <c:v>1.1399999999999999</c:v>
                </c:pt>
                <c:pt idx="741">
                  <c:v>1.141</c:v>
                </c:pt>
                <c:pt idx="742">
                  <c:v>1.1419999999999999</c:v>
                </c:pt>
                <c:pt idx="743">
                  <c:v>1.143</c:v>
                </c:pt>
                <c:pt idx="744">
                  <c:v>1.1439999999999999</c:v>
                </c:pt>
                <c:pt idx="745">
                  <c:v>1.145</c:v>
                </c:pt>
                <c:pt idx="746">
                  <c:v>1.1459999999999999</c:v>
                </c:pt>
                <c:pt idx="747">
                  <c:v>1.147</c:v>
                </c:pt>
                <c:pt idx="748">
                  <c:v>1.1479999999999999</c:v>
                </c:pt>
                <c:pt idx="749">
                  <c:v>1.149</c:v>
                </c:pt>
                <c:pt idx="750">
                  <c:v>1.1499999999999999</c:v>
                </c:pt>
                <c:pt idx="751">
                  <c:v>1.151</c:v>
                </c:pt>
                <c:pt idx="752">
                  <c:v>1.1519999999999999</c:v>
                </c:pt>
                <c:pt idx="753">
                  <c:v>1.153</c:v>
                </c:pt>
                <c:pt idx="754">
                  <c:v>1.1539999999999999</c:v>
                </c:pt>
                <c:pt idx="755">
                  <c:v>1.155</c:v>
                </c:pt>
                <c:pt idx="756">
                  <c:v>1.1559999999999999</c:v>
                </c:pt>
                <c:pt idx="757">
                  <c:v>1.157</c:v>
                </c:pt>
                <c:pt idx="758">
                  <c:v>1.1579999999999999</c:v>
                </c:pt>
                <c:pt idx="759">
                  <c:v>1.159</c:v>
                </c:pt>
                <c:pt idx="760">
                  <c:v>1.1599999999999999</c:v>
                </c:pt>
                <c:pt idx="761">
                  <c:v>1.161</c:v>
                </c:pt>
                <c:pt idx="762">
                  <c:v>1.1619999999999999</c:v>
                </c:pt>
                <c:pt idx="763">
                  <c:v>1.163</c:v>
                </c:pt>
                <c:pt idx="764">
                  <c:v>1.1639999999999999</c:v>
                </c:pt>
                <c:pt idx="765">
                  <c:v>1.165</c:v>
                </c:pt>
                <c:pt idx="766">
                  <c:v>1.1659999999999999</c:v>
                </c:pt>
                <c:pt idx="767">
                  <c:v>1.167</c:v>
                </c:pt>
                <c:pt idx="768">
                  <c:v>1.1679999999999999</c:v>
                </c:pt>
                <c:pt idx="769">
                  <c:v>1.169</c:v>
                </c:pt>
                <c:pt idx="770">
                  <c:v>1.17</c:v>
                </c:pt>
                <c:pt idx="771">
                  <c:v>1.171</c:v>
                </c:pt>
                <c:pt idx="772">
                  <c:v>1.1719999999999999</c:v>
                </c:pt>
                <c:pt idx="773">
                  <c:v>1.173</c:v>
                </c:pt>
                <c:pt idx="774">
                  <c:v>1.1739999999999999</c:v>
                </c:pt>
                <c:pt idx="775">
                  <c:v>1.175</c:v>
                </c:pt>
                <c:pt idx="776">
                  <c:v>1.1759999999999999</c:v>
                </c:pt>
                <c:pt idx="777">
                  <c:v>1.177</c:v>
                </c:pt>
                <c:pt idx="778">
                  <c:v>1.1779999999999999</c:v>
                </c:pt>
                <c:pt idx="779">
                  <c:v>1.179</c:v>
                </c:pt>
                <c:pt idx="780">
                  <c:v>1.18</c:v>
                </c:pt>
                <c:pt idx="781">
                  <c:v>1.181</c:v>
                </c:pt>
                <c:pt idx="782">
                  <c:v>1.1819999999999999</c:v>
                </c:pt>
                <c:pt idx="783">
                  <c:v>1.1830000000000001</c:v>
                </c:pt>
                <c:pt idx="784">
                  <c:v>1.1839999999999999</c:v>
                </c:pt>
                <c:pt idx="785">
                  <c:v>1.1850000000000001</c:v>
                </c:pt>
                <c:pt idx="786">
                  <c:v>1.1859999999999999</c:v>
                </c:pt>
                <c:pt idx="787">
                  <c:v>1.1870000000000001</c:v>
                </c:pt>
                <c:pt idx="788">
                  <c:v>1.1879999999999999</c:v>
                </c:pt>
                <c:pt idx="789">
                  <c:v>1.1890000000000001</c:v>
                </c:pt>
                <c:pt idx="790">
                  <c:v>1.19</c:v>
                </c:pt>
                <c:pt idx="791">
                  <c:v>1.1910000000000001</c:v>
                </c:pt>
                <c:pt idx="792">
                  <c:v>1.1919999999999999</c:v>
                </c:pt>
                <c:pt idx="793">
                  <c:v>1.1930000000000001</c:v>
                </c:pt>
                <c:pt idx="794">
                  <c:v>1.194</c:v>
                </c:pt>
                <c:pt idx="795">
                  <c:v>1.1950000000000001</c:v>
                </c:pt>
                <c:pt idx="796">
                  <c:v>1.196</c:v>
                </c:pt>
                <c:pt idx="797">
                  <c:v>1.1970000000000001</c:v>
                </c:pt>
                <c:pt idx="798">
                  <c:v>1.198</c:v>
                </c:pt>
                <c:pt idx="799">
                  <c:v>1.1990000000000001</c:v>
                </c:pt>
                <c:pt idx="800">
                  <c:v>1.2</c:v>
                </c:pt>
              </c:numCache>
            </c:numRef>
          </c:xVal>
          <c:yVal>
            <c:numRef>
              <c:f>'Chart Data'!$B$2:$B$802</c:f>
              <c:numCache>
                <c:formatCode>0</c:formatCode>
                <c:ptCount val="801"/>
                <c:pt idx="0">
                  <c:v>-7.3273656544499993E-2</c:v>
                </c:pt>
                <c:pt idx="1">
                  <c:v>-4.3317183747799998E-2</c:v>
                </c:pt>
                <c:pt idx="2">
                  <c:v>-1.6108413337099999E-2</c:v>
                </c:pt>
                <c:pt idx="3">
                  <c:v>8.5494152024799992E-3</c:v>
                </c:pt>
                <c:pt idx="4">
                  <c:v>3.0840405738299999E-2</c:v>
                </c:pt>
                <c:pt idx="5">
                  <c:v>5.0936772026100002E-2</c:v>
                </c:pt>
                <c:pt idx="6">
                  <c:v>0.10028176872</c:v>
                </c:pt>
                <c:pt idx="7">
                  <c:v>0.14469244101199999</c:v>
                </c:pt>
                <c:pt idx="8">
                  <c:v>0.184532718102</c:v>
                </c:pt>
                <c:pt idx="9">
                  <c:v>0.22014276774899999</c:v>
                </c:pt>
                <c:pt idx="10">
                  <c:v>0.15535774062499999</c:v>
                </c:pt>
                <c:pt idx="11">
                  <c:v>0.32343714131899998</c:v>
                </c:pt>
                <c:pt idx="12">
                  <c:v>0.47475235469999999</c:v>
                </c:pt>
                <c:pt idx="13">
                  <c:v>0.61053879043500003</c:v>
                </c:pt>
                <c:pt idx="14">
                  <c:v>0.73195122968799997</c:v>
                </c:pt>
                <c:pt idx="15">
                  <c:v>0.84006875121000002</c:v>
                </c:pt>
                <c:pt idx="16">
                  <c:v>0.93589936871000001</c:v>
                </c:pt>
                <c:pt idx="17">
                  <c:v>1.0203843959600001</c:v>
                </c:pt>
                <c:pt idx="18">
                  <c:v>1.0944025551500001</c:v>
                </c:pt>
                <c:pt idx="19">
                  <c:v>1.1587738431700001</c:v>
                </c:pt>
                <c:pt idx="20">
                  <c:v>1.2142631696399999</c:v>
                </c:pt>
                <c:pt idx="21">
                  <c:v>1.21189711059</c:v>
                </c:pt>
                <c:pt idx="22">
                  <c:v>1.32380955565</c:v>
                </c:pt>
                <c:pt idx="23">
                  <c:v>1.3626092042</c:v>
                </c:pt>
                <c:pt idx="24">
                  <c:v>1.70928414186</c:v>
                </c:pt>
                <c:pt idx="25">
                  <c:v>1.8539002152199999</c:v>
                </c:pt>
                <c:pt idx="26">
                  <c:v>1.9803446200000001</c:v>
                </c:pt>
                <c:pt idx="27">
                  <c:v>2.0900458623599998</c:v>
                </c:pt>
                <c:pt idx="28">
                  <c:v>2.1843363328800001</c:v>
                </c:pt>
                <c:pt idx="29">
                  <c:v>2.2644582840099998</c:v>
                </c:pt>
                <c:pt idx="30">
                  <c:v>2.3315694530400002</c:v>
                </c:pt>
                <c:pt idx="31">
                  <c:v>2.38674835105</c:v>
                </c:pt>
                <c:pt idx="32">
                  <c:v>2.43099923693</c:v>
                </c:pt>
                <c:pt idx="33">
                  <c:v>2.64047154502</c:v>
                </c:pt>
                <c:pt idx="34">
                  <c:v>2.6587266517599999</c:v>
                </c:pt>
                <c:pt idx="35">
                  <c:v>2.66892059053</c:v>
                </c:pt>
                <c:pt idx="36">
                  <c:v>2.67179623589</c:v>
                </c:pt>
                <c:pt idx="37">
                  <c:v>2.5977628887700002</c:v>
                </c:pt>
                <c:pt idx="38">
                  <c:v>2.6899981074000001</c:v>
                </c:pt>
                <c:pt idx="39">
                  <c:v>2.8598108835499998</c:v>
                </c:pt>
                <c:pt idx="40">
                  <c:v>2.9193142598900002</c:v>
                </c:pt>
                <c:pt idx="41">
                  <c:v>2.9662113508100001</c:v>
                </c:pt>
                <c:pt idx="42">
                  <c:v>3.001590255</c:v>
                </c:pt>
                <c:pt idx="43">
                  <c:v>3.0264629216799999</c:v>
                </c:pt>
                <c:pt idx="44">
                  <c:v>3.0417699901900002</c:v>
                </c:pt>
                <c:pt idx="45">
                  <c:v>3.0610473336899999</c:v>
                </c:pt>
                <c:pt idx="46">
                  <c:v>3.0726919075499999</c:v>
                </c:pt>
                <c:pt idx="47">
                  <c:v>3.11857043379</c:v>
                </c:pt>
                <c:pt idx="48">
                  <c:v>3.0522883245100001</c:v>
                </c:pt>
                <c:pt idx="49">
                  <c:v>2.9850537134000001</c:v>
                </c:pt>
                <c:pt idx="50">
                  <c:v>2.9171171651400001</c:v>
                </c:pt>
                <c:pt idx="51">
                  <c:v>2.8487070696700001</c:v>
                </c:pt>
                <c:pt idx="52">
                  <c:v>2.8224701646699999</c:v>
                </c:pt>
                <c:pt idx="53">
                  <c:v>2.6921379194699999</c:v>
                </c:pt>
                <c:pt idx="54">
                  <c:v>2.5678049913400001</c:v>
                </c:pt>
                <c:pt idx="55">
                  <c:v>2.4491962042400002</c:v>
                </c:pt>
                <c:pt idx="56">
                  <c:v>2.1914274950300001</c:v>
                </c:pt>
                <c:pt idx="57">
                  <c:v>2.2711795884299999</c:v>
                </c:pt>
                <c:pt idx="58">
                  <c:v>2.3588071181100001</c:v>
                </c:pt>
                <c:pt idx="59">
                  <c:v>2.4324852002499999</c:v>
                </c:pt>
                <c:pt idx="60">
                  <c:v>2.4933660518799998</c:v>
                </c:pt>
                <c:pt idx="61">
                  <c:v>2.5425226811999999</c:v>
                </c:pt>
                <c:pt idx="62">
                  <c:v>2.5809538730299999</c:v>
                </c:pt>
                <c:pt idx="63">
                  <c:v>2.6095888764600002</c:v>
                </c:pt>
                <c:pt idx="64">
                  <c:v>2.6292918117299999</c:v>
                </c:pt>
                <c:pt idx="65">
                  <c:v>2.64086581273</c:v>
                </c:pt>
                <c:pt idx="66">
                  <c:v>2.6879421033100002</c:v>
                </c:pt>
                <c:pt idx="67">
                  <c:v>2.6232161834599999</c:v>
                </c:pt>
                <c:pt idx="68">
                  <c:v>2.55841024848</c:v>
                </c:pt>
                <c:pt idx="69">
                  <c:v>2.4936860582099998</c:v>
                </c:pt>
                <c:pt idx="70">
                  <c:v>2.4291897845600001</c:v>
                </c:pt>
                <c:pt idx="71">
                  <c:v>2.3650531472299998</c:v>
                </c:pt>
                <c:pt idx="72">
                  <c:v>2.30139447573</c:v>
                </c:pt>
                <c:pt idx="73">
                  <c:v>2.2383197021400001</c:v>
                </c:pt>
                <c:pt idx="74">
                  <c:v>2.17592328893</c:v>
                </c:pt>
                <c:pt idx="75">
                  <c:v>2.1142890957499998</c:v>
                </c:pt>
                <c:pt idx="76">
                  <c:v>2.0534911889499998</c:v>
                </c:pt>
                <c:pt idx="77">
                  <c:v>1.99359459739</c:v>
                </c:pt>
                <c:pt idx="78">
                  <c:v>1.9346560177500001</c:v>
                </c:pt>
                <c:pt idx="79">
                  <c:v>1.8767244726400001</c:v>
                </c:pt>
                <c:pt idx="80">
                  <c:v>1.8198419242199999</c:v>
                </c:pt>
                <c:pt idx="81">
                  <c:v>1.7640438463200001</c:v>
                </c:pt>
                <c:pt idx="82">
                  <c:v>1.7093597575199999</c:v>
                </c:pt>
                <c:pt idx="83">
                  <c:v>1.6558137176200001</c:v>
                </c:pt>
                <c:pt idx="84">
                  <c:v>1.60342478988</c:v>
                </c:pt>
                <c:pt idx="85">
                  <c:v>1.55220747123</c:v>
                </c:pt>
                <c:pt idx="86">
                  <c:v>1.5021720922299999</c:v>
                </c:pt>
                <c:pt idx="87">
                  <c:v>1.4391192129199999</c:v>
                </c:pt>
                <c:pt idx="88">
                  <c:v>1.0801012953</c:v>
                </c:pt>
                <c:pt idx="89">
                  <c:v>0.75267935420700005</c:v>
                </c:pt>
                <c:pt idx="90">
                  <c:v>0.45462543061299998</c:v>
                </c:pt>
                <c:pt idx="91">
                  <c:v>0.18385372997999999</c:v>
                </c:pt>
                <c:pt idx="92">
                  <c:v>-6.1587945286100003E-2</c:v>
                </c:pt>
                <c:pt idx="93">
                  <c:v>-0.283526265833</c:v>
                </c:pt>
                <c:pt idx="94">
                  <c:v>-0.48366997596400002</c:v>
                </c:pt>
                <c:pt idx="95">
                  <c:v>-0.66361705144700001</c:v>
                </c:pt>
                <c:pt idx="96">
                  <c:v>-0.82486143964000003</c:v>
                </c:pt>
                <c:pt idx="97">
                  <c:v>-0.96879940564800004</c:v>
                </c:pt>
                <c:pt idx="98">
                  <c:v>-1.0967355069</c:v>
                </c:pt>
                <c:pt idx="99">
                  <c:v>-1.2098882173200001</c:v>
                </c:pt>
                <c:pt idx="100">
                  <c:v>-1.3093952209999999</c:v>
                </c:pt>
                <c:pt idx="101">
                  <c:v>-1.3963183943699999</c:v>
                </c:pt>
                <c:pt idx="102">
                  <c:v>-1.4716484944299999</c:v>
                </c:pt>
                <c:pt idx="103">
                  <c:v>-1.53630957013</c:v>
                </c:pt>
                <c:pt idx="104">
                  <c:v>-1.5911631125500001</c:v>
                </c:pt>
                <c:pt idx="105">
                  <c:v>-1.65917042688</c:v>
                </c:pt>
                <c:pt idx="106">
                  <c:v>-1.69589252933</c:v>
                </c:pt>
                <c:pt idx="107">
                  <c:v>-1.72508626425</c:v>
                </c:pt>
                <c:pt idx="108">
                  <c:v>-1.7473986112</c:v>
                </c:pt>
                <c:pt idx="109">
                  <c:v>-1.76343134938</c:v>
                </c:pt>
                <c:pt idx="110">
                  <c:v>-1.8702266353300001</c:v>
                </c:pt>
                <c:pt idx="111">
                  <c:v>-1.7353416964899999</c:v>
                </c:pt>
                <c:pt idx="112">
                  <c:v>-1.60916512667</c:v>
                </c:pt>
                <c:pt idx="113">
                  <c:v>-1.49116833468</c:v>
                </c:pt>
                <c:pt idx="114">
                  <c:v>-1.38085357525</c:v>
                </c:pt>
                <c:pt idx="115">
                  <c:v>-1.2777521975999999</c:v>
                </c:pt>
                <c:pt idx="116">
                  <c:v>-1.1814229914500001</c:v>
                </c:pt>
                <c:pt idx="117">
                  <c:v>-1.09145062512</c:v>
                </c:pt>
                <c:pt idx="118">
                  <c:v>-1.0074441708199999</c:v>
                </c:pt>
                <c:pt idx="119">
                  <c:v>-0.92903571210299996</c:v>
                </c:pt>
                <c:pt idx="120">
                  <c:v>-0.85587902918900005</c:v>
                </c:pt>
                <c:pt idx="121">
                  <c:v>-1.0846943873999999</c:v>
                </c:pt>
                <c:pt idx="122">
                  <c:v>-1.1722191400799999</c:v>
                </c:pt>
                <c:pt idx="123">
                  <c:v>-1.3079407540400001</c:v>
                </c:pt>
                <c:pt idx="124">
                  <c:v>-1.28804184776</c:v>
                </c:pt>
                <c:pt idx="125">
                  <c:v>-1.2669728763300001</c:v>
                </c:pt>
                <c:pt idx="126">
                  <c:v>-1.2448953001700001</c:v>
                </c:pt>
                <c:pt idx="127">
                  <c:v>-1.2219576137499999</c:v>
                </c:pt>
                <c:pt idx="128">
                  <c:v>-1.1982962262500001</c:v>
                </c:pt>
                <c:pt idx="129">
                  <c:v>-1.1740362871800001</c:v>
                </c:pt>
                <c:pt idx="130">
                  <c:v>-1.1492924601900001</c:v>
                </c:pt>
                <c:pt idx="131">
                  <c:v>-1.1241696482100001</c:v>
                </c:pt>
                <c:pt idx="132">
                  <c:v>-1.0987636727700001</c:v>
                </c:pt>
                <c:pt idx="133">
                  <c:v>-1.0731619103000001</c:v>
                </c:pt>
                <c:pt idx="134">
                  <c:v>-1.0474438879600001</c:v>
                </c:pt>
                <c:pt idx="135">
                  <c:v>-1.02168184143</c:v>
                </c:pt>
                <c:pt idx="136">
                  <c:v>-0.99594123697500003</c:v>
                </c:pt>
                <c:pt idx="137">
                  <c:v>-1.04056154676</c:v>
                </c:pt>
                <c:pt idx="138">
                  <c:v>-0.91305830554300005</c:v>
                </c:pt>
                <c:pt idx="139">
                  <c:v>-0.79551682975399995</c:v>
                </c:pt>
                <c:pt idx="140">
                  <c:v>-0.68726871259099998</c:v>
                </c:pt>
                <c:pt idx="141">
                  <c:v>-0.58768704967200003</c:v>
                </c:pt>
                <c:pt idx="142">
                  <c:v>-0.49618398069399999</c:v>
                </c:pt>
                <c:pt idx="143">
                  <c:v>-0.412208372165</c:v>
                </c:pt>
                <c:pt idx="144">
                  <c:v>-0.33524363329700002</c:v>
                </c:pt>
                <c:pt idx="145">
                  <c:v>-0.27430213047000002</c:v>
                </c:pt>
                <c:pt idx="146">
                  <c:v>-0.22744010759800001</c:v>
                </c:pt>
                <c:pt idx="147">
                  <c:v>-0.14184592389100001</c:v>
                </c:pt>
                <c:pt idx="148">
                  <c:v>-0.38744352988399999</c:v>
                </c:pt>
                <c:pt idx="149">
                  <c:v>-0.60874787238299999</c:v>
                </c:pt>
                <c:pt idx="150">
                  <c:v>-0.80754437341100005</c:v>
                </c:pt>
                <c:pt idx="151">
                  <c:v>-0.98550208607599998</c:v>
                </c:pt>
                <c:pt idx="152">
                  <c:v>-1.1017418430000001</c:v>
                </c:pt>
                <c:pt idx="153">
                  <c:v>-1.3041780271800001</c:v>
                </c:pt>
                <c:pt idx="154">
                  <c:v>-1.4842477839199999</c:v>
                </c:pt>
                <c:pt idx="155">
                  <c:v>-1.6436512518599999</c:v>
                </c:pt>
                <c:pt idx="156">
                  <c:v>-1.9285973945299999</c:v>
                </c:pt>
                <c:pt idx="157">
                  <c:v>-1.84147822828</c:v>
                </c:pt>
                <c:pt idx="158">
                  <c:v>-1.75826946373</c:v>
                </c:pt>
                <c:pt idx="159">
                  <c:v>-1.89487404609</c:v>
                </c:pt>
                <c:pt idx="160">
                  <c:v>-2.0139718949600001</c:v>
                </c:pt>
                <c:pt idx="161">
                  <c:v>-2.1169457138399999</c:v>
                </c:pt>
                <c:pt idx="162">
                  <c:v>-2.2050849767199998</c:v>
                </c:pt>
                <c:pt idx="163">
                  <c:v>-2.2795917329300002</c:v>
                </c:pt>
                <c:pt idx="164">
                  <c:v>-2.3415860675300002</c:v>
                </c:pt>
                <c:pt idx="165">
                  <c:v>-2.39211123707</c:v>
                </c:pt>
                <c:pt idx="166">
                  <c:v>-2.38925331626</c:v>
                </c:pt>
                <c:pt idx="167">
                  <c:v>-2.4819132118299998</c:v>
                </c:pt>
                <c:pt idx="168">
                  <c:v>-2.5598519505900001</c:v>
                </c:pt>
                <c:pt idx="169">
                  <c:v>-2.6242850531399999</c:v>
                </c:pt>
                <c:pt idx="170">
                  <c:v>-2.6763444921300001</c:v>
                </c:pt>
                <c:pt idx="171">
                  <c:v>-2.7170839503500002</c:v>
                </c:pt>
                <c:pt idx="172">
                  <c:v>-2.9948431252700001</c:v>
                </c:pt>
                <c:pt idx="173">
                  <c:v>-3.23904657882</c:v>
                </c:pt>
                <c:pt idx="174">
                  <c:v>-3.4523067053099998</c:v>
                </c:pt>
                <c:pt idx="175">
                  <c:v>-3.6370608977100001</c:v>
                </c:pt>
                <c:pt idx="176">
                  <c:v>-3.7955824037000001</c:v>
                </c:pt>
                <c:pt idx="177">
                  <c:v>-3.9299905391099998</c:v>
                </c:pt>
                <c:pt idx="178">
                  <c:v>-4.0422602955200002</c:v>
                </c:pt>
                <c:pt idx="179">
                  <c:v>-4.1342313768599999</c:v>
                </c:pt>
                <c:pt idx="180">
                  <c:v>-4.2076166978999998</c:v>
                </c:pt>
                <c:pt idx="181">
                  <c:v>-4.2640103755299998</c:v>
                </c:pt>
                <c:pt idx="182">
                  <c:v>-4.3048952421399997</c:v>
                </c:pt>
                <c:pt idx="183">
                  <c:v>-4.3316499087700002</c:v>
                </c:pt>
                <c:pt idx="184">
                  <c:v>-4.3455554038999997</c:v>
                </c:pt>
                <c:pt idx="185">
                  <c:v>-4.34780141268</c:v>
                </c:pt>
                <c:pt idx="186">
                  <c:v>-4.4925949681699997</c:v>
                </c:pt>
                <c:pt idx="187">
                  <c:v>-4.3502437405899999</c:v>
                </c:pt>
                <c:pt idx="188">
                  <c:v>-4.3745930878500001</c:v>
                </c:pt>
                <c:pt idx="189">
                  <c:v>-4.3862200166900003</c:v>
                </c:pt>
                <c:pt idx="190">
                  <c:v>-4.3863075698499996</c:v>
                </c:pt>
                <c:pt idx="191">
                  <c:v>-4.3759536558700001</c:v>
                </c:pt>
                <c:pt idx="192">
                  <c:v>-4.3561765392099998</c:v>
                </c:pt>
                <c:pt idx="193">
                  <c:v>-4.3279199974100004</c:v>
                </c:pt>
                <c:pt idx="194">
                  <c:v>-4.2920581646000002</c:v>
                </c:pt>
                <c:pt idx="195">
                  <c:v>-4.24940007975</c:v>
                </c:pt>
                <c:pt idx="196">
                  <c:v>-4.2006939569400004</c:v>
                </c:pt>
                <c:pt idx="197">
                  <c:v>-4.1466311939800002</c:v>
                </c:pt>
                <c:pt idx="198">
                  <c:v>-4.08785013457</c:v>
                </c:pt>
                <c:pt idx="199">
                  <c:v>-4.0249395987899996</c:v>
                </c:pt>
                <c:pt idx="200">
                  <c:v>-3.95844219534</c:v>
                </c:pt>
                <c:pt idx="201">
                  <c:v>-3.8888574284600002</c:v>
                </c:pt>
                <c:pt idx="202">
                  <c:v>-3.8166446118000001</c:v>
                </c:pt>
                <c:pt idx="203">
                  <c:v>-3.7422256005399999</c:v>
                </c:pt>
                <c:pt idx="204">
                  <c:v>-3.6659873526100002</c:v>
                </c:pt>
                <c:pt idx="205">
                  <c:v>-3.58828432919</c:v>
                </c:pt>
                <c:pt idx="206">
                  <c:v>-3.50944074412</c:v>
                </c:pt>
                <c:pt idx="207">
                  <c:v>-3.4297526710900001</c:v>
                </c:pt>
                <c:pt idx="208">
                  <c:v>-3.34949001734</c:v>
                </c:pt>
                <c:pt idx="209">
                  <c:v>-3.2688983717200002</c:v>
                </c:pt>
                <c:pt idx="210">
                  <c:v>-3.28468344247</c:v>
                </c:pt>
                <c:pt idx="211">
                  <c:v>-3.0640846723299999</c:v>
                </c:pt>
                <c:pt idx="212">
                  <c:v>-2.85719051382</c:v>
                </c:pt>
                <c:pt idx="213">
                  <c:v>-2.6631889127399999</c:v>
                </c:pt>
                <c:pt idx="214">
                  <c:v>-2.48131442624</c:v>
                </c:pt>
                <c:pt idx="215">
                  <c:v>-2.3108456078200001</c:v>
                </c:pt>
                <c:pt idx="216">
                  <c:v>-2.1511025364899998</c:v>
                </c:pt>
                <c:pt idx="217">
                  <c:v>-2.0014444824000002</c:v>
                </c:pt>
                <c:pt idx="218">
                  <c:v>-1.8612677012700001</c:v>
                </c:pt>
                <c:pt idx="219">
                  <c:v>-1.7300033508499999</c:v>
                </c:pt>
                <c:pt idx="220">
                  <c:v>-1.4319007722699999</c:v>
                </c:pt>
                <c:pt idx="221">
                  <c:v>-1.3734499308899999</c:v>
                </c:pt>
                <c:pt idx="222">
                  <c:v>-1.20035865224</c:v>
                </c:pt>
                <c:pt idx="223">
                  <c:v>-1.1001981975399999</c:v>
                </c:pt>
                <c:pt idx="224">
                  <c:v>-0.86735849931800002</c:v>
                </c:pt>
                <c:pt idx="225">
                  <c:v>-0.65461335589199998</c:v>
                </c:pt>
                <c:pt idx="226">
                  <c:v>-0.46055654655599998</c:v>
                </c:pt>
                <c:pt idx="227">
                  <c:v>-0.28387121870400001</c:v>
                </c:pt>
                <c:pt idx="228">
                  <c:v>-0.12332451555399999</c:v>
                </c:pt>
                <c:pt idx="229">
                  <c:v>2.2237484671E-2</c:v>
                </c:pt>
                <c:pt idx="230">
                  <c:v>0.15389453572699999</c:v>
                </c:pt>
                <c:pt idx="231">
                  <c:v>0.27265671309299999</c:v>
                </c:pt>
                <c:pt idx="232">
                  <c:v>0.379468642207</c:v>
                </c:pt>
                <c:pt idx="233">
                  <c:v>0.47521347999899999</c:v>
                </c:pt>
                <c:pt idx="234">
                  <c:v>0.56071666374999996</c:v>
                </c:pt>
                <c:pt idx="235">
                  <c:v>0.63674944047399995</c:v>
                </c:pt>
                <c:pt idx="236">
                  <c:v>0.70403218935</c:v>
                </c:pt>
                <c:pt idx="237">
                  <c:v>0.69295726210800002</c:v>
                </c:pt>
                <c:pt idx="238">
                  <c:v>0.846690326499</c:v>
                </c:pt>
                <c:pt idx="239">
                  <c:v>0.98377984415700004</c:v>
                </c:pt>
                <c:pt idx="240">
                  <c:v>1.1461111992499999</c:v>
                </c:pt>
                <c:pt idx="241">
                  <c:v>1.2902685788399999</c:v>
                </c:pt>
                <c:pt idx="242">
                  <c:v>1.4176385771</c:v>
                </c:pt>
                <c:pt idx="243">
                  <c:v>1.3469254001099999</c:v>
                </c:pt>
                <c:pt idx="244">
                  <c:v>1.2797377165799999</c:v>
                </c:pt>
                <c:pt idx="245">
                  <c:v>1.22856183704</c:v>
                </c:pt>
                <c:pt idx="246">
                  <c:v>1.1495341825900001</c:v>
                </c:pt>
                <c:pt idx="247">
                  <c:v>1.20321269318</c:v>
                </c:pt>
                <c:pt idx="248">
                  <c:v>0.99978589693999997</c:v>
                </c:pt>
                <c:pt idx="249">
                  <c:v>0.81333966009600001</c:v>
                </c:pt>
                <c:pt idx="250">
                  <c:v>0.64270154401799995</c:v>
                </c:pt>
                <c:pt idx="251">
                  <c:v>0.48677308165599997</c:v>
                </c:pt>
                <c:pt idx="252">
                  <c:v>0.38696430657600001</c:v>
                </c:pt>
                <c:pt idx="253">
                  <c:v>0.19585449922699999</c:v>
                </c:pt>
                <c:pt idx="254">
                  <c:v>2.24653411377E-2</c:v>
                </c:pt>
                <c:pt idx="255">
                  <c:v>-0.13447709234899999</c:v>
                </c:pt>
                <c:pt idx="256">
                  <c:v>-0.42078607388299999</c:v>
                </c:pt>
                <c:pt idx="257">
                  <c:v>-0.338486488541</c:v>
                </c:pt>
                <c:pt idx="258">
                  <c:v>-0.110157348436</c:v>
                </c:pt>
                <c:pt idx="259">
                  <c:v>-4.7430304935299997E-2</c:v>
                </c:pt>
                <c:pt idx="260">
                  <c:v>9.4402874017600006E-3</c:v>
                </c:pt>
                <c:pt idx="261">
                  <c:v>6.0876472958900002E-2</c:v>
                </c:pt>
                <c:pt idx="262">
                  <c:v>0.107273059399</c:v>
                </c:pt>
                <c:pt idx="263">
                  <c:v>0.14899927050100001</c:v>
                </c:pt>
                <c:pt idx="264">
                  <c:v>0.186400302568</c:v>
                </c:pt>
                <c:pt idx="265">
                  <c:v>0.219798789868</c:v>
                </c:pt>
                <c:pt idx="266">
                  <c:v>0.29238136733800002</c:v>
                </c:pt>
                <c:pt idx="267">
                  <c:v>0.25643249685199998</c:v>
                </c:pt>
                <c:pt idx="268">
                  <c:v>0.22329467130399999</c:v>
                </c:pt>
                <c:pt idx="269">
                  <c:v>0.19277920500500001</c:v>
                </c:pt>
                <c:pt idx="270">
                  <c:v>0.16470913062199999</c:v>
                </c:pt>
                <c:pt idx="271">
                  <c:v>0.31413325522500002</c:v>
                </c:pt>
                <c:pt idx="272">
                  <c:v>0.28358787488699999</c:v>
                </c:pt>
                <c:pt idx="273">
                  <c:v>0.25527473847100002</c:v>
                </c:pt>
                <c:pt idx="274">
                  <c:v>0.22904876463099999</c:v>
                </c:pt>
                <c:pt idx="275">
                  <c:v>0.204773713878</c:v>
                </c:pt>
                <c:pt idx="276">
                  <c:v>0.18232167121599999</c:v>
                </c:pt>
                <c:pt idx="277">
                  <c:v>0.16157255822399999</c:v>
                </c:pt>
                <c:pt idx="278">
                  <c:v>0.142413672913</c:v>
                </c:pt>
                <c:pt idx="279">
                  <c:v>0.124739255844</c:v>
                </c:pt>
                <c:pt idx="280">
                  <c:v>0.108450081006</c:v>
                </c:pt>
                <c:pt idx="281">
                  <c:v>9.3453070099199995E-2</c:v>
                </c:pt>
                <c:pt idx="282">
                  <c:v>7.9660928893500002E-2</c:v>
                </c:pt>
                <c:pt idx="283">
                  <c:v>6.6991804436999994E-2</c:v>
                </c:pt>
                <c:pt idx="284">
                  <c:v>5.5368961943399998E-2</c:v>
                </c:pt>
                <c:pt idx="285">
                  <c:v>0.13747372553000001</c:v>
                </c:pt>
                <c:pt idx="286">
                  <c:v>0.124090877111</c:v>
                </c:pt>
                <c:pt idx="287">
                  <c:v>6.6198231096600002E-2</c:v>
                </c:pt>
                <c:pt idx="288">
                  <c:v>0.120712274169</c:v>
                </c:pt>
                <c:pt idx="289">
                  <c:v>0.16975149767100001</c:v>
                </c:pt>
                <c:pt idx="290">
                  <c:v>0.21372025639200001</c:v>
                </c:pt>
                <c:pt idx="291">
                  <c:v>0.25299648612300002</c:v>
                </c:pt>
                <c:pt idx="292">
                  <c:v>0.28793331881500001</c:v>
                </c:pt>
                <c:pt idx="293">
                  <c:v>0.318860603026</c:v>
                </c:pt>
                <c:pt idx="294">
                  <c:v>0.34608633506199998</c:v>
                </c:pt>
                <c:pt idx="295">
                  <c:v>0.25250367475399998</c:v>
                </c:pt>
                <c:pt idx="296">
                  <c:v>0.16722598460599999</c:v>
                </c:pt>
                <c:pt idx="297">
                  <c:v>8.9665781087000004E-2</c:v>
                </c:pt>
                <c:pt idx="298">
                  <c:v>1.9273130542399999E-2</c:v>
                </c:pt>
                <c:pt idx="299">
                  <c:v>-4.4466616096500003E-2</c:v>
                </c:pt>
                <c:pt idx="300">
                  <c:v>-0.10203495695500001</c:v>
                </c:pt>
                <c:pt idx="301">
                  <c:v>-0.15388224867</c:v>
                </c:pt>
                <c:pt idx="302">
                  <c:v>-0.20042959868499999</c:v>
                </c:pt>
                <c:pt idx="303">
                  <c:v>-0.24207064705199999</c:v>
                </c:pt>
                <c:pt idx="304">
                  <c:v>-0.27917324399600002</c:v>
                </c:pt>
                <c:pt idx="305">
                  <c:v>-0.31208102918300001</c:v>
                </c:pt>
                <c:pt idx="306">
                  <c:v>-0.341114918293</c:v>
                </c:pt>
                <c:pt idx="307">
                  <c:v>-0.366574502169</c:v>
                </c:pt>
                <c:pt idx="308">
                  <c:v>-0.357457154409</c:v>
                </c:pt>
                <c:pt idx="309">
                  <c:v>-0.34835720048399998</c:v>
                </c:pt>
                <c:pt idx="310">
                  <c:v>-0.43577733775299998</c:v>
                </c:pt>
                <c:pt idx="311">
                  <c:v>-0.28677297608500002</c:v>
                </c:pt>
                <c:pt idx="312">
                  <c:v>-0.15126614487699999</c:v>
                </c:pt>
                <c:pt idx="313">
                  <c:v>-2.8294696631999999E-2</c:v>
                </c:pt>
                <c:pt idx="314">
                  <c:v>8.3041771979300003E-2</c:v>
                </c:pt>
                <c:pt idx="315">
                  <c:v>0.18358565418299999</c:v>
                </c:pt>
                <c:pt idx="316">
                  <c:v>0.27412484980399998</c:v>
                </c:pt>
                <c:pt idx="317">
                  <c:v>0.355396076921</c:v>
                </c:pt>
                <c:pt idx="318">
                  <c:v>0.42808799012299997</c:v>
                </c:pt>
                <c:pt idx="319">
                  <c:v>0.49284411633899999</c:v>
                </c:pt>
                <c:pt idx="320">
                  <c:v>0.55026561863199996</c:v>
                </c:pt>
                <c:pt idx="321">
                  <c:v>0.55122722857700002</c:v>
                </c:pt>
                <c:pt idx="322">
                  <c:v>0.66772212199400005</c:v>
                </c:pt>
                <c:pt idx="323">
                  <c:v>0.71222869052399995</c:v>
                </c:pt>
                <c:pt idx="324">
                  <c:v>0.89039968761400001</c:v>
                </c:pt>
                <c:pt idx="325">
                  <c:v>1.0494975954600001</c:v>
                </c:pt>
                <c:pt idx="326">
                  <c:v>1.19095903314</c:v>
                </c:pt>
                <c:pt idx="327">
                  <c:v>1.3161258568700001</c:v>
                </c:pt>
                <c:pt idx="328">
                  <c:v>1.4262509862799999</c:v>
                </c:pt>
                <c:pt idx="329">
                  <c:v>1.5225038876000001</c:v>
                </c:pt>
                <c:pt idx="330">
                  <c:v>1.60597573371</c:v>
                </c:pt>
                <c:pt idx="331">
                  <c:v>1.6776842592700001</c:v>
                </c:pt>
                <c:pt idx="332">
                  <c:v>1.7385783285600001</c:v>
                </c:pt>
                <c:pt idx="333">
                  <c:v>1.7895422324100001</c:v>
                </c:pt>
                <c:pt idx="334">
                  <c:v>1.83139972985</c:v>
                </c:pt>
                <c:pt idx="335">
                  <c:v>1.79222223428</c:v>
                </c:pt>
                <c:pt idx="336">
                  <c:v>1.75251004604</c:v>
                </c:pt>
                <c:pt idx="337">
                  <c:v>1.64212821919</c:v>
                </c:pt>
                <c:pt idx="338">
                  <c:v>1.7037470162999999</c:v>
                </c:pt>
                <c:pt idx="339">
                  <c:v>1.72667132635</c:v>
                </c:pt>
                <c:pt idx="340">
                  <c:v>1.7704080199800001</c:v>
                </c:pt>
                <c:pt idx="341">
                  <c:v>1.80577157921</c:v>
                </c:pt>
                <c:pt idx="342">
                  <c:v>1.96281092146</c:v>
                </c:pt>
                <c:pt idx="343">
                  <c:v>1.97843917641</c:v>
                </c:pt>
                <c:pt idx="344">
                  <c:v>1.98787435211</c:v>
                </c:pt>
                <c:pt idx="345">
                  <c:v>2.0043453508</c:v>
                </c:pt>
                <c:pt idx="346">
                  <c:v>2.0361751450300001</c:v>
                </c:pt>
                <c:pt idx="347">
                  <c:v>2.0542913398899998</c:v>
                </c:pt>
                <c:pt idx="348">
                  <c:v>1.96542029566</c:v>
                </c:pt>
                <c:pt idx="349">
                  <c:v>1.8803315616</c:v>
                </c:pt>
                <c:pt idx="350">
                  <c:v>1.79886759274</c:v>
                </c:pt>
                <c:pt idx="351">
                  <c:v>1.72087721475</c:v>
                </c:pt>
                <c:pt idx="352">
                  <c:v>1.57126000167</c:v>
                </c:pt>
                <c:pt idx="353">
                  <c:v>1.3322647268100001</c:v>
                </c:pt>
                <c:pt idx="354">
                  <c:v>1.1128439757699999</c:v>
                </c:pt>
                <c:pt idx="355">
                  <c:v>0.91165689370799996</c:v>
                </c:pt>
                <c:pt idx="356">
                  <c:v>0.58282539669</c:v>
                </c:pt>
                <c:pt idx="357">
                  <c:v>0.62426185974799997</c:v>
                </c:pt>
                <c:pt idx="358">
                  <c:v>0.660270272065</c:v>
                </c:pt>
                <c:pt idx="359">
                  <c:v>0.69128153247000002</c:v>
                </c:pt>
                <c:pt idx="360">
                  <c:v>0.71769742041700002</c:v>
                </c:pt>
                <c:pt idx="361">
                  <c:v>0.73989241140200002</c:v>
                </c:pt>
                <c:pt idx="362">
                  <c:v>0.75821538455899995</c:v>
                </c:pt>
                <c:pt idx="363">
                  <c:v>0.77299122864699998</c:v>
                </c:pt>
                <c:pt idx="364">
                  <c:v>0.78452235226</c:v>
                </c:pt>
                <c:pt idx="365">
                  <c:v>0.57008326875000004</c:v>
                </c:pt>
                <c:pt idx="366">
                  <c:v>0.41757996274100001</c:v>
                </c:pt>
                <c:pt idx="367">
                  <c:v>0.17766716911</c:v>
                </c:pt>
                <c:pt idx="368">
                  <c:v>7.9012090571099996E-4</c:v>
                </c:pt>
                <c:pt idx="369">
                  <c:v>-0.15925673005800001</c:v>
                </c:pt>
                <c:pt idx="370">
                  <c:v>-0.30369430632299999</c:v>
                </c:pt>
                <c:pt idx="371">
                  <c:v>-0.43366447202500003</c:v>
                </c:pt>
                <c:pt idx="372">
                  <c:v>-0.55023484029500003</c:v>
                </c:pt>
                <c:pt idx="373">
                  <c:v>-0.65440329978800005</c:v>
                </c:pt>
                <c:pt idx="374">
                  <c:v>-0.74710227629100001</c:v>
                </c:pt>
                <c:pt idx="375">
                  <c:v>-0.82920274450499998</c:v>
                </c:pt>
                <c:pt idx="376">
                  <c:v>-0.90151800421100003</c:v>
                </c:pt>
                <c:pt idx="377">
                  <c:v>-0.96480723428000004</c:v>
                </c:pt>
                <c:pt idx="378">
                  <c:v>-1.0197788371900001</c:v>
                </c:pt>
                <c:pt idx="379">
                  <c:v>-1.0670935860699999</c:v>
                </c:pt>
                <c:pt idx="380">
                  <c:v>-1.10736758553</c:v>
                </c:pt>
                <c:pt idx="381">
                  <c:v>-1.1411750569500001</c:v>
                </c:pt>
                <c:pt idx="382">
                  <c:v>-1.16905095846</c:v>
                </c:pt>
                <c:pt idx="383">
                  <c:v>-1.19149344879</c:v>
                </c:pt>
                <c:pt idx="384">
                  <c:v>-1.20896620438</c:v>
                </c:pt>
                <c:pt idx="385">
                  <c:v>-1.2219005978499999</c:v>
                </c:pt>
                <c:pt idx="386">
                  <c:v>-1.2306977461199999</c:v>
                </c:pt>
                <c:pt idx="387">
                  <c:v>-1.28121862078</c:v>
                </c:pt>
                <c:pt idx="388">
                  <c:v>-1.2168293991500001</c:v>
                </c:pt>
                <c:pt idx="389">
                  <c:v>-1.15567330938</c:v>
                </c:pt>
                <c:pt idx="390">
                  <c:v>-1.09758814226</c:v>
                </c:pt>
                <c:pt idx="391">
                  <c:v>-1.0424198204499999</c:v>
                </c:pt>
                <c:pt idx="392">
                  <c:v>-0.99002199107699995</c:v>
                </c:pt>
                <c:pt idx="393">
                  <c:v>-0.940255638788</c:v>
                </c:pt>
                <c:pt idx="394">
                  <c:v>-0.76920589461800004</c:v>
                </c:pt>
                <c:pt idx="395">
                  <c:v>-0.69091275777100003</c:v>
                </c:pt>
                <c:pt idx="396">
                  <c:v>-0.61842681428599999</c:v>
                </c:pt>
                <c:pt idx="397">
                  <c:v>-0.55136784946799999</c:v>
                </c:pt>
                <c:pt idx="398">
                  <c:v>-0.48937892239199998</c:v>
                </c:pt>
                <c:pt idx="399">
                  <c:v>-0.43212500011900001</c:v>
                </c:pt>
                <c:pt idx="400">
                  <c:v>-0.379291669773</c:v>
                </c:pt>
                <c:pt idx="401">
                  <c:v>-0.40327953891899998</c:v>
                </c:pt>
                <c:pt idx="402">
                  <c:v>-0.42402543227799999</c:v>
                </c:pt>
                <c:pt idx="403">
                  <c:v>-0.44178851909700001</c:v>
                </c:pt>
                <c:pt idx="404">
                  <c:v>-0.45681040021899999</c:v>
                </c:pt>
                <c:pt idx="405">
                  <c:v>-0.46931620527500001</c:v>
                </c:pt>
                <c:pt idx="406">
                  <c:v>-0.47951562463899999</c:v>
                </c:pt>
                <c:pt idx="407">
                  <c:v>-0.50976234785899999</c:v>
                </c:pt>
                <c:pt idx="408">
                  <c:v>-0.51505120101299995</c:v>
                </c:pt>
                <c:pt idx="409">
                  <c:v>-0.51861166840799999</c:v>
                </c:pt>
                <c:pt idx="410">
                  <c:v>-0.61708246660999999</c:v>
                </c:pt>
                <c:pt idx="411">
                  <c:v>-0.47764590968300003</c:v>
                </c:pt>
                <c:pt idx="412">
                  <c:v>-0.35034238176400001</c:v>
                </c:pt>
                <c:pt idx="413">
                  <c:v>-0.23432007271399999</c:v>
                </c:pt>
                <c:pt idx="414">
                  <c:v>-0.12878139968899999</c:v>
                </c:pt>
                <c:pt idx="415">
                  <c:v>-3.2979743836600003E-2</c:v>
                </c:pt>
                <c:pt idx="416">
                  <c:v>5.3783623685699999E-2</c:v>
                </c:pt>
                <c:pt idx="417">
                  <c:v>0.13216243707299999</c:v>
                </c:pt>
                <c:pt idx="418">
                  <c:v>0.20276816272600001</c:v>
                </c:pt>
                <c:pt idx="419">
                  <c:v>0.26617256715199999</c:v>
                </c:pt>
                <c:pt idx="420">
                  <c:v>0.322910134919</c:v>
                </c:pt>
                <c:pt idx="421">
                  <c:v>0.35507588516499999</c:v>
                </c:pt>
                <c:pt idx="422">
                  <c:v>0.50027201183600001</c:v>
                </c:pt>
                <c:pt idx="423">
                  <c:v>0.571146821804</c:v>
                </c:pt>
                <c:pt idx="424">
                  <c:v>0.77351236335999995</c:v>
                </c:pt>
                <c:pt idx="425">
                  <c:v>0.95478042492500004</c:v>
                </c:pt>
                <c:pt idx="426">
                  <c:v>1.11652753857</c:v>
                </c:pt>
                <c:pt idx="427">
                  <c:v>1.2602266414300001</c:v>
                </c:pt>
                <c:pt idx="428">
                  <c:v>1.3872534305599999</c:v>
                </c:pt>
                <c:pt idx="429">
                  <c:v>1.49889234441</c:v>
                </c:pt>
                <c:pt idx="430">
                  <c:v>1.5963421920600001</c:v>
                </c:pt>
                <c:pt idx="431">
                  <c:v>1.6807214504800001</c:v>
                </c:pt>
                <c:pt idx="432">
                  <c:v>1.75307324881</c:v>
                </c:pt>
                <c:pt idx="433">
                  <c:v>1.8143700574599999</c:v>
                </c:pt>
                <c:pt idx="434">
                  <c:v>1.91701137578</c:v>
                </c:pt>
                <c:pt idx="435">
                  <c:v>1.9568332365900001</c:v>
                </c:pt>
                <c:pt idx="436">
                  <c:v>1.98821108336</c:v>
                </c:pt>
                <c:pt idx="437">
                  <c:v>1.94159354905</c:v>
                </c:pt>
                <c:pt idx="438">
                  <c:v>2.0601963650199999</c:v>
                </c:pt>
                <c:pt idx="439">
                  <c:v>2.1626123115200002</c:v>
                </c:pt>
                <c:pt idx="440">
                  <c:v>2.0271313343899999</c:v>
                </c:pt>
                <c:pt idx="441">
                  <c:v>1.89972140503</c:v>
                </c:pt>
                <c:pt idx="442">
                  <c:v>1.779917515</c:v>
                </c:pt>
                <c:pt idx="443">
                  <c:v>1.6672808157900001</c:v>
                </c:pt>
                <c:pt idx="444">
                  <c:v>1.56139717319</c:v>
                </c:pt>
                <c:pt idx="445">
                  <c:v>1.4745377954900001</c:v>
                </c:pt>
                <c:pt idx="446">
                  <c:v>1.3626373059000001</c:v>
                </c:pt>
                <c:pt idx="447">
                  <c:v>1.16985075829</c:v>
                </c:pt>
                <c:pt idx="448">
                  <c:v>0.89225072408899997</c:v>
                </c:pt>
                <c:pt idx="449">
                  <c:v>0.63894554595099995</c:v>
                </c:pt>
                <c:pt idx="450">
                  <c:v>0.40822576649999998</c:v>
                </c:pt>
                <c:pt idx="451">
                  <c:v>0.28164608915099998</c:v>
                </c:pt>
                <c:pt idx="452">
                  <c:v>0.130572420292</c:v>
                </c:pt>
                <c:pt idx="453">
                  <c:v>-0.106313935378</c:v>
                </c:pt>
                <c:pt idx="454">
                  <c:v>-0.32040469877599997</c:v>
                </c:pt>
                <c:pt idx="455">
                  <c:v>-0.51335992765899996</c:v>
                </c:pt>
                <c:pt idx="456">
                  <c:v>-0.83135343501699999</c:v>
                </c:pt>
                <c:pt idx="457">
                  <c:v>-0.7767466314</c:v>
                </c:pt>
                <c:pt idx="458">
                  <c:v>-0.84288313787199998</c:v>
                </c:pt>
                <c:pt idx="459">
                  <c:v>-0.90072106789399997</c:v>
                </c:pt>
                <c:pt idx="460">
                  <c:v>-0.95091256391900003</c:v>
                </c:pt>
                <c:pt idx="461">
                  <c:v>-0.99406589641099996</c:v>
                </c:pt>
                <c:pt idx="462">
                  <c:v>-1.0307481919999999</c:v>
                </c:pt>
                <c:pt idx="463">
                  <c:v>-1.0614879999</c:v>
                </c:pt>
                <c:pt idx="464">
                  <c:v>-0.92881284515899998</c:v>
                </c:pt>
                <c:pt idx="465">
                  <c:v>-0.95531237049899997</c:v>
                </c:pt>
                <c:pt idx="466">
                  <c:v>-0.93413267311500003</c:v>
                </c:pt>
                <c:pt idx="467">
                  <c:v>-1.0424536479099999</c:v>
                </c:pt>
                <c:pt idx="468">
                  <c:v>-1.1108860440399999</c:v>
                </c:pt>
                <c:pt idx="469">
                  <c:v>-1.17016391752</c:v>
                </c:pt>
                <c:pt idx="470">
                  <c:v>-1.22101743984</c:v>
                </c:pt>
                <c:pt idx="471">
                  <c:v>-1.26412733541</c:v>
                </c:pt>
                <c:pt idx="472">
                  <c:v>-1.30012796787</c:v>
                </c:pt>
                <c:pt idx="473">
                  <c:v>-1.3296102430700001</c:v>
                </c:pt>
                <c:pt idx="474">
                  <c:v>-1.3531243390900001</c:v>
                </c:pt>
                <c:pt idx="475">
                  <c:v>-1.3711822733600001</c:v>
                </c:pt>
                <c:pt idx="476">
                  <c:v>-1.38426031629</c:v>
                </c:pt>
                <c:pt idx="477">
                  <c:v>-1.3928012601599999</c:v>
                </c:pt>
                <c:pt idx="478">
                  <c:v>-1.3972165518099999</c:v>
                </c:pt>
                <c:pt idx="479">
                  <c:v>-1.3978882968799999</c:v>
                </c:pt>
                <c:pt idx="480">
                  <c:v>-1.39517114315</c:v>
                </c:pt>
                <c:pt idx="481">
                  <c:v>-1.3893940498899999</c:v>
                </c:pt>
                <c:pt idx="482">
                  <c:v>-1.3808619500899999</c:v>
                </c:pt>
                <c:pt idx="483">
                  <c:v>-1.3698573114499999</c:v>
                </c:pt>
                <c:pt idx="484">
                  <c:v>-1.3566416024600001</c:v>
                </c:pt>
                <c:pt idx="485">
                  <c:v>-1.34145666875</c:v>
                </c:pt>
                <c:pt idx="486">
                  <c:v>-1.32452602525</c:v>
                </c:pt>
                <c:pt idx="487">
                  <c:v>-1.3515442542</c:v>
                </c:pt>
                <c:pt idx="488">
                  <c:v>-1.2657216849299999</c:v>
                </c:pt>
                <c:pt idx="489">
                  <c:v>-1.18505560653</c:v>
                </c:pt>
                <c:pt idx="490">
                  <c:v>-1.07796497473</c:v>
                </c:pt>
                <c:pt idx="491">
                  <c:v>-0.97850134983799997</c:v>
                </c:pt>
                <c:pt idx="492">
                  <c:v>-0.88617550729500005</c:v>
                </c:pt>
                <c:pt idx="493">
                  <c:v>-0.82930600401700005</c:v>
                </c:pt>
                <c:pt idx="494">
                  <c:v>-0.74877486087300005</c:v>
                </c:pt>
                <c:pt idx="495">
                  <c:v>-0.674126256541</c:v>
                </c:pt>
                <c:pt idx="496">
                  <c:v>-0.60497795029900003</c:v>
                </c:pt>
                <c:pt idx="497">
                  <c:v>-0.54097099359699996</c:v>
                </c:pt>
                <c:pt idx="498">
                  <c:v>-0.481768367305</c:v>
                </c:pt>
                <c:pt idx="499">
                  <c:v>-0.42705369647000002</c:v>
                </c:pt>
                <c:pt idx="500">
                  <c:v>-0.32503676159799999</c:v>
                </c:pt>
                <c:pt idx="501">
                  <c:v>-0.280447000025</c:v>
                </c:pt>
                <c:pt idx="502">
                  <c:v>-0.23943345274200001</c:v>
                </c:pt>
                <c:pt idx="503">
                  <c:v>-0.201753351517</c:v>
                </c:pt>
                <c:pt idx="504">
                  <c:v>-0.16717910174</c:v>
                </c:pt>
                <c:pt idx="505">
                  <c:v>-0.13549737980500001</c:v>
                </c:pt>
                <c:pt idx="506">
                  <c:v>-0.10650828246000001</c:v>
                </c:pt>
                <c:pt idx="507">
                  <c:v>-8.0024525163699997E-2</c:v>
                </c:pt>
                <c:pt idx="508">
                  <c:v>-5.5870686734499998E-2</c:v>
                </c:pt>
                <c:pt idx="509">
                  <c:v>-3.3882497649199997E-2</c:v>
                </c:pt>
                <c:pt idx="510">
                  <c:v>-0.110388877282</c:v>
                </c:pt>
                <c:pt idx="511">
                  <c:v>4.7716701748499998E-2</c:v>
                </c:pt>
                <c:pt idx="512">
                  <c:v>0.190663048187</c:v>
                </c:pt>
                <c:pt idx="513">
                  <c:v>0.31955274599299999</c:v>
                </c:pt>
                <c:pt idx="514">
                  <c:v>0.43541688910100002</c:v>
                </c:pt>
                <c:pt idx="515">
                  <c:v>0.53921943206400003</c:v>
                </c:pt>
                <c:pt idx="516">
                  <c:v>0.63186128638100003</c:v>
                </c:pt>
                <c:pt idx="517">
                  <c:v>0.71418417695299996</c:v>
                </c:pt>
                <c:pt idx="518">
                  <c:v>0.78697427233499995</c:v>
                </c:pt>
                <c:pt idx="519">
                  <c:v>0.85096560166400004</c:v>
                </c:pt>
                <c:pt idx="520">
                  <c:v>0.88468480248799997</c:v>
                </c:pt>
                <c:pt idx="521">
                  <c:v>0.88427125290599995</c:v>
                </c:pt>
                <c:pt idx="522">
                  <c:v>0.99872968232399995</c:v>
                </c:pt>
                <c:pt idx="523">
                  <c:v>1.0406062576899999</c:v>
                </c:pt>
                <c:pt idx="524">
                  <c:v>1.21561646985</c:v>
                </c:pt>
                <c:pt idx="525">
                  <c:v>1.37108083066</c:v>
                </c:pt>
                <c:pt idx="526">
                  <c:v>1.50848959107</c:v>
                </c:pt>
                <c:pt idx="527">
                  <c:v>1.6292341324399999</c:v>
                </c:pt>
                <c:pt idx="528">
                  <c:v>1.7346130656300001</c:v>
                </c:pt>
                <c:pt idx="529">
                  <c:v>1.8258379705300001</c:v>
                </c:pt>
                <c:pt idx="530">
                  <c:v>1.9040387962800001</c:v>
                </c:pt>
                <c:pt idx="531">
                  <c:v>1.9702689418199999</c:v>
                </c:pt>
                <c:pt idx="532">
                  <c:v>2.0255100350099999</c:v>
                </c:pt>
                <c:pt idx="533">
                  <c:v>2.0706764277</c:v>
                </c:pt>
                <c:pt idx="534">
                  <c:v>2.1066194230000002</c:v>
                </c:pt>
                <c:pt idx="535">
                  <c:v>2.1341312503499998</c:v>
                </c:pt>
                <c:pt idx="536">
                  <c:v>2.15394880266</c:v>
                </c:pt>
                <c:pt idx="537">
                  <c:v>2.0964768627499999</c:v>
                </c:pt>
                <c:pt idx="538">
                  <c:v>2.2048898057300002</c:v>
                </c:pt>
                <c:pt idx="539">
                  <c:v>2.45570627119</c:v>
                </c:pt>
                <c:pt idx="540">
                  <c:v>2.5280551120400001</c:v>
                </c:pt>
                <c:pt idx="541">
                  <c:v>2.5875058967800002</c:v>
                </c:pt>
                <c:pt idx="542">
                  <c:v>2.6351446299500001</c:v>
                </c:pt>
                <c:pt idx="543">
                  <c:v>2.6719820648499999</c:v>
                </c:pt>
                <c:pt idx="544">
                  <c:v>2.6989584605200001</c:v>
                </c:pt>
                <c:pt idx="545">
                  <c:v>2.7296100487800001</c:v>
                </c:pt>
                <c:pt idx="546">
                  <c:v>2.8138058474799998</c:v>
                </c:pt>
                <c:pt idx="547">
                  <c:v>2.8385998951000002</c:v>
                </c:pt>
                <c:pt idx="548">
                  <c:v>2.7539056898799998</c:v>
                </c:pt>
                <c:pt idx="549">
                  <c:v>2.6707208490999998</c:v>
                </c:pt>
                <c:pt idx="550">
                  <c:v>2.5890995986399998</c:v>
                </c:pt>
                <c:pt idx="551">
                  <c:v>2.5090872849800001</c:v>
                </c:pt>
                <c:pt idx="552">
                  <c:v>2.4731600679399999</c:v>
                </c:pt>
                <c:pt idx="553">
                  <c:v>2.33489052399</c:v>
                </c:pt>
                <c:pt idx="554">
                  <c:v>2.20422536855</c:v>
                </c:pt>
                <c:pt idx="555">
                  <c:v>2.0807517444700001</c:v>
                </c:pt>
                <c:pt idx="556">
                  <c:v>1.81945751931</c:v>
                </c:pt>
                <c:pt idx="557">
                  <c:v>2.0022180235199998</c:v>
                </c:pt>
                <c:pt idx="558">
                  <c:v>2.0118198563599998</c:v>
                </c:pt>
                <c:pt idx="559">
                  <c:v>2.0157227015700001</c:v>
                </c:pt>
                <c:pt idx="560">
                  <c:v>2.01445960636</c:v>
                </c:pt>
                <c:pt idx="561">
                  <c:v>2.0085251793099999</c:v>
                </c:pt>
                <c:pt idx="562">
                  <c:v>1.9983780718599999</c:v>
                </c:pt>
                <c:pt idx="563">
                  <c:v>1.98444330916</c:v>
                </c:pt>
                <c:pt idx="564">
                  <c:v>1.9671144790499999</c:v>
                </c:pt>
                <c:pt idx="565">
                  <c:v>1.9467557875699999</c:v>
                </c:pt>
                <c:pt idx="566">
                  <c:v>1.9665891717399999</c:v>
                </c:pt>
                <c:pt idx="567">
                  <c:v>1.8789286385599999</c:v>
                </c:pt>
                <c:pt idx="568">
                  <c:v>1.7951409465699999</c:v>
                </c:pt>
                <c:pt idx="569">
                  <c:v>1.71505684102</c:v>
                </c:pt>
                <c:pt idx="570">
                  <c:v>1.63851436463</c:v>
                </c:pt>
                <c:pt idx="571">
                  <c:v>1.5653585484000001</c:v>
                </c:pt>
                <c:pt idx="572">
                  <c:v>1.49544111515</c:v>
                </c:pt>
                <c:pt idx="573">
                  <c:v>1.2460298293200001</c:v>
                </c:pt>
                <c:pt idx="574">
                  <c:v>1.0173893974599999</c:v>
                </c:pt>
                <c:pt idx="575">
                  <c:v>0.80808704851400004</c:v>
                </c:pt>
                <c:pt idx="576">
                  <c:v>0.61678036067700004</c:v>
                </c:pt>
                <c:pt idx="577">
                  <c:v>0.44221185653400003</c:v>
                </c:pt>
                <c:pt idx="578">
                  <c:v>0.28320391054600003</c:v>
                </c:pt>
                <c:pt idx="579">
                  <c:v>0.13865395119900001</c:v>
                </c:pt>
                <c:pt idx="580">
                  <c:v>7.52994121163E-3</c:v>
                </c:pt>
                <c:pt idx="581">
                  <c:v>-0.111133879913</c:v>
                </c:pt>
                <c:pt idx="582">
                  <c:v>-0.21824100582799999</c:v>
                </c:pt>
                <c:pt idx="583">
                  <c:v>-0.31463643979599998</c:v>
                </c:pt>
                <c:pt idx="584">
                  <c:v>-0.40111025088500002</c:v>
                </c:pt>
                <c:pt idx="585">
                  <c:v>-0.47840092241600002</c:v>
                </c:pt>
                <c:pt idx="586">
                  <c:v>-0.547198504463</c:v>
                </c:pt>
                <c:pt idx="587">
                  <c:v>-0.87664260189099996</c:v>
                </c:pt>
                <c:pt idx="588">
                  <c:v>-1.13829147575</c:v>
                </c:pt>
                <c:pt idx="589">
                  <c:v>-1.39449213031</c:v>
                </c:pt>
                <c:pt idx="590">
                  <c:v>-1.6021281644200001</c:v>
                </c:pt>
                <c:pt idx="591">
                  <c:v>-1.7861942449799999</c:v>
                </c:pt>
                <c:pt idx="592">
                  <c:v>-1.94849553574</c:v>
                </c:pt>
                <c:pt idx="593">
                  <c:v>-2.09071718547</c:v>
                </c:pt>
                <c:pt idx="594">
                  <c:v>-2.2144317406399998</c:v>
                </c:pt>
                <c:pt idx="595">
                  <c:v>-2.3211061205500001</c:v>
                </c:pt>
                <c:pt idx="596">
                  <c:v>-2.4121081798900001</c:v>
                </c:pt>
                <c:pt idx="597">
                  <c:v>-2.4887128824800002</c:v>
                </c:pt>
                <c:pt idx="598">
                  <c:v>-2.5521081083800001</c:v>
                </c:pt>
                <c:pt idx="599">
                  <c:v>-2.60340011558</c:v>
                </c:pt>
                <c:pt idx="600">
                  <c:v>-2.64361867604</c:v>
                </c:pt>
                <c:pt idx="601">
                  <c:v>-2.6737219049299998</c:v>
                </c:pt>
                <c:pt idx="602">
                  <c:v>-2.69460080069</c:v>
                </c:pt>
                <c:pt idx="603">
                  <c:v>-2.7070835128100001</c:v>
                </c:pt>
                <c:pt idx="604">
                  <c:v>-2.71193935279</c:v>
                </c:pt>
                <c:pt idx="605">
                  <c:v>-2.7098825635299999</c:v>
                </c:pt>
                <c:pt idx="606">
                  <c:v>-2.7015758608899998</c:v>
                </c:pt>
                <c:pt idx="607">
                  <c:v>-2.6876337608399998</c:v>
                </c:pt>
                <c:pt idx="608">
                  <c:v>-2.6686257045900001</c:v>
                </c:pt>
                <c:pt idx="609">
                  <c:v>-2.6450789935799999</c:v>
                </c:pt>
                <c:pt idx="610">
                  <c:v>-2.7139642531399999</c:v>
                </c:pt>
                <c:pt idx="611">
                  <c:v>-2.5427700157199999</c:v>
                </c:pt>
                <c:pt idx="612">
                  <c:v>-2.3818189099399998</c:v>
                </c:pt>
                <c:pt idx="613">
                  <c:v>-2.2305190062400002</c:v>
                </c:pt>
                <c:pt idx="614">
                  <c:v>-2.0883117485999998</c:v>
                </c:pt>
                <c:pt idx="615">
                  <c:v>-1.9546701071000001</c:v>
                </c:pt>
                <c:pt idx="616">
                  <c:v>-1.82909683148</c:v>
                </c:pt>
                <c:pt idx="617">
                  <c:v>-1.71112279991</c:v>
                </c:pt>
                <c:pt idx="618">
                  <c:v>-1.60030545808</c:v>
                </c:pt>
                <c:pt idx="619">
                  <c:v>-1.49622734361</c:v>
                </c:pt>
                <c:pt idx="620">
                  <c:v>-1.39849469122</c:v>
                </c:pt>
                <c:pt idx="621">
                  <c:v>-1.35642278337</c:v>
                </c:pt>
                <c:pt idx="622">
                  <c:v>-1.1981922769</c:v>
                </c:pt>
                <c:pt idx="623">
                  <c:v>-1.1114835578</c:v>
                </c:pt>
                <c:pt idx="624">
                  <c:v>-0.890788650274</c:v>
                </c:pt>
                <c:pt idx="625">
                  <c:v>-0.688976837673</c:v>
                </c:pt>
                <c:pt idx="626">
                  <c:v>-0.50473117925900002</c:v>
                </c:pt>
                <c:pt idx="627">
                  <c:v>-0.33681827546199999</c:v>
                </c:pt>
                <c:pt idx="628">
                  <c:v>-0.18408325161399999</c:v>
                </c:pt>
                <c:pt idx="629">
                  <c:v>-4.5445032270399997E-2</c:v>
                </c:pt>
                <c:pt idx="630">
                  <c:v>8.0108110308300007E-2</c:v>
                </c:pt>
                <c:pt idx="631">
                  <c:v>0.19352274899499999</c:v>
                </c:pt>
                <c:pt idx="632">
                  <c:v>0.29568425061300002</c:v>
                </c:pt>
                <c:pt idx="633">
                  <c:v>0.38742049455799998</c:v>
                </c:pt>
                <c:pt idx="634">
                  <c:v>0.46950537427700001</c:v>
                </c:pt>
                <c:pt idx="635">
                  <c:v>0.54266209395800002</c:v>
                </c:pt>
                <c:pt idx="636">
                  <c:v>0.60756627205199998</c:v>
                </c:pt>
                <c:pt idx="637">
                  <c:v>0.59456857580900002</c:v>
                </c:pt>
                <c:pt idx="638">
                  <c:v>0.74679587114500001</c:v>
                </c:pt>
                <c:pt idx="639">
                  <c:v>0.88276051847699999</c:v>
                </c:pt>
                <c:pt idx="640">
                  <c:v>1.0036867120799999</c:v>
                </c:pt>
                <c:pt idx="641">
                  <c:v>1.11071791874</c:v>
                </c:pt>
                <c:pt idx="642">
                  <c:v>1.2049218401699999</c:v>
                </c:pt>
                <c:pt idx="643">
                  <c:v>1.2872950834300001</c:v>
                </c:pt>
                <c:pt idx="644">
                  <c:v>1.3993951741199999</c:v>
                </c:pt>
                <c:pt idx="645">
                  <c:v>1.5101609677700001</c:v>
                </c:pt>
                <c:pt idx="646">
                  <c:v>1.5769943957899999</c:v>
                </c:pt>
                <c:pt idx="647">
                  <c:v>1.6763674821200001</c:v>
                </c:pt>
                <c:pt idx="648">
                  <c:v>1.66191963176</c:v>
                </c:pt>
                <c:pt idx="649">
                  <c:v>1.64489368556</c:v>
                </c:pt>
                <c:pt idx="650">
                  <c:v>1.6255754791799999</c:v>
                </c:pt>
                <c:pt idx="651">
                  <c:v>1.6042290996999999</c:v>
                </c:pt>
                <c:pt idx="652">
                  <c:v>1.6235372827200001</c:v>
                </c:pt>
                <c:pt idx="653">
                  <c:v>1.537267682</c:v>
                </c:pt>
                <c:pt idx="654">
                  <c:v>1.45555122192</c:v>
                </c:pt>
                <c:pt idx="655">
                  <c:v>1.3781489821099999</c:v>
                </c:pt>
                <c:pt idx="656">
                  <c:v>1.1602130585099999</c:v>
                </c:pt>
                <c:pt idx="657">
                  <c:v>1.35211190616</c:v>
                </c:pt>
                <c:pt idx="658">
                  <c:v>1.47404097173</c:v>
                </c:pt>
                <c:pt idx="659">
                  <c:v>1.5808608444000001</c:v>
                </c:pt>
                <c:pt idx="660">
                  <c:v>1.67375527552</c:v>
                </c:pt>
                <c:pt idx="661">
                  <c:v>1.7538284902600001</c:v>
                </c:pt>
                <c:pt idx="662">
                  <c:v>1.8221101289999999</c:v>
                </c:pt>
                <c:pt idx="663">
                  <c:v>1.8795598959699999</c:v>
                </c:pt>
                <c:pt idx="664">
                  <c:v>1.92707193181</c:v>
                </c:pt>
                <c:pt idx="665">
                  <c:v>1.9654789260200001</c:v>
                </c:pt>
                <c:pt idx="666">
                  <c:v>2.0384411672399998</c:v>
                </c:pt>
                <c:pt idx="667">
                  <c:v>1.9986827069499999</c:v>
                </c:pt>
                <c:pt idx="668">
                  <c:v>1.9579537595900001</c:v>
                </c:pt>
                <c:pt idx="669">
                  <c:v>1.9164435558499999</c:v>
                </c:pt>
                <c:pt idx="670">
                  <c:v>1.87432517697</c:v>
                </c:pt>
                <c:pt idx="671">
                  <c:v>1.83175667994</c:v>
                </c:pt>
                <c:pt idx="672">
                  <c:v>1.9182183742700001</c:v>
                </c:pt>
                <c:pt idx="673">
                  <c:v>1.8700913989500001</c:v>
                </c:pt>
                <c:pt idx="674">
                  <c:v>1.82209616937</c:v>
                </c:pt>
                <c:pt idx="675">
                  <c:v>1.77433430824</c:v>
                </c:pt>
                <c:pt idx="676">
                  <c:v>1.7268972124899999</c:v>
                </c:pt>
                <c:pt idx="677">
                  <c:v>1.67986680901</c:v>
                </c:pt>
                <c:pt idx="678">
                  <c:v>1.63331626099</c:v>
                </c:pt>
                <c:pt idx="679">
                  <c:v>1.61859283697</c:v>
                </c:pt>
                <c:pt idx="680">
                  <c:v>1.60142059719</c:v>
                </c:pt>
                <c:pt idx="681">
                  <c:v>1.5820734226399999</c:v>
                </c:pt>
                <c:pt idx="682">
                  <c:v>1.5608043043199999</c:v>
                </c:pt>
                <c:pt idx="683">
                  <c:v>1.53784672943</c:v>
                </c:pt>
                <c:pt idx="684">
                  <c:v>1.5134159820299999</c:v>
                </c:pt>
                <c:pt idx="685">
                  <c:v>1.4877103632399999</c:v>
                </c:pt>
                <c:pt idx="686">
                  <c:v>1.6188771963699999</c:v>
                </c:pt>
                <c:pt idx="687">
                  <c:v>1.59095811995</c:v>
                </c:pt>
                <c:pt idx="688">
                  <c:v>1.6204745229499999</c:v>
                </c:pt>
                <c:pt idx="689">
                  <c:v>1.6433276583</c:v>
                </c:pt>
                <c:pt idx="690">
                  <c:v>1.6600972620000001</c:v>
                </c:pt>
                <c:pt idx="691">
                  <c:v>1.67132237097</c:v>
                </c:pt>
                <c:pt idx="692">
                  <c:v>1.6775039139600001</c:v>
                </c:pt>
                <c:pt idx="693">
                  <c:v>1.67910714648</c:v>
                </c:pt>
                <c:pt idx="694">
                  <c:v>1.676563939</c:v>
                </c:pt>
                <c:pt idx="695">
                  <c:v>1.6702749266400001</c:v>
                </c:pt>
                <c:pt idx="696">
                  <c:v>1.6606115287100001</c:v>
                </c:pt>
                <c:pt idx="697">
                  <c:v>1.6479178455200001</c:v>
                </c:pt>
                <c:pt idx="698">
                  <c:v>1.6325124396299999</c:v>
                </c:pt>
                <c:pt idx="699">
                  <c:v>1.61469000841</c:v>
                </c:pt>
                <c:pt idx="700">
                  <c:v>1.5947229541100001</c:v>
                </c:pt>
                <c:pt idx="701">
                  <c:v>1.5728628576100001</c:v>
                </c:pt>
                <c:pt idx="702">
                  <c:v>1.5493418614500001</c:v>
                </c:pt>
                <c:pt idx="703">
                  <c:v>1.5243739674400001</c:v>
                </c:pt>
                <c:pt idx="704">
                  <c:v>1.49815625397</c:v>
                </c:pt>
                <c:pt idx="705">
                  <c:v>1.47087001773</c:v>
                </c:pt>
                <c:pt idx="706">
                  <c:v>1.44268184431</c:v>
                </c:pt>
                <c:pt idx="707">
                  <c:v>1.4137446118899999</c:v>
                </c:pt>
                <c:pt idx="708">
                  <c:v>1.38419843207</c:v>
                </c:pt>
                <c:pt idx="709">
                  <c:v>1.38545374061</c:v>
                </c:pt>
                <c:pt idx="710">
                  <c:v>1.2868114856599999</c:v>
                </c:pt>
                <c:pt idx="711">
                  <c:v>1.4215643589</c:v>
                </c:pt>
                <c:pt idx="712">
                  <c:v>1.5401125118300001</c:v>
                </c:pt>
                <c:pt idx="713">
                  <c:v>1.6437160525100001</c:v>
                </c:pt>
                <c:pt idx="714">
                  <c:v>1.73355072065</c:v>
                </c:pt>
                <c:pt idx="715">
                  <c:v>1.8107131197599999</c:v>
                </c:pt>
                <c:pt idx="716">
                  <c:v>1.8762256395900001</c:v>
                </c:pt>
                <c:pt idx="717">
                  <c:v>1.9310410866700001</c:v>
                </c:pt>
                <c:pt idx="718">
                  <c:v>1.9760470397300001</c:v>
                </c:pt>
                <c:pt idx="719">
                  <c:v>2.01206994581</c:v>
                </c:pt>
                <c:pt idx="720">
                  <c:v>2.0398789718599999</c:v>
                </c:pt>
                <c:pt idx="721">
                  <c:v>2.0105029570599999</c:v>
                </c:pt>
                <c:pt idx="722">
                  <c:v>2.0960762443799998</c:v>
                </c:pt>
                <c:pt idx="723">
                  <c:v>2.1092063477999998</c:v>
                </c:pt>
                <c:pt idx="724">
                  <c:v>2.25566393742</c:v>
                </c:pt>
                <c:pt idx="725">
                  <c:v>2.3828189922599998</c:v>
                </c:pt>
                <c:pt idx="726">
                  <c:v>2.4922059443100002</c:v>
                </c:pt>
                <c:pt idx="727">
                  <c:v>2.5852554676800001</c:v>
                </c:pt>
                <c:pt idx="728">
                  <c:v>2.66330094955</c:v>
                </c:pt>
                <c:pt idx="729">
                  <c:v>2.72758457669</c:v>
                </c:pt>
                <c:pt idx="730">
                  <c:v>2.7792630596799999</c:v>
                </c:pt>
                <c:pt idx="731">
                  <c:v>2.8194130157399999</c:v>
                </c:pt>
                <c:pt idx="732">
                  <c:v>2.8490360298300001</c:v>
                </c:pt>
                <c:pt idx="733">
                  <c:v>2.8690634125300001</c:v>
                </c:pt>
                <c:pt idx="734">
                  <c:v>2.8803606723900002</c:v>
                </c:pt>
                <c:pt idx="735">
                  <c:v>2.88373171913</c:v>
                </c:pt>
                <c:pt idx="736">
                  <c:v>2.8799228133899999</c:v>
                </c:pt>
                <c:pt idx="737">
                  <c:v>2.79934599087</c:v>
                </c:pt>
                <c:pt idx="738">
                  <c:v>2.88518094879</c:v>
                </c:pt>
                <c:pt idx="739">
                  <c:v>2.9559850284300002</c:v>
                </c:pt>
                <c:pt idx="740">
                  <c:v>2.8956258634399998</c:v>
                </c:pt>
                <c:pt idx="741">
                  <c:v>2.8341231864099998</c:v>
                </c:pt>
                <c:pt idx="742">
                  <c:v>2.6407877447199999</c:v>
                </c:pt>
                <c:pt idx="743">
                  <c:v>2.4307911035699998</c:v>
                </c:pt>
                <c:pt idx="744">
                  <c:v>2.2620974075900002</c:v>
                </c:pt>
                <c:pt idx="745">
                  <c:v>1.8937316444400001</c:v>
                </c:pt>
                <c:pt idx="746">
                  <c:v>1.5261165623699999</c:v>
                </c:pt>
                <c:pt idx="747">
                  <c:v>1.2325053970099999</c:v>
                </c:pt>
                <c:pt idx="748">
                  <c:v>0.86352644762200004</c:v>
                </c:pt>
                <c:pt idx="749">
                  <c:v>0.52760653047700001</c:v>
                </c:pt>
                <c:pt idx="750">
                  <c:v>0.222398671425</c:v>
                </c:pt>
                <c:pt idx="751">
                  <c:v>-5.4293810316800001E-2</c:v>
                </c:pt>
                <c:pt idx="752">
                  <c:v>-0.26208742392899997</c:v>
                </c:pt>
                <c:pt idx="753">
                  <c:v>-0.54936213941500001</c:v>
                </c:pt>
                <c:pt idx="754">
                  <c:v>-0.80799235546799997</c:v>
                </c:pt>
                <c:pt idx="755">
                  <c:v>-1.0400887867899999</c:v>
                </c:pt>
                <c:pt idx="756">
                  <c:v>-1.3922458577500001</c:v>
                </c:pt>
                <c:pt idx="757">
                  <c:v>-1.49816176402</c:v>
                </c:pt>
                <c:pt idx="758">
                  <c:v>-1.5904349579999999</c:v>
                </c:pt>
                <c:pt idx="759">
                  <c:v>-1.6701442372499999</c:v>
                </c:pt>
                <c:pt idx="760">
                  <c:v>-1.7382956223099999</c:v>
                </c:pt>
                <c:pt idx="761">
                  <c:v>-1.79582688947</c:v>
                </c:pt>
                <c:pt idx="762">
                  <c:v>-1.8436118344700001</c:v>
                </c:pt>
                <c:pt idx="763">
                  <c:v>-1.8824642827</c:v>
                </c:pt>
                <c:pt idx="764">
                  <c:v>-1.9131418603899999</c:v>
                </c:pt>
                <c:pt idx="765">
                  <c:v>-1.93634954059</c:v>
                </c:pt>
                <c:pt idx="766">
                  <c:v>-1.9098577939200001</c:v>
                </c:pt>
                <c:pt idx="767">
                  <c:v>-2.2296325553399998</c:v>
                </c:pt>
                <c:pt idx="768">
                  <c:v>-2.5136733898700001</c:v>
                </c:pt>
                <c:pt idx="769">
                  <c:v>-2.7647052195000001</c:v>
                </c:pt>
                <c:pt idx="770">
                  <c:v>-2.98527216985</c:v>
                </c:pt>
                <c:pt idx="771">
                  <c:v>-3.1777487237700002</c:v>
                </c:pt>
                <c:pt idx="772">
                  <c:v>-3.3443502171400001</c:v>
                </c:pt>
                <c:pt idx="773">
                  <c:v>-3.48714271436</c:v>
                </c:pt>
                <c:pt idx="774">
                  <c:v>-3.6080522991900001</c:v>
                </c:pt>
                <c:pt idx="775">
                  <c:v>-3.70887381427</c:v>
                </c:pt>
                <c:pt idx="776">
                  <c:v>-3.7912790812499999</c:v>
                </c:pt>
                <c:pt idx="777">
                  <c:v>-3.8568246312299999</c:v>
                </c:pt>
                <c:pt idx="778">
                  <c:v>-3.8978352326199999</c:v>
                </c:pt>
                <c:pt idx="779">
                  <c:v>-3.9048048802499999</c:v>
                </c:pt>
                <c:pt idx="780">
                  <c:v>-3.9018234302399999</c:v>
                </c:pt>
                <c:pt idx="781">
                  <c:v>-3.8898449463200002</c:v>
                </c:pt>
                <c:pt idx="782">
                  <c:v>-3.8697541011299998</c:v>
                </c:pt>
                <c:pt idx="783">
                  <c:v>-3.8423706753500002</c:v>
                </c:pt>
                <c:pt idx="784">
                  <c:v>-3.8084537831800001</c:v>
                </c:pt>
                <c:pt idx="785">
                  <c:v>-3.76870583979</c:v>
                </c:pt>
                <c:pt idx="786">
                  <c:v>-3.9467831213700002</c:v>
                </c:pt>
                <c:pt idx="787">
                  <c:v>-4.1440145982100001</c:v>
                </c:pt>
                <c:pt idx="788">
                  <c:v>-4.2055652611900003</c:v>
                </c:pt>
                <c:pt idx="789">
                  <c:v>-4.2512553768599997</c:v>
                </c:pt>
                <c:pt idx="790">
                  <c:v>-4.2824855987500001</c:v>
                </c:pt>
                <c:pt idx="791">
                  <c:v>-4.3005576844600002</c:v>
                </c:pt>
                <c:pt idx="792">
                  <c:v>-4.4240751416400004</c:v>
                </c:pt>
                <c:pt idx="793">
                  <c:v>-4.5253153905400003</c:v>
                </c:pt>
                <c:pt idx="794">
                  <c:v>-4.6061575808899997</c:v>
                </c:pt>
                <c:pt idx="795">
                  <c:v>-4.66835055589</c:v>
                </c:pt>
                <c:pt idx="796">
                  <c:v>-4.7135210927299998</c:v>
                </c:pt>
                <c:pt idx="797">
                  <c:v>-4.7431816493400003</c:v>
                </c:pt>
                <c:pt idx="798">
                  <c:v>-4.7587376458100001</c:v>
                </c:pt>
                <c:pt idx="799">
                  <c:v>-4.7614943074799996</c:v>
                </c:pt>
                <c:pt idx="800">
                  <c:v>-4.75266309519</c:v>
                </c:pt>
              </c:numCache>
            </c:numRef>
          </c:yVal>
          <c:smooth val="1"/>
          <c:extLst>
            <c:ext xmlns:c16="http://schemas.microsoft.com/office/drawing/2014/chart" uri="{C3380CC4-5D6E-409C-BE32-E72D297353CC}">
              <c16:uniqueId val="{00000000-0200-4AED-AF0C-51BF5C18EA68}"/>
            </c:ext>
          </c:extLst>
        </c:ser>
        <c:dLbls>
          <c:showLegendKey val="0"/>
          <c:showVal val="0"/>
          <c:showCatName val="0"/>
          <c:showSerName val="0"/>
          <c:showPercent val="0"/>
          <c:showBubbleSize val="0"/>
        </c:dLbls>
        <c:axId val="48650112"/>
        <c:axId val="48672768"/>
      </c:scatterChart>
      <c:valAx>
        <c:axId val="48672768"/>
        <c:scaling>
          <c:orientation val="minMax"/>
          <c:max val="6"/>
          <c:min val="-6"/>
        </c:scaling>
        <c:delete val="0"/>
        <c:axPos val="l"/>
        <c:title>
          <c:tx>
            <c:rich>
              <a:bodyPr/>
              <a:lstStyle/>
              <a:p>
                <a:r>
                  <a:rPr lang="en-US" sz="1650">
                    <a:solidFill>
                      <a:srgbClr val="617184"/>
                    </a:solidFill>
                    <a:latin typeface="Arial"/>
                    <a:ea typeface="Arial"/>
                    <a:cs typeface="Arial"/>
                  </a:rPr>
                  <a:t>Total (a.u.)</a:t>
                </a:r>
              </a:p>
            </c:rich>
          </c:tx>
          <c:overlay val="0"/>
        </c:title>
        <c:numFmt formatCode="0" sourceLinked="1"/>
        <c:majorTickMark val="none"/>
        <c:minorTickMark val="none"/>
        <c:tickLblPos val="nextTo"/>
        <c:spPr>
          <a:ln w="9525">
            <a:solidFill>
              <a:srgbClr val="D9E1E8"/>
            </a:solidFill>
          </a:ln>
        </c:spPr>
        <c:txPr>
          <a:bodyPr anchorCtr="1"/>
          <a:lstStyle/>
          <a:p>
            <a:pPr>
              <a:defRPr sz="1500">
                <a:solidFill>
                  <a:srgbClr val="617184"/>
                </a:solidFill>
                <a:latin typeface="Arial"/>
                <a:ea typeface="Arial"/>
                <a:cs typeface="Arial"/>
              </a:defRPr>
            </a:pPr>
            <a:endParaRPr lang="zh-CN"/>
          </a:p>
        </c:txPr>
        <c:crossAx val="48650112"/>
        <c:crosses val="autoZero"/>
        <c:crossBetween val="midCat"/>
        <c:majorUnit val="2"/>
      </c:valAx>
      <c:valAx>
        <c:axId val="48650112"/>
        <c:scaling>
          <c:orientation val="minMax"/>
          <c:max val="1.2"/>
          <c:min val="0.4"/>
        </c:scaling>
        <c:delete val="0"/>
        <c:axPos val="b"/>
        <c:title>
          <c:tx>
            <c:rich>
              <a:bodyPr/>
              <a:lstStyle/>
              <a:p>
                <a:r>
                  <a:rPr lang="en-US" sz="1650">
                    <a:solidFill>
                      <a:srgbClr val="617184"/>
                    </a:solidFill>
                    <a:latin typeface="Arial"/>
                    <a:ea typeface="Arial"/>
                    <a:cs typeface="Arial"/>
                  </a:rPr>
                  <a:t>Time (s)</a:t>
                </a:r>
              </a:p>
            </c:rich>
          </c:tx>
          <c:overlay val="0"/>
        </c:title>
        <c:numFmt formatCode="General" sourceLinked="1"/>
        <c:majorTickMark val="none"/>
        <c:minorTickMark val="none"/>
        <c:tickLblPos val="nextTo"/>
        <c:spPr>
          <a:ln w="9525">
            <a:solidFill>
              <a:srgbClr val="D9E1E8"/>
            </a:solidFill>
          </a:ln>
        </c:spPr>
        <c:txPr>
          <a:bodyPr anchorCtr="1"/>
          <a:lstStyle/>
          <a:p>
            <a:pPr>
              <a:defRPr sz="1500">
                <a:solidFill>
                  <a:srgbClr val="617184"/>
                </a:solidFill>
                <a:latin typeface="Arial"/>
                <a:ea typeface="Arial"/>
                <a:cs typeface="Arial"/>
              </a:defRPr>
            </a:pPr>
            <a:endParaRPr lang="zh-CN"/>
          </a:p>
        </c:txPr>
        <c:crossAx val="48672768"/>
        <c:crosses val="autoZero"/>
        <c:crossBetween val="midCat"/>
        <c:majorUnit val="0.4"/>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scatterChart>
        <c:scatterStyle val="lineMarker"/>
        <c:varyColors val="1"/>
        <c:ser>
          <c:idx val="0"/>
          <c:order val="0"/>
          <c:tx>
            <c:v>Ch1</c:v>
          </c:tx>
          <c:spPr>
            <a:ln w="20955">
              <a:solidFill>
                <a:srgbClr val="176B87"/>
              </a:solidFill>
            </a:ln>
          </c:spPr>
          <c:marker>
            <c:symbol val="none"/>
          </c:marker>
          <c:xVal>
            <c:numRef>
              <c:f>'Chart Data'!$A$2:$A$1251</c:f>
              <c:numCache>
                <c:formatCode>General</c:formatCode>
                <c:ptCount val="1250"/>
                <c:pt idx="0">
                  <c:v>0</c:v>
                </c:pt>
                <c:pt idx="1">
                  <c:v>4.0000000000000001E-3</c:v>
                </c:pt>
                <c:pt idx="2">
                  <c:v>8.0000000000000002E-3</c:v>
                </c:pt>
                <c:pt idx="3">
                  <c:v>1.2E-2</c:v>
                </c:pt>
                <c:pt idx="4">
                  <c:v>1.6E-2</c:v>
                </c:pt>
                <c:pt idx="5">
                  <c:v>0.02</c:v>
                </c:pt>
                <c:pt idx="6">
                  <c:v>2.4E-2</c:v>
                </c:pt>
                <c:pt idx="7">
                  <c:v>2.8000000000000001E-2</c:v>
                </c:pt>
                <c:pt idx="8">
                  <c:v>3.2000000000000001E-2</c:v>
                </c:pt>
                <c:pt idx="9">
                  <c:v>3.5999999999999997E-2</c:v>
                </c:pt>
                <c:pt idx="10">
                  <c:v>0.04</c:v>
                </c:pt>
                <c:pt idx="11">
                  <c:v>4.3999999999999997E-2</c:v>
                </c:pt>
                <c:pt idx="12">
                  <c:v>4.8000000000000001E-2</c:v>
                </c:pt>
                <c:pt idx="13">
                  <c:v>5.1999999999999998E-2</c:v>
                </c:pt>
                <c:pt idx="14">
                  <c:v>5.6000000000000001E-2</c:v>
                </c:pt>
                <c:pt idx="15">
                  <c:v>0.06</c:v>
                </c:pt>
                <c:pt idx="16">
                  <c:v>6.4000000000000001E-2</c:v>
                </c:pt>
                <c:pt idx="17">
                  <c:v>6.8000000000000005E-2</c:v>
                </c:pt>
                <c:pt idx="18">
                  <c:v>7.1999999999999995E-2</c:v>
                </c:pt>
                <c:pt idx="19">
                  <c:v>7.5999999999999998E-2</c:v>
                </c:pt>
                <c:pt idx="20">
                  <c:v>0.08</c:v>
                </c:pt>
                <c:pt idx="21">
                  <c:v>8.4000000000000005E-2</c:v>
                </c:pt>
                <c:pt idx="22">
                  <c:v>8.7999999999999995E-2</c:v>
                </c:pt>
                <c:pt idx="23">
                  <c:v>9.1999999999999998E-2</c:v>
                </c:pt>
                <c:pt idx="24">
                  <c:v>9.6000000000000002E-2</c:v>
                </c:pt>
                <c:pt idx="25">
                  <c:v>0.1</c:v>
                </c:pt>
                <c:pt idx="26">
                  <c:v>0.104</c:v>
                </c:pt>
                <c:pt idx="27">
                  <c:v>0.108</c:v>
                </c:pt>
                <c:pt idx="28">
                  <c:v>0.112</c:v>
                </c:pt>
                <c:pt idx="29">
                  <c:v>0.11600000000000001</c:v>
                </c:pt>
                <c:pt idx="30">
                  <c:v>0.12</c:v>
                </c:pt>
                <c:pt idx="31">
                  <c:v>0.124</c:v>
                </c:pt>
                <c:pt idx="32">
                  <c:v>0.128</c:v>
                </c:pt>
                <c:pt idx="33">
                  <c:v>0.13200000000000001</c:v>
                </c:pt>
                <c:pt idx="34">
                  <c:v>0.13600000000000001</c:v>
                </c:pt>
                <c:pt idx="35">
                  <c:v>0.14000000000000001</c:v>
                </c:pt>
                <c:pt idx="36">
                  <c:v>0.14399999999999999</c:v>
                </c:pt>
                <c:pt idx="37">
                  <c:v>0.14799999999999999</c:v>
                </c:pt>
                <c:pt idx="38">
                  <c:v>0.152</c:v>
                </c:pt>
                <c:pt idx="39">
                  <c:v>0.156</c:v>
                </c:pt>
                <c:pt idx="40">
                  <c:v>0.16</c:v>
                </c:pt>
                <c:pt idx="41">
                  <c:v>0.16400000000000001</c:v>
                </c:pt>
                <c:pt idx="42">
                  <c:v>0.16800000000000001</c:v>
                </c:pt>
                <c:pt idx="43">
                  <c:v>0.17199999999999999</c:v>
                </c:pt>
                <c:pt idx="44">
                  <c:v>0.17599999999999999</c:v>
                </c:pt>
                <c:pt idx="45">
                  <c:v>0.18</c:v>
                </c:pt>
                <c:pt idx="46">
                  <c:v>0.184</c:v>
                </c:pt>
                <c:pt idx="47">
                  <c:v>0.188</c:v>
                </c:pt>
                <c:pt idx="48">
                  <c:v>0.192</c:v>
                </c:pt>
                <c:pt idx="49">
                  <c:v>0.19600000000000001</c:v>
                </c:pt>
                <c:pt idx="50">
                  <c:v>0.2</c:v>
                </c:pt>
                <c:pt idx="51">
                  <c:v>0.20399999999999999</c:v>
                </c:pt>
                <c:pt idx="52">
                  <c:v>0.20799999999999999</c:v>
                </c:pt>
                <c:pt idx="53">
                  <c:v>0.21199999999999999</c:v>
                </c:pt>
                <c:pt idx="54">
                  <c:v>0.216</c:v>
                </c:pt>
                <c:pt idx="55">
                  <c:v>0.22</c:v>
                </c:pt>
                <c:pt idx="56">
                  <c:v>0.224</c:v>
                </c:pt>
                <c:pt idx="57">
                  <c:v>0.22800000000000001</c:v>
                </c:pt>
                <c:pt idx="58">
                  <c:v>0.23200000000000001</c:v>
                </c:pt>
                <c:pt idx="59">
                  <c:v>0.23599999999999999</c:v>
                </c:pt>
                <c:pt idx="60">
                  <c:v>0.24</c:v>
                </c:pt>
                <c:pt idx="61">
                  <c:v>0.24399999999999999</c:v>
                </c:pt>
                <c:pt idx="62">
                  <c:v>0.248</c:v>
                </c:pt>
                <c:pt idx="63">
                  <c:v>0.252</c:v>
                </c:pt>
                <c:pt idx="64">
                  <c:v>0.25600000000000001</c:v>
                </c:pt>
                <c:pt idx="65">
                  <c:v>0.26</c:v>
                </c:pt>
                <c:pt idx="66">
                  <c:v>0.26400000000000001</c:v>
                </c:pt>
                <c:pt idx="67">
                  <c:v>0.26800000000000002</c:v>
                </c:pt>
                <c:pt idx="68">
                  <c:v>0.27200000000000002</c:v>
                </c:pt>
                <c:pt idx="69">
                  <c:v>0.27600000000000002</c:v>
                </c:pt>
                <c:pt idx="70">
                  <c:v>0.28000000000000003</c:v>
                </c:pt>
                <c:pt idx="71">
                  <c:v>0.28399999999999997</c:v>
                </c:pt>
                <c:pt idx="72">
                  <c:v>0.28799999999999998</c:v>
                </c:pt>
                <c:pt idx="73">
                  <c:v>0.29199999999999998</c:v>
                </c:pt>
                <c:pt idx="74">
                  <c:v>0.29599999999999999</c:v>
                </c:pt>
                <c:pt idx="75">
                  <c:v>0.3</c:v>
                </c:pt>
                <c:pt idx="76">
                  <c:v>0.30399999999999999</c:v>
                </c:pt>
                <c:pt idx="77">
                  <c:v>0.308</c:v>
                </c:pt>
                <c:pt idx="78">
                  <c:v>0.312</c:v>
                </c:pt>
                <c:pt idx="79">
                  <c:v>0.316</c:v>
                </c:pt>
                <c:pt idx="80">
                  <c:v>0.32</c:v>
                </c:pt>
                <c:pt idx="81">
                  <c:v>0.32400000000000001</c:v>
                </c:pt>
                <c:pt idx="82">
                  <c:v>0.32800000000000001</c:v>
                </c:pt>
                <c:pt idx="83">
                  <c:v>0.33200000000000002</c:v>
                </c:pt>
                <c:pt idx="84">
                  <c:v>0.33600000000000002</c:v>
                </c:pt>
                <c:pt idx="85">
                  <c:v>0.34</c:v>
                </c:pt>
                <c:pt idx="86">
                  <c:v>0.34399999999999997</c:v>
                </c:pt>
                <c:pt idx="87">
                  <c:v>0.34799999999999998</c:v>
                </c:pt>
                <c:pt idx="88">
                  <c:v>0.35199999999999998</c:v>
                </c:pt>
                <c:pt idx="89">
                  <c:v>0.35599999999999998</c:v>
                </c:pt>
                <c:pt idx="90">
                  <c:v>0.36</c:v>
                </c:pt>
                <c:pt idx="91">
                  <c:v>0.36399999999999999</c:v>
                </c:pt>
                <c:pt idx="92">
                  <c:v>0.36799999999999999</c:v>
                </c:pt>
                <c:pt idx="93">
                  <c:v>0.372</c:v>
                </c:pt>
                <c:pt idx="94">
                  <c:v>0.376</c:v>
                </c:pt>
                <c:pt idx="95">
                  <c:v>0.38</c:v>
                </c:pt>
                <c:pt idx="96">
                  <c:v>0.38400000000000001</c:v>
                </c:pt>
                <c:pt idx="97">
                  <c:v>0.38800000000000001</c:v>
                </c:pt>
                <c:pt idx="98">
                  <c:v>0.39200000000000002</c:v>
                </c:pt>
                <c:pt idx="99">
                  <c:v>0.39600000000000002</c:v>
                </c:pt>
                <c:pt idx="100">
                  <c:v>0.4</c:v>
                </c:pt>
                <c:pt idx="101">
                  <c:v>0.40400000000000003</c:v>
                </c:pt>
                <c:pt idx="102">
                  <c:v>0.40799999999999997</c:v>
                </c:pt>
                <c:pt idx="103">
                  <c:v>0.41199999999999998</c:v>
                </c:pt>
                <c:pt idx="104">
                  <c:v>0.41599999999999998</c:v>
                </c:pt>
                <c:pt idx="105">
                  <c:v>0.42</c:v>
                </c:pt>
                <c:pt idx="106">
                  <c:v>0.42399999999999999</c:v>
                </c:pt>
                <c:pt idx="107">
                  <c:v>0.42799999999999999</c:v>
                </c:pt>
                <c:pt idx="108">
                  <c:v>0.432</c:v>
                </c:pt>
                <c:pt idx="109">
                  <c:v>0.436</c:v>
                </c:pt>
                <c:pt idx="110">
                  <c:v>0.44</c:v>
                </c:pt>
                <c:pt idx="111">
                  <c:v>0.44400000000000001</c:v>
                </c:pt>
                <c:pt idx="112">
                  <c:v>0.44800000000000001</c:v>
                </c:pt>
                <c:pt idx="113">
                  <c:v>0.45200000000000001</c:v>
                </c:pt>
                <c:pt idx="114">
                  <c:v>0.45600000000000002</c:v>
                </c:pt>
                <c:pt idx="115">
                  <c:v>0.46</c:v>
                </c:pt>
                <c:pt idx="116">
                  <c:v>0.46400000000000002</c:v>
                </c:pt>
                <c:pt idx="117">
                  <c:v>0.46800000000000003</c:v>
                </c:pt>
                <c:pt idx="118">
                  <c:v>0.47199999999999998</c:v>
                </c:pt>
                <c:pt idx="119">
                  <c:v>0.47599999999999998</c:v>
                </c:pt>
                <c:pt idx="120">
                  <c:v>0.48</c:v>
                </c:pt>
                <c:pt idx="121">
                  <c:v>0.48399999999999999</c:v>
                </c:pt>
                <c:pt idx="122">
                  <c:v>0.48799999999999999</c:v>
                </c:pt>
                <c:pt idx="123">
                  <c:v>0.49199999999999999</c:v>
                </c:pt>
                <c:pt idx="124">
                  <c:v>0.496</c:v>
                </c:pt>
                <c:pt idx="125">
                  <c:v>0.5</c:v>
                </c:pt>
                <c:pt idx="126">
                  <c:v>0.504</c:v>
                </c:pt>
                <c:pt idx="127">
                  <c:v>0.50800000000000001</c:v>
                </c:pt>
                <c:pt idx="128">
                  <c:v>0.51200000000000001</c:v>
                </c:pt>
                <c:pt idx="129">
                  <c:v>0.51600000000000001</c:v>
                </c:pt>
                <c:pt idx="130">
                  <c:v>0.52</c:v>
                </c:pt>
                <c:pt idx="131">
                  <c:v>0.52400000000000002</c:v>
                </c:pt>
                <c:pt idx="132">
                  <c:v>0.52800000000000002</c:v>
                </c:pt>
                <c:pt idx="133">
                  <c:v>0.53200000000000003</c:v>
                </c:pt>
                <c:pt idx="134">
                  <c:v>0.53600000000000003</c:v>
                </c:pt>
                <c:pt idx="135">
                  <c:v>0.54</c:v>
                </c:pt>
                <c:pt idx="136">
                  <c:v>0.54400000000000004</c:v>
                </c:pt>
                <c:pt idx="137">
                  <c:v>0.54800000000000004</c:v>
                </c:pt>
                <c:pt idx="138">
                  <c:v>0.55200000000000005</c:v>
                </c:pt>
                <c:pt idx="139">
                  <c:v>0.55600000000000005</c:v>
                </c:pt>
                <c:pt idx="140">
                  <c:v>0.56000000000000005</c:v>
                </c:pt>
                <c:pt idx="141">
                  <c:v>0.56399999999999995</c:v>
                </c:pt>
                <c:pt idx="142">
                  <c:v>0.56799999999999995</c:v>
                </c:pt>
                <c:pt idx="143">
                  <c:v>0.57199999999999995</c:v>
                </c:pt>
                <c:pt idx="144">
                  <c:v>0.57599999999999996</c:v>
                </c:pt>
                <c:pt idx="145">
                  <c:v>0.57999999999999996</c:v>
                </c:pt>
                <c:pt idx="146">
                  <c:v>0.58399999999999996</c:v>
                </c:pt>
                <c:pt idx="147">
                  <c:v>0.58799999999999997</c:v>
                </c:pt>
                <c:pt idx="148">
                  <c:v>0.59199999999999997</c:v>
                </c:pt>
                <c:pt idx="149">
                  <c:v>0.59599999999999997</c:v>
                </c:pt>
                <c:pt idx="150">
                  <c:v>0.6</c:v>
                </c:pt>
                <c:pt idx="151">
                  <c:v>0.60399999999999998</c:v>
                </c:pt>
                <c:pt idx="152">
                  <c:v>0.60799999999999998</c:v>
                </c:pt>
                <c:pt idx="153">
                  <c:v>0.61199999999999999</c:v>
                </c:pt>
                <c:pt idx="154">
                  <c:v>0.61599999999999999</c:v>
                </c:pt>
                <c:pt idx="155">
                  <c:v>0.62</c:v>
                </c:pt>
                <c:pt idx="156">
                  <c:v>0.624</c:v>
                </c:pt>
                <c:pt idx="157">
                  <c:v>0.628</c:v>
                </c:pt>
                <c:pt idx="158">
                  <c:v>0.63200000000000001</c:v>
                </c:pt>
                <c:pt idx="159">
                  <c:v>0.63600000000000001</c:v>
                </c:pt>
                <c:pt idx="160">
                  <c:v>0.64</c:v>
                </c:pt>
                <c:pt idx="161">
                  <c:v>0.64400000000000002</c:v>
                </c:pt>
                <c:pt idx="162">
                  <c:v>0.64800000000000002</c:v>
                </c:pt>
                <c:pt idx="163">
                  <c:v>0.65200000000000002</c:v>
                </c:pt>
                <c:pt idx="164">
                  <c:v>0.65600000000000003</c:v>
                </c:pt>
                <c:pt idx="165">
                  <c:v>0.66</c:v>
                </c:pt>
                <c:pt idx="166">
                  <c:v>0.66400000000000003</c:v>
                </c:pt>
                <c:pt idx="167">
                  <c:v>0.66800000000000004</c:v>
                </c:pt>
                <c:pt idx="168">
                  <c:v>0.67200000000000004</c:v>
                </c:pt>
                <c:pt idx="169">
                  <c:v>0.67600000000000005</c:v>
                </c:pt>
                <c:pt idx="170">
                  <c:v>0.68</c:v>
                </c:pt>
                <c:pt idx="171">
                  <c:v>0.68400000000000005</c:v>
                </c:pt>
                <c:pt idx="172">
                  <c:v>0.68799999999999994</c:v>
                </c:pt>
                <c:pt idx="173">
                  <c:v>0.69199999999999995</c:v>
                </c:pt>
                <c:pt idx="174">
                  <c:v>0.69599999999999995</c:v>
                </c:pt>
                <c:pt idx="175">
                  <c:v>0.7</c:v>
                </c:pt>
                <c:pt idx="176">
                  <c:v>0.70399999999999996</c:v>
                </c:pt>
                <c:pt idx="177">
                  <c:v>0.70799999999999996</c:v>
                </c:pt>
                <c:pt idx="178">
                  <c:v>0.71199999999999997</c:v>
                </c:pt>
                <c:pt idx="179">
                  <c:v>0.71599999999999997</c:v>
                </c:pt>
                <c:pt idx="180">
                  <c:v>0.72</c:v>
                </c:pt>
                <c:pt idx="181">
                  <c:v>0.72399999999999998</c:v>
                </c:pt>
                <c:pt idx="182">
                  <c:v>0.72799999999999998</c:v>
                </c:pt>
                <c:pt idx="183">
                  <c:v>0.73199999999999998</c:v>
                </c:pt>
                <c:pt idx="184">
                  <c:v>0.73599999999999999</c:v>
                </c:pt>
                <c:pt idx="185">
                  <c:v>0.74</c:v>
                </c:pt>
                <c:pt idx="186">
                  <c:v>0.74399999999999999</c:v>
                </c:pt>
                <c:pt idx="187">
                  <c:v>0.748</c:v>
                </c:pt>
                <c:pt idx="188">
                  <c:v>0.752</c:v>
                </c:pt>
                <c:pt idx="189">
                  <c:v>0.75600000000000001</c:v>
                </c:pt>
                <c:pt idx="190">
                  <c:v>0.76</c:v>
                </c:pt>
                <c:pt idx="191">
                  <c:v>0.76400000000000001</c:v>
                </c:pt>
                <c:pt idx="192">
                  <c:v>0.76800000000000002</c:v>
                </c:pt>
                <c:pt idx="193">
                  <c:v>0.77200000000000002</c:v>
                </c:pt>
                <c:pt idx="194">
                  <c:v>0.77600000000000002</c:v>
                </c:pt>
                <c:pt idx="195">
                  <c:v>0.78</c:v>
                </c:pt>
                <c:pt idx="196">
                  <c:v>0.78400000000000003</c:v>
                </c:pt>
                <c:pt idx="197">
                  <c:v>0.78800000000000003</c:v>
                </c:pt>
                <c:pt idx="198">
                  <c:v>0.79200000000000004</c:v>
                </c:pt>
                <c:pt idx="199">
                  <c:v>0.79600000000000004</c:v>
                </c:pt>
                <c:pt idx="200">
                  <c:v>0.8</c:v>
                </c:pt>
                <c:pt idx="201">
                  <c:v>0.80400000000000005</c:v>
                </c:pt>
                <c:pt idx="202">
                  <c:v>0.80800000000000005</c:v>
                </c:pt>
                <c:pt idx="203">
                  <c:v>0.81200000000000006</c:v>
                </c:pt>
                <c:pt idx="204">
                  <c:v>0.81599999999999995</c:v>
                </c:pt>
                <c:pt idx="205">
                  <c:v>0.82</c:v>
                </c:pt>
                <c:pt idx="206">
                  <c:v>0.82399999999999995</c:v>
                </c:pt>
                <c:pt idx="207">
                  <c:v>0.82799999999999996</c:v>
                </c:pt>
                <c:pt idx="208">
                  <c:v>0.83199999999999996</c:v>
                </c:pt>
                <c:pt idx="209">
                  <c:v>0.83599999999999997</c:v>
                </c:pt>
                <c:pt idx="210">
                  <c:v>0.84</c:v>
                </c:pt>
                <c:pt idx="211">
                  <c:v>0.84399999999999997</c:v>
                </c:pt>
                <c:pt idx="212">
                  <c:v>0.84799999999999998</c:v>
                </c:pt>
                <c:pt idx="213">
                  <c:v>0.85199999999999998</c:v>
                </c:pt>
                <c:pt idx="214">
                  <c:v>0.85599999999999998</c:v>
                </c:pt>
                <c:pt idx="215">
                  <c:v>0.86</c:v>
                </c:pt>
                <c:pt idx="216">
                  <c:v>0.86399999999999999</c:v>
                </c:pt>
                <c:pt idx="217">
                  <c:v>0.86799999999999999</c:v>
                </c:pt>
                <c:pt idx="218">
                  <c:v>0.872</c:v>
                </c:pt>
                <c:pt idx="219">
                  <c:v>0.876</c:v>
                </c:pt>
                <c:pt idx="220">
                  <c:v>0.88</c:v>
                </c:pt>
                <c:pt idx="221">
                  <c:v>0.88400000000000001</c:v>
                </c:pt>
                <c:pt idx="222">
                  <c:v>0.88800000000000001</c:v>
                </c:pt>
                <c:pt idx="223">
                  <c:v>0.89200000000000002</c:v>
                </c:pt>
                <c:pt idx="224">
                  <c:v>0.89600000000000002</c:v>
                </c:pt>
                <c:pt idx="225">
                  <c:v>0.9</c:v>
                </c:pt>
                <c:pt idx="226">
                  <c:v>0.90400000000000003</c:v>
                </c:pt>
                <c:pt idx="227">
                  <c:v>0.90800000000000003</c:v>
                </c:pt>
                <c:pt idx="228">
                  <c:v>0.91200000000000003</c:v>
                </c:pt>
                <c:pt idx="229">
                  <c:v>0.91600000000000004</c:v>
                </c:pt>
                <c:pt idx="230">
                  <c:v>0.92</c:v>
                </c:pt>
                <c:pt idx="231">
                  <c:v>0.92400000000000004</c:v>
                </c:pt>
                <c:pt idx="232">
                  <c:v>0.92800000000000005</c:v>
                </c:pt>
                <c:pt idx="233">
                  <c:v>0.93200000000000005</c:v>
                </c:pt>
                <c:pt idx="234">
                  <c:v>0.93600000000000005</c:v>
                </c:pt>
                <c:pt idx="235">
                  <c:v>0.94</c:v>
                </c:pt>
                <c:pt idx="236">
                  <c:v>0.94399999999999995</c:v>
                </c:pt>
                <c:pt idx="237">
                  <c:v>0.94799999999999995</c:v>
                </c:pt>
                <c:pt idx="238">
                  <c:v>0.95199999999999996</c:v>
                </c:pt>
                <c:pt idx="239">
                  <c:v>0.95599999999999996</c:v>
                </c:pt>
                <c:pt idx="240">
                  <c:v>0.96</c:v>
                </c:pt>
                <c:pt idx="241">
                  <c:v>0.96399999999999997</c:v>
                </c:pt>
                <c:pt idx="242">
                  <c:v>0.96799999999999997</c:v>
                </c:pt>
                <c:pt idx="243">
                  <c:v>0.97199999999999998</c:v>
                </c:pt>
                <c:pt idx="244">
                  <c:v>0.97599999999999998</c:v>
                </c:pt>
                <c:pt idx="245">
                  <c:v>0.98</c:v>
                </c:pt>
                <c:pt idx="246">
                  <c:v>0.98399999999999999</c:v>
                </c:pt>
                <c:pt idx="247">
                  <c:v>0.98799999999999999</c:v>
                </c:pt>
                <c:pt idx="248">
                  <c:v>0.99199999999999999</c:v>
                </c:pt>
                <c:pt idx="249">
                  <c:v>0.996</c:v>
                </c:pt>
                <c:pt idx="250">
                  <c:v>1</c:v>
                </c:pt>
                <c:pt idx="251">
                  <c:v>1.004</c:v>
                </c:pt>
                <c:pt idx="252">
                  <c:v>1.008</c:v>
                </c:pt>
                <c:pt idx="253">
                  <c:v>1.012</c:v>
                </c:pt>
                <c:pt idx="254">
                  <c:v>1.016</c:v>
                </c:pt>
                <c:pt idx="255">
                  <c:v>1.02</c:v>
                </c:pt>
                <c:pt idx="256">
                  <c:v>1.024</c:v>
                </c:pt>
                <c:pt idx="257">
                  <c:v>1.028</c:v>
                </c:pt>
                <c:pt idx="258">
                  <c:v>1.032</c:v>
                </c:pt>
                <c:pt idx="259">
                  <c:v>1.036</c:v>
                </c:pt>
                <c:pt idx="260">
                  <c:v>1.04</c:v>
                </c:pt>
                <c:pt idx="261">
                  <c:v>1.044</c:v>
                </c:pt>
                <c:pt idx="262">
                  <c:v>1.048</c:v>
                </c:pt>
                <c:pt idx="263">
                  <c:v>1.052</c:v>
                </c:pt>
                <c:pt idx="264">
                  <c:v>1.056</c:v>
                </c:pt>
                <c:pt idx="265">
                  <c:v>1.06</c:v>
                </c:pt>
                <c:pt idx="266">
                  <c:v>1.0640000000000001</c:v>
                </c:pt>
                <c:pt idx="267">
                  <c:v>1.0680000000000001</c:v>
                </c:pt>
                <c:pt idx="268">
                  <c:v>1.0720000000000001</c:v>
                </c:pt>
                <c:pt idx="269">
                  <c:v>1.0760000000000001</c:v>
                </c:pt>
                <c:pt idx="270">
                  <c:v>1.08</c:v>
                </c:pt>
                <c:pt idx="271">
                  <c:v>1.0840000000000001</c:v>
                </c:pt>
                <c:pt idx="272">
                  <c:v>1.0880000000000001</c:v>
                </c:pt>
                <c:pt idx="273">
                  <c:v>1.0920000000000001</c:v>
                </c:pt>
                <c:pt idx="274">
                  <c:v>1.0960000000000001</c:v>
                </c:pt>
                <c:pt idx="275">
                  <c:v>1.1000000000000001</c:v>
                </c:pt>
                <c:pt idx="276">
                  <c:v>1.1040000000000001</c:v>
                </c:pt>
                <c:pt idx="277">
                  <c:v>1.1080000000000001</c:v>
                </c:pt>
                <c:pt idx="278">
                  <c:v>1.1120000000000001</c:v>
                </c:pt>
                <c:pt idx="279">
                  <c:v>1.1160000000000001</c:v>
                </c:pt>
                <c:pt idx="280">
                  <c:v>1.1200000000000001</c:v>
                </c:pt>
                <c:pt idx="281">
                  <c:v>1.1240000000000001</c:v>
                </c:pt>
                <c:pt idx="282">
                  <c:v>1.1279999999999999</c:v>
                </c:pt>
                <c:pt idx="283">
                  <c:v>1.1319999999999999</c:v>
                </c:pt>
                <c:pt idx="284">
                  <c:v>1.1359999999999999</c:v>
                </c:pt>
                <c:pt idx="285">
                  <c:v>1.1399999999999999</c:v>
                </c:pt>
                <c:pt idx="286">
                  <c:v>1.1439999999999999</c:v>
                </c:pt>
                <c:pt idx="287">
                  <c:v>1.1479999999999999</c:v>
                </c:pt>
                <c:pt idx="288">
                  <c:v>1.1519999999999999</c:v>
                </c:pt>
                <c:pt idx="289">
                  <c:v>1.1559999999999999</c:v>
                </c:pt>
                <c:pt idx="290">
                  <c:v>1.1599999999999999</c:v>
                </c:pt>
                <c:pt idx="291">
                  <c:v>1.1639999999999999</c:v>
                </c:pt>
                <c:pt idx="292">
                  <c:v>1.1679999999999999</c:v>
                </c:pt>
                <c:pt idx="293">
                  <c:v>1.1719999999999999</c:v>
                </c:pt>
                <c:pt idx="294">
                  <c:v>1.1759999999999999</c:v>
                </c:pt>
                <c:pt idx="295">
                  <c:v>1.18</c:v>
                </c:pt>
                <c:pt idx="296">
                  <c:v>1.1839999999999999</c:v>
                </c:pt>
                <c:pt idx="297">
                  <c:v>1.1879999999999999</c:v>
                </c:pt>
                <c:pt idx="298">
                  <c:v>1.1919999999999999</c:v>
                </c:pt>
                <c:pt idx="299">
                  <c:v>1.196</c:v>
                </c:pt>
                <c:pt idx="300">
                  <c:v>1.2</c:v>
                </c:pt>
                <c:pt idx="301">
                  <c:v>1.204</c:v>
                </c:pt>
                <c:pt idx="302">
                  <c:v>1.208</c:v>
                </c:pt>
                <c:pt idx="303">
                  <c:v>1.212</c:v>
                </c:pt>
                <c:pt idx="304">
                  <c:v>1.216</c:v>
                </c:pt>
                <c:pt idx="305">
                  <c:v>1.22</c:v>
                </c:pt>
                <c:pt idx="306">
                  <c:v>1.224</c:v>
                </c:pt>
                <c:pt idx="307">
                  <c:v>1.228</c:v>
                </c:pt>
                <c:pt idx="308">
                  <c:v>1.232</c:v>
                </c:pt>
                <c:pt idx="309">
                  <c:v>1.236</c:v>
                </c:pt>
                <c:pt idx="310">
                  <c:v>1.24</c:v>
                </c:pt>
                <c:pt idx="311">
                  <c:v>1.244</c:v>
                </c:pt>
                <c:pt idx="312">
                  <c:v>1.248</c:v>
                </c:pt>
                <c:pt idx="313">
                  <c:v>1.252</c:v>
                </c:pt>
                <c:pt idx="314">
                  <c:v>1.256</c:v>
                </c:pt>
                <c:pt idx="315">
                  <c:v>1.26</c:v>
                </c:pt>
                <c:pt idx="316">
                  <c:v>1.264</c:v>
                </c:pt>
                <c:pt idx="317">
                  <c:v>1.268</c:v>
                </c:pt>
                <c:pt idx="318">
                  <c:v>1.272</c:v>
                </c:pt>
                <c:pt idx="319">
                  <c:v>1.276</c:v>
                </c:pt>
                <c:pt idx="320">
                  <c:v>1.28</c:v>
                </c:pt>
                <c:pt idx="321">
                  <c:v>1.284</c:v>
                </c:pt>
                <c:pt idx="322">
                  <c:v>1.288</c:v>
                </c:pt>
                <c:pt idx="323">
                  <c:v>1.292</c:v>
                </c:pt>
                <c:pt idx="324">
                  <c:v>1.296</c:v>
                </c:pt>
                <c:pt idx="325">
                  <c:v>1.3</c:v>
                </c:pt>
                <c:pt idx="326">
                  <c:v>1.304</c:v>
                </c:pt>
                <c:pt idx="327">
                  <c:v>1.3080000000000001</c:v>
                </c:pt>
                <c:pt idx="328">
                  <c:v>1.3120000000000001</c:v>
                </c:pt>
                <c:pt idx="329">
                  <c:v>1.3160000000000001</c:v>
                </c:pt>
                <c:pt idx="330">
                  <c:v>1.32</c:v>
                </c:pt>
                <c:pt idx="331">
                  <c:v>1.3240000000000001</c:v>
                </c:pt>
                <c:pt idx="332">
                  <c:v>1.3280000000000001</c:v>
                </c:pt>
                <c:pt idx="333">
                  <c:v>1.3320000000000001</c:v>
                </c:pt>
                <c:pt idx="334">
                  <c:v>1.3360000000000001</c:v>
                </c:pt>
                <c:pt idx="335">
                  <c:v>1.34</c:v>
                </c:pt>
                <c:pt idx="336">
                  <c:v>1.3440000000000001</c:v>
                </c:pt>
                <c:pt idx="337">
                  <c:v>1.3480000000000001</c:v>
                </c:pt>
                <c:pt idx="338">
                  <c:v>1.3520000000000001</c:v>
                </c:pt>
                <c:pt idx="339">
                  <c:v>1.3560000000000001</c:v>
                </c:pt>
                <c:pt idx="340">
                  <c:v>1.36</c:v>
                </c:pt>
                <c:pt idx="341">
                  <c:v>1.3640000000000001</c:v>
                </c:pt>
                <c:pt idx="342">
                  <c:v>1.3680000000000001</c:v>
                </c:pt>
                <c:pt idx="343">
                  <c:v>1.3720000000000001</c:v>
                </c:pt>
                <c:pt idx="344">
                  <c:v>1.3759999999999999</c:v>
                </c:pt>
                <c:pt idx="345">
                  <c:v>1.38</c:v>
                </c:pt>
                <c:pt idx="346">
                  <c:v>1.3839999999999999</c:v>
                </c:pt>
                <c:pt idx="347">
                  <c:v>1.3879999999999999</c:v>
                </c:pt>
                <c:pt idx="348">
                  <c:v>1.3919999999999999</c:v>
                </c:pt>
                <c:pt idx="349">
                  <c:v>1.3959999999999999</c:v>
                </c:pt>
                <c:pt idx="350">
                  <c:v>1.4</c:v>
                </c:pt>
                <c:pt idx="351">
                  <c:v>1.4039999999999999</c:v>
                </c:pt>
                <c:pt idx="352">
                  <c:v>1.4079999999999999</c:v>
                </c:pt>
                <c:pt idx="353">
                  <c:v>1.4119999999999999</c:v>
                </c:pt>
                <c:pt idx="354">
                  <c:v>1.4159999999999999</c:v>
                </c:pt>
                <c:pt idx="355">
                  <c:v>1.42</c:v>
                </c:pt>
                <c:pt idx="356">
                  <c:v>1.4239999999999999</c:v>
                </c:pt>
                <c:pt idx="357">
                  <c:v>1.4279999999999999</c:v>
                </c:pt>
                <c:pt idx="358">
                  <c:v>1.4319999999999999</c:v>
                </c:pt>
                <c:pt idx="359">
                  <c:v>1.4359999999999999</c:v>
                </c:pt>
                <c:pt idx="360">
                  <c:v>1.44</c:v>
                </c:pt>
                <c:pt idx="361">
                  <c:v>1.444</c:v>
                </c:pt>
                <c:pt idx="362">
                  <c:v>1.448</c:v>
                </c:pt>
                <c:pt idx="363">
                  <c:v>1.452</c:v>
                </c:pt>
                <c:pt idx="364">
                  <c:v>1.456</c:v>
                </c:pt>
                <c:pt idx="365">
                  <c:v>1.46</c:v>
                </c:pt>
                <c:pt idx="366">
                  <c:v>1.464</c:v>
                </c:pt>
                <c:pt idx="367">
                  <c:v>1.468</c:v>
                </c:pt>
                <c:pt idx="368">
                  <c:v>1.472</c:v>
                </c:pt>
                <c:pt idx="369">
                  <c:v>1.476</c:v>
                </c:pt>
                <c:pt idx="370">
                  <c:v>1.48</c:v>
                </c:pt>
                <c:pt idx="371">
                  <c:v>1.484</c:v>
                </c:pt>
                <c:pt idx="372">
                  <c:v>1.488</c:v>
                </c:pt>
                <c:pt idx="373">
                  <c:v>1.492</c:v>
                </c:pt>
                <c:pt idx="374">
                  <c:v>1.496</c:v>
                </c:pt>
                <c:pt idx="375">
                  <c:v>1.5</c:v>
                </c:pt>
                <c:pt idx="376">
                  <c:v>1.504</c:v>
                </c:pt>
                <c:pt idx="377">
                  <c:v>1.508</c:v>
                </c:pt>
                <c:pt idx="378">
                  <c:v>1.512</c:v>
                </c:pt>
                <c:pt idx="379">
                  <c:v>1.516</c:v>
                </c:pt>
                <c:pt idx="380">
                  <c:v>1.52</c:v>
                </c:pt>
                <c:pt idx="381">
                  <c:v>1.524</c:v>
                </c:pt>
                <c:pt idx="382">
                  <c:v>1.528</c:v>
                </c:pt>
                <c:pt idx="383">
                  <c:v>1.532</c:v>
                </c:pt>
                <c:pt idx="384">
                  <c:v>1.536</c:v>
                </c:pt>
                <c:pt idx="385">
                  <c:v>1.54</c:v>
                </c:pt>
                <c:pt idx="386">
                  <c:v>1.544</c:v>
                </c:pt>
                <c:pt idx="387">
                  <c:v>1.548</c:v>
                </c:pt>
                <c:pt idx="388">
                  <c:v>1.552</c:v>
                </c:pt>
                <c:pt idx="389">
                  <c:v>1.556</c:v>
                </c:pt>
                <c:pt idx="390">
                  <c:v>1.56</c:v>
                </c:pt>
                <c:pt idx="391">
                  <c:v>1.5640000000000001</c:v>
                </c:pt>
                <c:pt idx="392">
                  <c:v>1.5680000000000001</c:v>
                </c:pt>
                <c:pt idx="393">
                  <c:v>1.5720000000000001</c:v>
                </c:pt>
                <c:pt idx="394">
                  <c:v>1.5760000000000001</c:v>
                </c:pt>
                <c:pt idx="395">
                  <c:v>1.58</c:v>
                </c:pt>
                <c:pt idx="396">
                  <c:v>1.5840000000000001</c:v>
                </c:pt>
                <c:pt idx="397">
                  <c:v>1.5880000000000001</c:v>
                </c:pt>
                <c:pt idx="398">
                  <c:v>1.5920000000000001</c:v>
                </c:pt>
                <c:pt idx="399">
                  <c:v>1.5960000000000001</c:v>
                </c:pt>
                <c:pt idx="400">
                  <c:v>1.6</c:v>
                </c:pt>
                <c:pt idx="401">
                  <c:v>1.6040000000000001</c:v>
                </c:pt>
                <c:pt idx="402">
                  <c:v>1.6080000000000001</c:v>
                </c:pt>
                <c:pt idx="403">
                  <c:v>1.6120000000000001</c:v>
                </c:pt>
                <c:pt idx="404">
                  <c:v>1.6160000000000001</c:v>
                </c:pt>
                <c:pt idx="405">
                  <c:v>1.62</c:v>
                </c:pt>
                <c:pt idx="406">
                  <c:v>1.6240000000000001</c:v>
                </c:pt>
                <c:pt idx="407">
                  <c:v>1.6279999999999999</c:v>
                </c:pt>
                <c:pt idx="408">
                  <c:v>1.6319999999999999</c:v>
                </c:pt>
                <c:pt idx="409">
                  <c:v>1.6359999999999999</c:v>
                </c:pt>
                <c:pt idx="410">
                  <c:v>1.64</c:v>
                </c:pt>
                <c:pt idx="411">
                  <c:v>1.6439999999999999</c:v>
                </c:pt>
                <c:pt idx="412">
                  <c:v>1.6479999999999999</c:v>
                </c:pt>
                <c:pt idx="413">
                  <c:v>1.6519999999999999</c:v>
                </c:pt>
                <c:pt idx="414">
                  <c:v>1.6559999999999999</c:v>
                </c:pt>
                <c:pt idx="415">
                  <c:v>1.66</c:v>
                </c:pt>
                <c:pt idx="416">
                  <c:v>1.6639999999999999</c:v>
                </c:pt>
                <c:pt idx="417">
                  <c:v>1.6679999999999999</c:v>
                </c:pt>
                <c:pt idx="418">
                  <c:v>1.6719999999999999</c:v>
                </c:pt>
                <c:pt idx="419">
                  <c:v>1.6759999999999999</c:v>
                </c:pt>
                <c:pt idx="420">
                  <c:v>1.68</c:v>
                </c:pt>
                <c:pt idx="421">
                  <c:v>1.6839999999999999</c:v>
                </c:pt>
                <c:pt idx="422">
                  <c:v>1.6879999999999999</c:v>
                </c:pt>
                <c:pt idx="423">
                  <c:v>1.6919999999999999</c:v>
                </c:pt>
                <c:pt idx="424">
                  <c:v>1.696</c:v>
                </c:pt>
                <c:pt idx="425">
                  <c:v>1.7</c:v>
                </c:pt>
                <c:pt idx="426">
                  <c:v>1.704</c:v>
                </c:pt>
                <c:pt idx="427">
                  <c:v>1.708</c:v>
                </c:pt>
                <c:pt idx="428">
                  <c:v>1.712</c:v>
                </c:pt>
                <c:pt idx="429">
                  <c:v>1.716</c:v>
                </c:pt>
                <c:pt idx="430">
                  <c:v>1.72</c:v>
                </c:pt>
                <c:pt idx="431">
                  <c:v>1.724</c:v>
                </c:pt>
                <c:pt idx="432">
                  <c:v>1.728</c:v>
                </c:pt>
                <c:pt idx="433">
                  <c:v>1.732</c:v>
                </c:pt>
                <c:pt idx="434">
                  <c:v>1.736</c:v>
                </c:pt>
                <c:pt idx="435">
                  <c:v>1.74</c:v>
                </c:pt>
                <c:pt idx="436">
                  <c:v>1.744</c:v>
                </c:pt>
                <c:pt idx="437">
                  <c:v>1.748</c:v>
                </c:pt>
                <c:pt idx="438">
                  <c:v>1.752</c:v>
                </c:pt>
                <c:pt idx="439">
                  <c:v>1.756</c:v>
                </c:pt>
                <c:pt idx="440">
                  <c:v>1.76</c:v>
                </c:pt>
                <c:pt idx="441">
                  <c:v>1.764</c:v>
                </c:pt>
                <c:pt idx="442">
                  <c:v>1.768</c:v>
                </c:pt>
                <c:pt idx="443">
                  <c:v>1.772</c:v>
                </c:pt>
                <c:pt idx="444">
                  <c:v>1.776</c:v>
                </c:pt>
                <c:pt idx="445">
                  <c:v>1.78</c:v>
                </c:pt>
                <c:pt idx="446">
                  <c:v>1.784</c:v>
                </c:pt>
                <c:pt idx="447">
                  <c:v>1.788</c:v>
                </c:pt>
                <c:pt idx="448">
                  <c:v>1.792</c:v>
                </c:pt>
                <c:pt idx="449">
                  <c:v>1.796</c:v>
                </c:pt>
                <c:pt idx="450">
                  <c:v>1.8</c:v>
                </c:pt>
                <c:pt idx="451">
                  <c:v>1.804</c:v>
                </c:pt>
                <c:pt idx="452">
                  <c:v>1.8080000000000001</c:v>
                </c:pt>
                <c:pt idx="453">
                  <c:v>1.8120000000000001</c:v>
                </c:pt>
                <c:pt idx="454">
                  <c:v>1.8160000000000001</c:v>
                </c:pt>
                <c:pt idx="455">
                  <c:v>1.82</c:v>
                </c:pt>
                <c:pt idx="456">
                  <c:v>1.8240000000000001</c:v>
                </c:pt>
                <c:pt idx="457">
                  <c:v>1.8280000000000001</c:v>
                </c:pt>
                <c:pt idx="458">
                  <c:v>1.8320000000000001</c:v>
                </c:pt>
                <c:pt idx="459">
                  <c:v>1.8360000000000001</c:v>
                </c:pt>
                <c:pt idx="460">
                  <c:v>1.84</c:v>
                </c:pt>
                <c:pt idx="461">
                  <c:v>1.8440000000000001</c:v>
                </c:pt>
                <c:pt idx="462">
                  <c:v>1.8480000000000001</c:v>
                </c:pt>
                <c:pt idx="463">
                  <c:v>1.8520000000000001</c:v>
                </c:pt>
                <c:pt idx="464">
                  <c:v>1.8560000000000001</c:v>
                </c:pt>
                <c:pt idx="465">
                  <c:v>1.86</c:v>
                </c:pt>
                <c:pt idx="466">
                  <c:v>1.8640000000000001</c:v>
                </c:pt>
                <c:pt idx="467">
                  <c:v>1.8680000000000001</c:v>
                </c:pt>
                <c:pt idx="468">
                  <c:v>1.8720000000000001</c:v>
                </c:pt>
                <c:pt idx="469">
                  <c:v>1.8759999999999999</c:v>
                </c:pt>
                <c:pt idx="470">
                  <c:v>1.88</c:v>
                </c:pt>
                <c:pt idx="471">
                  <c:v>1.8839999999999999</c:v>
                </c:pt>
                <c:pt idx="472">
                  <c:v>1.8879999999999999</c:v>
                </c:pt>
                <c:pt idx="473">
                  <c:v>1.8919999999999999</c:v>
                </c:pt>
                <c:pt idx="474">
                  <c:v>1.8959999999999999</c:v>
                </c:pt>
                <c:pt idx="475">
                  <c:v>1.9</c:v>
                </c:pt>
                <c:pt idx="476">
                  <c:v>1.9039999999999999</c:v>
                </c:pt>
                <c:pt idx="477">
                  <c:v>1.9079999999999999</c:v>
                </c:pt>
                <c:pt idx="478">
                  <c:v>1.9119999999999999</c:v>
                </c:pt>
                <c:pt idx="479">
                  <c:v>1.9159999999999999</c:v>
                </c:pt>
                <c:pt idx="480">
                  <c:v>1.92</c:v>
                </c:pt>
                <c:pt idx="481">
                  <c:v>1.9239999999999999</c:v>
                </c:pt>
                <c:pt idx="482">
                  <c:v>1.9279999999999999</c:v>
                </c:pt>
                <c:pt idx="483">
                  <c:v>1.9319999999999999</c:v>
                </c:pt>
                <c:pt idx="484">
                  <c:v>1.9359999999999999</c:v>
                </c:pt>
                <c:pt idx="485">
                  <c:v>1.94</c:v>
                </c:pt>
                <c:pt idx="486">
                  <c:v>1.944</c:v>
                </c:pt>
                <c:pt idx="487">
                  <c:v>1.948</c:v>
                </c:pt>
                <c:pt idx="488">
                  <c:v>1.952</c:v>
                </c:pt>
                <c:pt idx="489">
                  <c:v>1.956</c:v>
                </c:pt>
                <c:pt idx="490">
                  <c:v>1.96</c:v>
                </c:pt>
                <c:pt idx="491">
                  <c:v>1.964</c:v>
                </c:pt>
                <c:pt idx="492">
                  <c:v>1.968</c:v>
                </c:pt>
                <c:pt idx="493">
                  <c:v>1.972</c:v>
                </c:pt>
                <c:pt idx="494">
                  <c:v>1.976</c:v>
                </c:pt>
                <c:pt idx="495">
                  <c:v>1.98</c:v>
                </c:pt>
                <c:pt idx="496">
                  <c:v>1.984</c:v>
                </c:pt>
                <c:pt idx="497">
                  <c:v>1.988</c:v>
                </c:pt>
                <c:pt idx="498">
                  <c:v>1.992</c:v>
                </c:pt>
                <c:pt idx="499">
                  <c:v>1.996</c:v>
                </c:pt>
                <c:pt idx="500">
                  <c:v>2</c:v>
                </c:pt>
                <c:pt idx="501">
                  <c:v>2.004</c:v>
                </c:pt>
                <c:pt idx="502">
                  <c:v>2.008</c:v>
                </c:pt>
                <c:pt idx="503">
                  <c:v>2.012</c:v>
                </c:pt>
                <c:pt idx="504">
                  <c:v>2.016</c:v>
                </c:pt>
                <c:pt idx="505">
                  <c:v>2.02</c:v>
                </c:pt>
                <c:pt idx="506">
                  <c:v>2.024</c:v>
                </c:pt>
                <c:pt idx="507">
                  <c:v>2.028</c:v>
                </c:pt>
                <c:pt idx="508">
                  <c:v>2.032</c:v>
                </c:pt>
                <c:pt idx="509">
                  <c:v>2.036</c:v>
                </c:pt>
                <c:pt idx="510">
                  <c:v>2.04</c:v>
                </c:pt>
                <c:pt idx="511">
                  <c:v>2.044</c:v>
                </c:pt>
                <c:pt idx="512">
                  <c:v>2.048</c:v>
                </c:pt>
                <c:pt idx="513">
                  <c:v>2.052</c:v>
                </c:pt>
                <c:pt idx="514">
                  <c:v>2.056</c:v>
                </c:pt>
                <c:pt idx="515">
                  <c:v>2.06</c:v>
                </c:pt>
                <c:pt idx="516">
                  <c:v>2.0640000000000001</c:v>
                </c:pt>
                <c:pt idx="517">
                  <c:v>2.0680000000000001</c:v>
                </c:pt>
                <c:pt idx="518">
                  <c:v>2.0720000000000001</c:v>
                </c:pt>
                <c:pt idx="519">
                  <c:v>2.0760000000000001</c:v>
                </c:pt>
                <c:pt idx="520">
                  <c:v>2.08</c:v>
                </c:pt>
                <c:pt idx="521">
                  <c:v>2.0840000000000001</c:v>
                </c:pt>
                <c:pt idx="522">
                  <c:v>2.0880000000000001</c:v>
                </c:pt>
                <c:pt idx="523">
                  <c:v>2.0920000000000001</c:v>
                </c:pt>
                <c:pt idx="524">
                  <c:v>2.0960000000000001</c:v>
                </c:pt>
                <c:pt idx="525">
                  <c:v>2.1</c:v>
                </c:pt>
                <c:pt idx="526">
                  <c:v>2.1040000000000001</c:v>
                </c:pt>
                <c:pt idx="527">
                  <c:v>2.1080000000000001</c:v>
                </c:pt>
                <c:pt idx="528">
                  <c:v>2.1120000000000001</c:v>
                </c:pt>
                <c:pt idx="529">
                  <c:v>2.1160000000000001</c:v>
                </c:pt>
                <c:pt idx="530">
                  <c:v>2.12</c:v>
                </c:pt>
                <c:pt idx="531">
                  <c:v>2.1240000000000001</c:v>
                </c:pt>
                <c:pt idx="532">
                  <c:v>2.1280000000000001</c:v>
                </c:pt>
                <c:pt idx="533">
                  <c:v>2.1320000000000001</c:v>
                </c:pt>
                <c:pt idx="534">
                  <c:v>2.1360000000000001</c:v>
                </c:pt>
                <c:pt idx="535">
                  <c:v>2.14</c:v>
                </c:pt>
                <c:pt idx="536">
                  <c:v>2.1440000000000001</c:v>
                </c:pt>
                <c:pt idx="537">
                  <c:v>2.1480000000000001</c:v>
                </c:pt>
                <c:pt idx="538">
                  <c:v>2.1520000000000001</c:v>
                </c:pt>
                <c:pt idx="539">
                  <c:v>2.1560000000000001</c:v>
                </c:pt>
                <c:pt idx="540">
                  <c:v>2.16</c:v>
                </c:pt>
                <c:pt idx="541">
                  <c:v>2.1640000000000001</c:v>
                </c:pt>
                <c:pt idx="542">
                  <c:v>2.1680000000000001</c:v>
                </c:pt>
                <c:pt idx="543">
                  <c:v>2.1720000000000002</c:v>
                </c:pt>
                <c:pt idx="544">
                  <c:v>2.1760000000000002</c:v>
                </c:pt>
                <c:pt idx="545">
                  <c:v>2.1800000000000002</c:v>
                </c:pt>
                <c:pt idx="546">
                  <c:v>2.1840000000000002</c:v>
                </c:pt>
                <c:pt idx="547">
                  <c:v>2.1880000000000002</c:v>
                </c:pt>
                <c:pt idx="548">
                  <c:v>2.1920000000000002</c:v>
                </c:pt>
                <c:pt idx="549">
                  <c:v>2.1960000000000002</c:v>
                </c:pt>
                <c:pt idx="550">
                  <c:v>2.2000000000000002</c:v>
                </c:pt>
                <c:pt idx="551">
                  <c:v>2.2040000000000002</c:v>
                </c:pt>
                <c:pt idx="552">
                  <c:v>2.2080000000000002</c:v>
                </c:pt>
                <c:pt idx="553">
                  <c:v>2.2120000000000002</c:v>
                </c:pt>
                <c:pt idx="554">
                  <c:v>2.2160000000000002</c:v>
                </c:pt>
                <c:pt idx="555">
                  <c:v>2.2200000000000002</c:v>
                </c:pt>
                <c:pt idx="556">
                  <c:v>2.2240000000000002</c:v>
                </c:pt>
                <c:pt idx="557">
                  <c:v>2.2280000000000002</c:v>
                </c:pt>
                <c:pt idx="558">
                  <c:v>2.2320000000000002</c:v>
                </c:pt>
                <c:pt idx="559">
                  <c:v>2.2360000000000002</c:v>
                </c:pt>
                <c:pt idx="560">
                  <c:v>2.2400000000000002</c:v>
                </c:pt>
                <c:pt idx="561">
                  <c:v>2.2440000000000002</c:v>
                </c:pt>
                <c:pt idx="562">
                  <c:v>2.2480000000000002</c:v>
                </c:pt>
                <c:pt idx="563">
                  <c:v>2.2519999999999998</c:v>
                </c:pt>
                <c:pt idx="564">
                  <c:v>2.2559999999999998</c:v>
                </c:pt>
                <c:pt idx="565">
                  <c:v>2.2599999999999998</c:v>
                </c:pt>
                <c:pt idx="566">
                  <c:v>2.2639999999999998</c:v>
                </c:pt>
                <c:pt idx="567">
                  <c:v>2.2679999999999998</c:v>
                </c:pt>
                <c:pt idx="568">
                  <c:v>2.2719999999999998</c:v>
                </c:pt>
                <c:pt idx="569">
                  <c:v>2.2759999999999998</c:v>
                </c:pt>
                <c:pt idx="570">
                  <c:v>2.2799999999999998</c:v>
                </c:pt>
                <c:pt idx="571">
                  <c:v>2.2839999999999998</c:v>
                </c:pt>
                <c:pt idx="572">
                  <c:v>2.2879999999999998</c:v>
                </c:pt>
                <c:pt idx="573">
                  <c:v>2.2919999999999998</c:v>
                </c:pt>
                <c:pt idx="574">
                  <c:v>2.2959999999999998</c:v>
                </c:pt>
                <c:pt idx="575">
                  <c:v>2.2999999999999998</c:v>
                </c:pt>
                <c:pt idx="576">
                  <c:v>2.3039999999999998</c:v>
                </c:pt>
                <c:pt idx="577">
                  <c:v>2.3079999999999998</c:v>
                </c:pt>
                <c:pt idx="578">
                  <c:v>2.3119999999999998</c:v>
                </c:pt>
                <c:pt idx="579">
                  <c:v>2.3159999999999998</c:v>
                </c:pt>
                <c:pt idx="580">
                  <c:v>2.3199999999999998</c:v>
                </c:pt>
                <c:pt idx="581">
                  <c:v>2.3239999999999998</c:v>
                </c:pt>
                <c:pt idx="582">
                  <c:v>2.3279999999999998</c:v>
                </c:pt>
                <c:pt idx="583">
                  <c:v>2.3319999999999999</c:v>
                </c:pt>
                <c:pt idx="584">
                  <c:v>2.3359999999999999</c:v>
                </c:pt>
                <c:pt idx="585">
                  <c:v>2.34</c:v>
                </c:pt>
                <c:pt idx="586">
                  <c:v>2.3439999999999999</c:v>
                </c:pt>
                <c:pt idx="587">
                  <c:v>2.3479999999999999</c:v>
                </c:pt>
                <c:pt idx="588">
                  <c:v>2.3519999999999999</c:v>
                </c:pt>
                <c:pt idx="589">
                  <c:v>2.3559999999999999</c:v>
                </c:pt>
                <c:pt idx="590">
                  <c:v>2.36</c:v>
                </c:pt>
                <c:pt idx="591">
                  <c:v>2.3639999999999999</c:v>
                </c:pt>
                <c:pt idx="592">
                  <c:v>2.3679999999999999</c:v>
                </c:pt>
                <c:pt idx="593">
                  <c:v>2.3719999999999999</c:v>
                </c:pt>
                <c:pt idx="594">
                  <c:v>2.3759999999999999</c:v>
                </c:pt>
                <c:pt idx="595">
                  <c:v>2.38</c:v>
                </c:pt>
                <c:pt idx="596">
                  <c:v>2.3839999999999999</c:v>
                </c:pt>
                <c:pt idx="597">
                  <c:v>2.3879999999999999</c:v>
                </c:pt>
                <c:pt idx="598">
                  <c:v>2.3919999999999999</c:v>
                </c:pt>
                <c:pt idx="599">
                  <c:v>2.3959999999999999</c:v>
                </c:pt>
                <c:pt idx="600">
                  <c:v>2.4</c:v>
                </c:pt>
                <c:pt idx="601">
                  <c:v>2.4039999999999999</c:v>
                </c:pt>
                <c:pt idx="602">
                  <c:v>2.4079999999999999</c:v>
                </c:pt>
                <c:pt idx="603">
                  <c:v>2.4119999999999999</c:v>
                </c:pt>
                <c:pt idx="604">
                  <c:v>2.4159999999999999</c:v>
                </c:pt>
                <c:pt idx="605">
                  <c:v>2.42</c:v>
                </c:pt>
                <c:pt idx="606">
                  <c:v>2.4239999999999999</c:v>
                </c:pt>
                <c:pt idx="607">
                  <c:v>2.4279999999999999</c:v>
                </c:pt>
                <c:pt idx="608">
                  <c:v>2.4319999999999999</c:v>
                </c:pt>
                <c:pt idx="609">
                  <c:v>2.4359999999999999</c:v>
                </c:pt>
                <c:pt idx="610">
                  <c:v>2.44</c:v>
                </c:pt>
                <c:pt idx="611">
                  <c:v>2.444</c:v>
                </c:pt>
                <c:pt idx="612">
                  <c:v>2.448</c:v>
                </c:pt>
                <c:pt idx="613">
                  <c:v>2.452</c:v>
                </c:pt>
                <c:pt idx="614">
                  <c:v>2.456</c:v>
                </c:pt>
                <c:pt idx="615">
                  <c:v>2.46</c:v>
                </c:pt>
                <c:pt idx="616">
                  <c:v>2.464</c:v>
                </c:pt>
                <c:pt idx="617">
                  <c:v>2.468</c:v>
                </c:pt>
                <c:pt idx="618">
                  <c:v>2.472</c:v>
                </c:pt>
                <c:pt idx="619">
                  <c:v>2.476</c:v>
                </c:pt>
                <c:pt idx="620">
                  <c:v>2.48</c:v>
                </c:pt>
                <c:pt idx="621">
                  <c:v>2.484</c:v>
                </c:pt>
                <c:pt idx="622">
                  <c:v>2.488</c:v>
                </c:pt>
                <c:pt idx="623">
                  <c:v>2.492</c:v>
                </c:pt>
                <c:pt idx="624">
                  <c:v>2.496</c:v>
                </c:pt>
                <c:pt idx="625">
                  <c:v>2.5</c:v>
                </c:pt>
                <c:pt idx="626">
                  <c:v>2.504</c:v>
                </c:pt>
                <c:pt idx="627">
                  <c:v>2.508</c:v>
                </c:pt>
                <c:pt idx="628">
                  <c:v>2.512</c:v>
                </c:pt>
                <c:pt idx="629">
                  <c:v>2.516</c:v>
                </c:pt>
                <c:pt idx="630">
                  <c:v>2.52</c:v>
                </c:pt>
                <c:pt idx="631">
                  <c:v>2.524</c:v>
                </c:pt>
                <c:pt idx="632">
                  <c:v>2.528</c:v>
                </c:pt>
                <c:pt idx="633">
                  <c:v>2.532</c:v>
                </c:pt>
                <c:pt idx="634">
                  <c:v>2.536</c:v>
                </c:pt>
                <c:pt idx="635">
                  <c:v>2.54</c:v>
                </c:pt>
                <c:pt idx="636">
                  <c:v>2.544</c:v>
                </c:pt>
                <c:pt idx="637">
                  <c:v>2.548</c:v>
                </c:pt>
                <c:pt idx="638">
                  <c:v>2.552</c:v>
                </c:pt>
                <c:pt idx="639">
                  <c:v>2.556</c:v>
                </c:pt>
                <c:pt idx="640">
                  <c:v>2.56</c:v>
                </c:pt>
                <c:pt idx="641">
                  <c:v>2.5640000000000001</c:v>
                </c:pt>
                <c:pt idx="642">
                  <c:v>2.5680000000000001</c:v>
                </c:pt>
                <c:pt idx="643">
                  <c:v>2.5720000000000001</c:v>
                </c:pt>
                <c:pt idx="644">
                  <c:v>2.5760000000000001</c:v>
                </c:pt>
                <c:pt idx="645">
                  <c:v>2.58</c:v>
                </c:pt>
                <c:pt idx="646">
                  <c:v>2.5840000000000001</c:v>
                </c:pt>
                <c:pt idx="647">
                  <c:v>2.5880000000000001</c:v>
                </c:pt>
                <c:pt idx="648">
                  <c:v>2.5920000000000001</c:v>
                </c:pt>
                <c:pt idx="649">
                  <c:v>2.5960000000000001</c:v>
                </c:pt>
                <c:pt idx="650">
                  <c:v>2.6</c:v>
                </c:pt>
                <c:pt idx="651">
                  <c:v>2.6040000000000001</c:v>
                </c:pt>
                <c:pt idx="652">
                  <c:v>2.6080000000000001</c:v>
                </c:pt>
                <c:pt idx="653">
                  <c:v>2.6120000000000001</c:v>
                </c:pt>
                <c:pt idx="654">
                  <c:v>2.6160000000000001</c:v>
                </c:pt>
                <c:pt idx="655">
                  <c:v>2.62</c:v>
                </c:pt>
                <c:pt idx="656">
                  <c:v>2.6240000000000001</c:v>
                </c:pt>
                <c:pt idx="657">
                  <c:v>2.6280000000000001</c:v>
                </c:pt>
                <c:pt idx="658">
                  <c:v>2.6320000000000001</c:v>
                </c:pt>
                <c:pt idx="659">
                  <c:v>2.6360000000000001</c:v>
                </c:pt>
                <c:pt idx="660">
                  <c:v>2.64</c:v>
                </c:pt>
                <c:pt idx="661">
                  <c:v>2.6440000000000001</c:v>
                </c:pt>
                <c:pt idx="662">
                  <c:v>2.6480000000000001</c:v>
                </c:pt>
                <c:pt idx="663">
                  <c:v>2.6520000000000001</c:v>
                </c:pt>
                <c:pt idx="664">
                  <c:v>2.6560000000000001</c:v>
                </c:pt>
                <c:pt idx="665">
                  <c:v>2.66</c:v>
                </c:pt>
                <c:pt idx="666">
                  <c:v>2.6640000000000001</c:v>
                </c:pt>
                <c:pt idx="667">
                  <c:v>2.6680000000000001</c:v>
                </c:pt>
                <c:pt idx="668">
                  <c:v>2.6720000000000002</c:v>
                </c:pt>
                <c:pt idx="669">
                  <c:v>2.6760000000000002</c:v>
                </c:pt>
                <c:pt idx="670">
                  <c:v>2.68</c:v>
                </c:pt>
                <c:pt idx="671">
                  <c:v>2.6840000000000002</c:v>
                </c:pt>
                <c:pt idx="672">
                  <c:v>2.6880000000000002</c:v>
                </c:pt>
                <c:pt idx="673">
                  <c:v>2.6920000000000002</c:v>
                </c:pt>
                <c:pt idx="674">
                  <c:v>2.6960000000000002</c:v>
                </c:pt>
                <c:pt idx="675">
                  <c:v>2.7</c:v>
                </c:pt>
                <c:pt idx="676">
                  <c:v>2.7040000000000002</c:v>
                </c:pt>
                <c:pt idx="677">
                  <c:v>2.7080000000000002</c:v>
                </c:pt>
                <c:pt idx="678">
                  <c:v>2.7120000000000002</c:v>
                </c:pt>
                <c:pt idx="679">
                  <c:v>2.7160000000000002</c:v>
                </c:pt>
                <c:pt idx="680">
                  <c:v>2.72</c:v>
                </c:pt>
                <c:pt idx="681">
                  <c:v>2.7240000000000002</c:v>
                </c:pt>
                <c:pt idx="682">
                  <c:v>2.7280000000000002</c:v>
                </c:pt>
                <c:pt idx="683">
                  <c:v>2.7320000000000002</c:v>
                </c:pt>
                <c:pt idx="684">
                  <c:v>2.7360000000000002</c:v>
                </c:pt>
                <c:pt idx="685">
                  <c:v>2.74</c:v>
                </c:pt>
                <c:pt idx="686">
                  <c:v>2.7440000000000002</c:v>
                </c:pt>
                <c:pt idx="687">
                  <c:v>2.7480000000000002</c:v>
                </c:pt>
                <c:pt idx="688">
                  <c:v>2.7519999999999998</c:v>
                </c:pt>
                <c:pt idx="689">
                  <c:v>2.7559999999999998</c:v>
                </c:pt>
                <c:pt idx="690">
                  <c:v>2.76</c:v>
                </c:pt>
                <c:pt idx="691">
                  <c:v>2.7639999999999998</c:v>
                </c:pt>
                <c:pt idx="692">
                  <c:v>2.7679999999999998</c:v>
                </c:pt>
                <c:pt idx="693">
                  <c:v>2.7719999999999998</c:v>
                </c:pt>
                <c:pt idx="694">
                  <c:v>2.7759999999999998</c:v>
                </c:pt>
                <c:pt idx="695">
                  <c:v>2.78</c:v>
                </c:pt>
                <c:pt idx="696">
                  <c:v>2.7839999999999998</c:v>
                </c:pt>
                <c:pt idx="697">
                  <c:v>2.7879999999999998</c:v>
                </c:pt>
                <c:pt idx="698">
                  <c:v>2.7919999999999998</c:v>
                </c:pt>
                <c:pt idx="699">
                  <c:v>2.7959999999999998</c:v>
                </c:pt>
                <c:pt idx="700">
                  <c:v>2.8</c:v>
                </c:pt>
                <c:pt idx="701">
                  <c:v>2.8039999999999998</c:v>
                </c:pt>
                <c:pt idx="702">
                  <c:v>2.8079999999999998</c:v>
                </c:pt>
                <c:pt idx="703">
                  <c:v>2.8119999999999998</c:v>
                </c:pt>
                <c:pt idx="704">
                  <c:v>2.8159999999999998</c:v>
                </c:pt>
                <c:pt idx="705">
                  <c:v>2.82</c:v>
                </c:pt>
                <c:pt idx="706">
                  <c:v>2.8239999999999998</c:v>
                </c:pt>
                <c:pt idx="707">
                  <c:v>2.8279999999999998</c:v>
                </c:pt>
                <c:pt idx="708">
                  <c:v>2.8319999999999999</c:v>
                </c:pt>
                <c:pt idx="709">
                  <c:v>2.8359999999999999</c:v>
                </c:pt>
                <c:pt idx="710">
                  <c:v>2.84</c:v>
                </c:pt>
                <c:pt idx="711">
                  <c:v>2.8439999999999999</c:v>
                </c:pt>
                <c:pt idx="712">
                  <c:v>2.8479999999999999</c:v>
                </c:pt>
                <c:pt idx="713">
                  <c:v>2.8519999999999999</c:v>
                </c:pt>
                <c:pt idx="714">
                  <c:v>2.8559999999999999</c:v>
                </c:pt>
                <c:pt idx="715">
                  <c:v>2.86</c:v>
                </c:pt>
                <c:pt idx="716">
                  <c:v>2.8639999999999999</c:v>
                </c:pt>
                <c:pt idx="717">
                  <c:v>2.8679999999999999</c:v>
                </c:pt>
                <c:pt idx="718">
                  <c:v>2.8719999999999999</c:v>
                </c:pt>
                <c:pt idx="719">
                  <c:v>2.8759999999999999</c:v>
                </c:pt>
                <c:pt idx="720">
                  <c:v>2.88</c:v>
                </c:pt>
                <c:pt idx="721">
                  <c:v>2.8839999999999999</c:v>
                </c:pt>
                <c:pt idx="722">
                  <c:v>2.8879999999999999</c:v>
                </c:pt>
                <c:pt idx="723">
                  <c:v>2.8919999999999999</c:v>
                </c:pt>
                <c:pt idx="724">
                  <c:v>2.8959999999999999</c:v>
                </c:pt>
                <c:pt idx="725">
                  <c:v>2.9</c:v>
                </c:pt>
                <c:pt idx="726">
                  <c:v>2.9039999999999999</c:v>
                </c:pt>
                <c:pt idx="727">
                  <c:v>2.9079999999999999</c:v>
                </c:pt>
                <c:pt idx="728">
                  <c:v>2.9119999999999999</c:v>
                </c:pt>
                <c:pt idx="729">
                  <c:v>2.9159999999999999</c:v>
                </c:pt>
                <c:pt idx="730">
                  <c:v>2.92</c:v>
                </c:pt>
                <c:pt idx="731">
                  <c:v>2.9239999999999999</c:v>
                </c:pt>
                <c:pt idx="732">
                  <c:v>2.9279999999999999</c:v>
                </c:pt>
                <c:pt idx="733">
                  <c:v>2.9319999999999999</c:v>
                </c:pt>
                <c:pt idx="734">
                  <c:v>2.9359999999999999</c:v>
                </c:pt>
                <c:pt idx="735">
                  <c:v>2.94</c:v>
                </c:pt>
                <c:pt idx="736">
                  <c:v>2.944</c:v>
                </c:pt>
                <c:pt idx="737">
                  <c:v>2.948</c:v>
                </c:pt>
                <c:pt idx="738">
                  <c:v>2.952</c:v>
                </c:pt>
                <c:pt idx="739">
                  <c:v>2.956</c:v>
                </c:pt>
                <c:pt idx="740">
                  <c:v>2.96</c:v>
                </c:pt>
                <c:pt idx="741">
                  <c:v>2.964</c:v>
                </c:pt>
                <c:pt idx="742">
                  <c:v>2.968</c:v>
                </c:pt>
                <c:pt idx="743">
                  <c:v>2.972</c:v>
                </c:pt>
                <c:pt idx="744">
                  <c:v>2.976</c:v>
                </c:pt>
                <c:pt idx="745">
                  <c:v>2.98</c:v>
                </c:pt>
                <c:pt idx="746">
                  <c:v>2.984</c:v>
                </c:pt>
                <c:pt idx="747">
                  <c:v>2.988</c:v>
                </c:pt>
                <c:pt idx="748">
                  <c:v>2.992</c:v>
                </c:pt>
                <c:pt idx="749">
                  <c:v>2.996</c:v>
                </c:pt>
                <c:pt idx="750">
                  <c:v>3</c:v>
                </c:pt>
                <c:pt idx="751">
                  <c:v>3.004</c:v>
                </c:pt>
                <c:pt idx="752">
                  <c:v>3.008</c:v>
                </c:pt>
                <c:pt idx="753">
                  <c:v>3.012</c:v>
                </c:pt>
                <c:pt idx="754">
                  <c:v>3.016</c:v>
                </c:pt>
                <c:pt idx="755">
                  <c:v>3.02</c:v>
                </c:pt>
                <c:pt idx="756">
                  <c:v>3.024</c:v>
                </c:pt>
                <c:pt idx="757">
                  <c:v>3.028</c:v>
                </c:pt>
                <c:pt idx="758">
                  <c:v>3.032</c:v>
                </c:pt>
                <c:pt idx="759">
                  <c:v>3.036</c:v>
                </c:pt>
                <c:pt idx="760">
                  <c:v>3.04</c:v>
                </c:pt>
                <c:pt idx="761">
                  <c:v>3.044</c:v>
                </c:pt>
                <c:pt idx="762">
                  <c:v>3.048</c:v>
                </c:pt>
                <c:pt idx="763">
                  <c:v>3.052</c:v>
                </c:pt>
                <c:pt idx="764">
                  <c:v>3.056</c:v>
                </c:pt>
                <c:pt idx="765">
                  <c:v>3.06</c:v>
                </c:pt>
                <c:pt idx="766">
                  <c:v>3.0640000000000001</c:v>
                </c:pt>
                <c:pt idx="767">
                  <c:v>3.0680000000000001</c:v>
                </c:pt>
                <c:pt idx="768">
                  <c:v>3.0720000000000001</c:v>
                </c:pt>
                <c:pt idx="769">
                  <c:v>3.0760000000000001</c:v>
                </c:pt>
                <c:pt idx="770">
                  <c:v>3.08</c:v>
                </c:pt>
                <c:pt idx="771">
                  <c:v>3.0840000000000001</c:v>
                </c:pt>
                <c:pt idx="772">
                  <c:v>3.0880000000000001</c:v>
                </c:pt>
                <c:pt idx="773">
                  <c:v>3.0920000000000001</c:v>
                </c:pt>
                <c:pt idx="774">
                  <c:v>3.0960000000000001</c:v>
                </c:pt>
                <c:pt idx="775">
                  <c:v>3.1</c:v>
                </c:pt>
                <c:pt idx="776">
                  <c:v>3.1040000000000001</c:v>
                </c:pt>
                <c:pt idx="777">
                  <c:v>3.1080000000000001</c:v>
                </c:pt>
                <c:pt idx="778">
                  <c:v>3.1120000000000001</c:v>
                </c:pt>
                <c:pt idx="779">
                  <c:v>3.1160000000000001</c:v>
                </c:pt>
                <c:pt idx="780">
                  <c:v>3.12</c:v>
                </c:pt>
                <c:pt idx="781">
                  <c:v>3.1240000000000001</c:v>
                </c:pt>
                <c:pt idx="782">
                  <c:v>3.1280000000000001</c:v>
                </c:pt>
                <c:pt idx="783">
                  <c:v>3.1320000000000001</c:v>
                </c:pt>
                <c:pt idx="784">
                  <c:v>3.1360000000000001</c:v>
                </c:pt>
                <c:pt idx="785">
                  <c:v>3.14</c:v>
                </c:pt>
                <c:pt idx="786">
                  <c:v>3.1440000000000001</c:v>
                </c:pt>
                <c:pt idx="787">
                  <c:v>3.1480000000000001</c:v>
                </c:pt>
                <c:pt idx="788">
                  <c:v>3.1520000000000001</c:v>
                </c:pt>
                <c:pt idx="789">
                  <c:v>3.1560000000000001</c:v>
                </c:pt>
                <c:pt idx="790">
                  <c:v>3.16</c:v>
                </c:pt>
                <c:pt idx="791">
                  <c:v>3.1640000000000001</c:v>
                </c:pt>
                <c:pt idx="792">
                  <c:v>3.1680000000000001</c:v>
                </c:pt>
                <c:pt idx="793">
                  <c:v>3.1720000000000002</c:v>
                </c:pt>
                <c:pt idx="794">
                  <c:v>3.1760000000000002</c:v>
                </c:pt>
                <c:pt idx="795">
                  <c:v>3.18</c:v>
                </c:pt>
                <c:pt idx="796">
                  <c:v>3.1840000000000002</c:v>
                </c:pt>
                <c:pt idx="797">
                  <c:v>3.1880000000000002</c:v>
                </c:pt>
                <c:pt idx="798">
                  <c:v>3.1920000000000002</c:v>
                </c:pt>
                <c:pt idx="799">
                  <c:v>3.1960000000000002</c:v>
                </c:pt>
                <c:pt idx="800">
                  <c:v>3.2</c:v>
                </c:pt>
                <c:pt idx="801">
                  <c:v>3.2040000000000002</c:v>
                </c:pt>
                <c:pt idx="802">
                  <c:v>3.2080000000000002</c:v>
                </c:pt>
                <c:pt idx="803">
                  <c:v>3.2120000000000002</c:v>
                </c:pt>
                <c:pt idx="804">
                  <c:v>3.2160000000000002</c:v>
                </c:pt>
                <c:pt idx="805">
                  <c:v>3.22</c:v>
                </c:pt>
                <c:pt idx="806">
                  <c:v>3.2240000000000002</c:v>
                </c:pt>
                <c:pt idx="807">
                  <c:v>3.2280000000000002</c:v>
                </c:pt>
                <c:pt idx="808">
                  <c:v>3.2320000000000002</c:v>
                </c:pt>
                <c:pt idx="809">
                  <c:v>3.2360000000000002</c:v>
                </c:pt>
                <c:pt idx="810">
                  <c:v>3.24</c:v>
                </c:pt>
                <c:pt idx="811">
                  <c:v>3.2440000000000002</c:v>
                </c:pt>
                <c:pt idx="812">
                  <c:v>3.2480000000000002</c:v>
                </c:pt>
                <c:pt idx="813">
                  <c:v>3.2519999999999998</c:v>
                </c:pt>
                <c:pt idx="814">
                  <c:v>3.2559999999999998</c:v>
                </c:pt>
                <c:pt idx="815">
                  <c:v>3.26</c:v>
                </c:pt>
                <c:pt idx="816">
                  <c:v>3.2639999999999998</c:v>
                </c:pt>
                <c:pt idx="817">
                  <c:v>3.2679999999999998</c:v>
                </c:pt>
                <c:pt idx="818">
                  <c:v>3.2719999999999998</c:v>
                </c:pt>
                <c:pt idx="819">
                  <c:v>3.2759999999999998</c:v>
                </c:pt>
                <c:pt idx="820">
                  <c:v>3.28</c:v>
                </c:pt>
                <c:pt idx="821">
                  <c:v>3.2839999999999998</c:v>
                </c:pt>
                <c:pt idx="822">
                  <c:v>3.2879999999999998</c:v>
                </c:pt>
                <c:pt idx="823">
                  <c:v>3.2919999999999998</c:v>
                </c:pt>
                <c:pt idx="824">
                  <c:v>3.2959999999999998</c:v>
                </c:pt>
                <c:pt idx="825">
                  <c:v>3.3</c:v>
                </c:pt>
                <c:pt idx="826">
                  <c:v>3.3039999999999998</c:v>
                </c:pt>
                <c:pt idx="827">
                  <c:v>3.3079999999999998</c:v>
                </c:pt>
                <c:pt idx="828">
                  <c:v>3.3119999999999998</c:v>
                </c:pt>
                <c:pt idx="829">
                  <c:v>3.3159999999999998</c:v>
                </c:pt>
                <c:pt idx="830">
                  <c:v>3.32</c:v>
                </c:pt>
                <c:pt idx="831">
                  <c:v>3.3239999999999998</c:v>
                </c:pt>
                <c:pt idx="832">
                  <c:v>3.3279999999999998</c:v>
                </c:pt>
                <c:pt idx="833">
                  <c:v>3.3319999999999999</c:v>
                </c:pt>
                <c:pt idx="834">
                  <c:v>3.3359999999999999</c:v>
                </c:pt>
                <c:pt idx="835">
                  <c:v>3.34</c:v>
                </c:pt>
                <c:pt idx="836">
                  <c:v>3.3439999999999999</c:v>
                </c:pt>
                <c:pt idx="837">
                  <c:v>3.3479999999999999</c:v>
                </c:pt>
                <c:pt idx="838">
                  <c:v>3.3519999999999999</c:v>
                </c:pt>
                <c:pt idx="839">
                  <c:v>3.3559999999999999</c:v>
                </c:pt>
                <c:pt idx="840">
                  <c:v>3.36</c:v>
                </c:pt>
                <c:pt idx="841">
                  <c:v>3.3639999999999999</c:v>
                </c:pt>
                <c:pt idx="842">
                  <c:v>3.3679999999999999</c:v>
                </c:pt>
                <c:pt idx="843">
                  <c:v>3.3719999999999999</c:v>
                </c:pt>
                <c:pt idx="844">
                  <c:v>3.3759999999999999</c:v>
                </c:pt>
                <c:pt idx="845">
                  <c:v>3.38</c:v>
                </c:pt>
                <c:pt idx="846">
                  <c:v>3.3839999999999999</c:v>
                </c:pt>
                <c:pt idx="847">
                  <c:v>3.3879999999999999</c:v>
                </c:pt>
                <c:pt idx="848">
                  <c:v>3.3919999999999999</c:v>
                </c:pt>
                <c:pt idx="849">
                  <c:v>3.3959999999999999</c:v>
                </c:pt>
                <c:pt idx="850">
                  <c:v>3.4</c:v>
                </c:pt>
                <c:pt idx="851">
                  <c:v>3.4039999999999999</c:v>
                </c:pt>
                <c:pt idx="852">
                  <c:v>3.4079999999999999</c:v>
                </c:pt>
                <c:pt idx="853">
                  <c:v>3.4119999999999999</c:v>
                </c:pt>
                <c:pt idx="854">
                  <c:v>3.4159999999999999</c:v>
                </c:pt>
                <c:pt idx="855">
                  <c:v>3.42</c:v>
                </c:pt>
                <c:pt idx="856">
                  <c:v>3.4239999999999999</c:v>
                </c:pt>
                <c:pt idx="857">
                  <c:v>3.4279999999999999</c:v>
                </c:pt>
                <c:pt idx="858">
                  <c:v>3.4319999999999999</c:v>
                </c:pt>
                <c:pt idx="859">
                  <c:v>3.4359999999999999</c:v>
                </c:pt>
                <c:pt idx="860">
                  <c:v>3.44</c:v>
                </c:pt>
                <c:pt idx="861">
                  <c:v>3.444</c:v>
                </c:pt>
                <c:pt idx="862">
                  <c:v>3.448</c:v>
                </c:pt>
                <c:pt idx="863">
                  <c:v>3.452</c:v>
                </c:pt>
                <c:pt idx="864">
                  <c:v>3.456</c:v>
                </c:pt>
                <c:pt idx="865">
                  <c:v>3.46</c:v>
                </c:pt>
                <c:pt idx="866">
                  <c:v>3.464</c:v>
                </c:pt>
                <c:pt idx="867">
                  <c:v>3.468</c:v>
                </c:pt>
                <c:pt idx="868">
                  <c:v>3.472</c:v>
                </c:pt>
                <c:pt idx="869">
                  <c:v>3.476</c:v>
                </c:pt>
                <c:pt idx="870">
                  <c:v>3.48</c:v>
                </c:pt>
                <c:pt idx="871">
                  <c:v>3.484</c:v>
                </c:pt>
                <c:pt idx="872">
                  <c:v>3.488</c:v>
                </c:pt>
                <c:pt idx="873">
                  <c:v>3.492</c:v>
                </c:pt>
                <c:pt idx="874">
                  <c:v>3.496</c:v>
                </c:pt>
                <c:pt idx="875">
                  <c:v>3.5</c:v>
                </c:pt>
                <c:pt idx="876">
                  <c:v>3.504</c:v>
                </c:pt>
                <c:pt idx="877">
                  <c:v>3.508</c:v>
                </c:pt>
                <c:pt idx="878">
                  <c:v>3.512</c:v>
                </c:pt>
                <c:pt idx="879">
                  <c:v>3.516</c:v>
                </c:pt>
                <c:pt idx="880">
                  <c:v>3.52</c:v>
                </c:pt>
                <c:pt idx="881">
                  <c:v>3.524</c:v>
                </c:pt>
                <c:pt idx="882">
                  <c:v>3.528</c:v>
                </c:pt>
                <c:pt idx="883">
                  <c:v>3.532</c:v>
                </c:pt>
                <c:pt idx="884">
                  <c:v>3.536</c:v>
                </c:pt>
                <c:pt idx="885">
                  <c:v>3.54</c:v>
                </c:pt>
                <c:pt idx="886">
                  <c:v>3.544</c:v>
                </c:pt>
                <c:pt idx="887">
                  <c:v>3.548</c:v>
                </c:pt>
                <c:pt idx="888">
                  <c:v>3.552</c:v>
                </c:pt>
                <c:pt idx="889">
                  <c:v>3.556</c:v>
                </c:pt>
                <c:pt idx="890">
                  <c:v>3.56</c:v>
                </c:pt>
                <c:pt idx="891">
                  <c:v>3.5640000000000001</c:v>
                </c:pt>
                <c:pt idx="892">
                  <c:v>3.5680000000000001</c:v>
                </c:pt>
                <c:pt idx="893">
                  <c:v>3.5720000000000001</c:v>
                </c:pt>
                <c:pt idx="894">
                  <c:v>3.5760000000000001</c:v>
                </c:pt>
                <c:pt idx="895">
                  <c:v>3.58</c:v>
                </c:pt>
                <c:pt idx="896">
                  <c:v>3.5840000000000001</c:v>
                </c:pt>
                <c:pt idx="897">
                  <c:v>3.5880000000000001</c:v>
                </c:pt>
                <c:pt idx="898">
                  <c:v>3.5920000000000001</c:v>
                </c:pt>
                <c:pt idx="899">
                  <c:v>3.5960000000000001</c:v>
                </c:pt>
                <c:pt idx="900">
                  <c:v>3.6</c:v>
                </c:pt>
                <c:pt idx="901">
                  <c:v>3.6040000000000001</c:v>
                </c:pt>
                <c:pt idx="902">
                  <c:v>3.6080000000000001</c:v>
                </c:pt>
                <c:pt idx="903">
                  <c:v>3.6120000000000001</c:v>
                </c:pt>
                <c:pt idx="904">
                  <c:v>3.6160000000000001</c:v>
                </c:pt>
                <c:pt idx="905">
                  <c:v>3.62</c:v>
                </c:pt>
                <c:pt idx="906">
                  <c:v>3.6240000000000001</c:v>
                </c:pt>
                <c:pt idx="907">
                  <c:v>3.6280000000000001</c:v>
                </c:pt>
                <c:pt idx="908">
                  <c:v>3.6320000000000001</c:v>
                </c:pt>
                <c:pt idx="909">
                  <c:v>3.6360000000000001</c:v>
                </c:pt>
                <c:pt idx="910">
                  <c:v>3.64</c:v>
                </c:pt>
                <c:pt idx="911">
                  <c:v>3.6440000000000001</c:v>
                </c:pt>
                <c:pt idx="912">
                  <c:v>3.6480000000000001</c:v>
                </c:pt>
                <c:pt idx="913">
                  <c:v>3.6520000000000001</c:v>
                </c:pt>
                <c:pt idx="914">
                  <c:v>3.6560000000000001</c:v>
                </c:pt>
                <c:pt idx="915">
                  <c:v>3.66</c:v>
                </c:pt>
                <c:pt idx="916">
                  <c:v>3.6640000000000001</c:v>
                </c:pt>
                <c:pt idx="917">
                  <c:v>3.6680000000000001</c:v>
                </c:pt>
                <c:pt idx="918">
                  <c:v>3.6720000000000002</c:v>
                </c:pt>
                <c:pt idx="919">
                  <c:v>3.6760000000000002</c:v>
                </c:pt>
                <c:pt idx="920">
                  <c:v>3.68</c:v>
                </c:pt>
                <c:pt idx="921">
                  <c:v>3.6840000000000002</c:v>
                </c:pt>
                <c:pt idx="922">
                  <c:v>3.6880000000000002</c:v>
                </c:pt>
                <c:pt idx="923">
                  <c:v>3.6920000000000002</c:v>
                </c:pt>
                <c:pt idx="924">
                  <c:v>3.6960000000000002</c:v>
                </c:pt>
                <c:pt idx="925">
                  <c:v>3.7</c:v>
                </c:pt>
                <c:pt idx="926">
                  <c:v>3.7040000000000002</c:v>
                </c:pt>
                <c:pt idx="927">
                  <c:v>3.7080000000000002</c:v>
                </c:pt>
                <c:pt idx="928">
                  <c:v>3.7120000000000002</c:v>
                </c:pt>
                <c:pt idx="929">
                  <c:v>3.7160000000000002</c:v>
                </c:pt>
                <c:pt idx="930">
                  <c:v>3.72</c:v>
                </c:pt>
                <c:pt idx="931">
                  <c:v>3.7240000000000002</c:v>
                </c:pt>
                <c:pt idx="932">
                  <c:v>3.7280000000000002</c:v>
                </c:pt>
                <c:pt idx="933">
                  <c:v>3.7320000000000002</c:v>
                </c:pt>
                <c:pt idx="934">
                  <c:v>3.7360000000000002</c:v>
                </c:pt>
                <c:pt idx="935">
                  <c:v>3.74</c:v>
                </c:pt>
                <c:pt idx="936">
                  <c:v>3.7440000000000002</c:v>
                </c:pt>
                <c:pt idx="937">
                  <c:v>3.7480000000000002</c:v>
                </c:pt>
                <c:pt idx="938">
                  <c:v>3.7519999999999998</c:v>
                </c:pt>
                <c:pt idx="939">
                  <c:v>3.7559999999999998</c:v>
                </c:pt>
                <c:pt idx="940">
                  <c:v>3.76</c:v>
                </c:pt>
                <c:pt idx="941">
                  <c:v>3.7639999999999998</c:v>
                </c:pt>
                <c:pt idx="942">
                  <c:v>3.7679999999999998</c:v>
                </c:pt>
                <c:pt idx="943">
                  <c:v>3.7719999999999998</c:v>
                </c:pt>
                <c:pt idx="944">
                  <c:v>3.7759999999999998</c:v>
                </c:pt>
                <c:pt idx="945">
                  <c:v>3.78</c:v>
                </c:pt>
                <c:pt idx="946">
                  <c:v>3.7839999999999998</c:v>
                </c:pt>
                <c:pt idx="947">
                  <c:v>3.7879999999999998</c:v>
                </c:pt>
                <c:pt idx="948">
                  <c:v>3.7919999999999998</c:v>
                </c:pt>
                <c:pt idx="949">
                  <c:v>3.7959999999999998</c:v>
                </c:pt>
                <c:pt idx="950">
                  <c:v>3.8</c:v>
                </c:pt>
                <c:pt idx="951">
                  <c:v>3.8039999999999998</c:v>
                </c:pt>
                <c:pt idx="952">
                  <c:v>3.8079999999999998</c:v>
                </c:pt>
                <c:pt idx="953">
                  <c:v>3.8119999999999998</c:v>
                </c:pt>
                <c:pt idx="954">
                  <c:v>3.8159999999999998</c:v>
                </c:pt>
                <c:pt idx="955">
                  <c:v>3.82</c:v>
                </c:pt>
                <c:pt idx="956">
                  <c:v>3.8239999999999998</c:v>
                </c:pt>
                <c:pt idx="957">
                  <c:v>3.8279999999999998</c:v>
                </c:pt>
                <c:pt idx="958">
                  <c:v>3.8319999999999999</c:v>
                </c:pt>
                <c:pt idx="959">
                  <c:v>3.8359999999999999</c:v>
                </c:pt>
                <c:pt idx="960">
                  <c:v>3.84</c:v>
                </c:pt>
                <c:pt idx="961">
                  <c:v>3.8439999999999999</c:v>
                </c:pt>
                <c:pt idx="962">
                  <c:v>3.8479999999999999</c:v>
                </c:pt>
                <c:pt idx="963">
                  <c:v>3.8519999999999999</c:v>
                </c:pt>
                <c:pt idx="964">
                  <c:v>3.8559999999999999</c:v>
                </c:pt>
                <c:pt idx="965">
                  <c:v>3.86</c:v>
                </c:pt>
                <c:pt idx="966">
                  <c:v>3.8639999999999999</c:v>
                </c:pt>
                <c:pt idx="967">
                  <c:v>3.8679999999999999</c:v>
                </c:pt>
                <c:pt idx="968">
                  <c:v>3.8719999999999999</c:v>
                </c:pt>
                <c:pt idx="969">
                  <c:v>3.8759999999999999</c:v>
                </c:pt>
                <c:pt idx="970">
                  <c:v>3.88</c:v>
                </c:pt>
                <c:pt idx="971">
                  <c:v>3.8839999999999999</c:v>
                </c:pt>
                <c:pt idx="972">
                  <c:v>3.8879999999999999</c:v>
                </c:pt>
                <c:pt idx="973">
                  <c:v>3.8919999999999999</c:v>
                </c:pt>
                <c:pt idx="974">
                  <c:v>3.8959999999999999</c:v>
                </c:pt>
                <c:pt idx="975">
                  <c:v>3.9</c:v>
                </c:pt>
                <c:pt idx="976">
                  <c:v>3.9039999999999999</c:v>
                </c:pt>
                <c:pt idx="977">
                  <c:v>3.9079999999999999</c:v>
                </c:pt>
                <c:pt idx="978">
                  <c:v>3.9119999999999999</c:v>
                </c:pt>
                <c:pt idx="979">
                  <c:v>3.9159999999999999</c:v>
                </c:pt>
                <c:pt idx="980">
                  <c:v>3.92</c:v>
                </c:pt>
                <c:pt idx="981">
                  <c:v>3.9239999999999999</c:v>
                </c:pt>
                <c:pt idx="982">
                  <c:v>3.9279999999999999</c:v>
                </c:pt>
                <c:pt idx="983">
                  <c:v>3.9319999999999999</c:v>
                </c:pt>
                <c:pt idx="984">
                  <c:v>3.9359999999999999</c:v>
                </c:pt>
                <c:pt idx="985">
                  <c:v>3.94</c:v>
                </c:pt>
                <c:pt idx="986">
                  <c:v>3.944</c:v>
                </c:pt>
                <c:pt idx="987">
                  <c:v>3.948</c:v>
                </c:pt>
                <c:pt idx="988">
                  <c:v>3.952</c:v>
                </c:pt>
                <c:pt idx="989">
                  <c:v>3.956</c:v>
                </c:pt>
                <c:pt idx="990">
                  <c:v>3.96</c:v>
                </c:pt>
                <c:pt idx="991">
                  <c:v>3.964</c:v>
                </c:pt>
                <c:pt idx="992">
                  <c:v>3.968</c:v>
                </c:pt>
                <c:pt idx="993">
                  <c:v>3.972</c:v>
                </c:pt>
                <c:pt idx="994">
                  <c:v>3.976</c:v>
                </c:pt>
                <c:pt idx="995">
                  <c:v>3.98</c:v>
                </c:pt>
                <c:pt idx="996">
                  <c:v>3.984</c:v>
                </c:pt>
                <c:pt idx="997">
                  <c:v>3.988</c:v>
                </c:pt>
                <c:pt idx="998">
                  <c:v>3.992</c:v>
                </c:pt>
                <c:pt idx="999">
                  <c:v>3.996</c:v>
                </c:pt>
                <c:pt idx="1000">
                  <c:v>4</c:v>
                </c:pt>
                <c:pt idx="1001">
                  <c:v>4.0039999999999996</c:v>
                </c:pt>
                <c:pt idx="1002">
                  <c:v>4.008</c:v>
                </c:pt>
                <c:pt idx="1003">
                  <c:v>4.0119999999999996</c:v>
                </c:pt>
                <c:pt idx="1004">
                  <c:v>4.016</c:v>
                </c:pt>
                <c:pt idx="1005">
                  <c:v>4.0199999999999996</c:v>
                </c:pt>
                <c:pt idx="1006">
                  <c:v>4.024</c:v>
                </c:pt>
                <c:pt idx="1007">
                  <c:v>4.0279999999999996</c:v>
                </c:pt>
                <c:pt idx="1008">
                  <c:v>4.032</c:v>
                </c:pt>
                <c:pt idx="1009">
                  <c:v>4.0359999999999996</c:v>
                </c:pt>
                <c:pt idx="1010">
                  <c:v>4.04</c:v>
                </c:pt>
                <c:pt idx="1011">
                  <c:v>4.0439999999999996</c:v>
                </c:pt>
                <c:pt idx="1012">
                  <c:v>4.048</c:v>
                </c:pt>
                <c:pt idx="1013">
                  <c:v>4.0519999999999996</c:v>
                </c:pt>
                <c:pt idx="1014">
                  <c:v>4.056</c:v>
                </c:pt>
                <c:pt idx="1015">
                  <c:v>4.0599999999999996</c:v>
                </c:pt>
                <c:pt idx="1016">
                  <c:v>4.0640000000000001</c:v>
                </c:pt>
                <c:pt idx="1017">
                  <c:v>4.0679999999999996</c:v>
                </c:pt>
                <c:pt idx="1018">
                  <c:v>4.0720000000000001</c:v>
                </c:pt>
                <c:pt idx="1019">
                  <c:v>4.0759999999999996</c:v>
                </c:pt>
                <c:pt idx="1020">
                  <c:v>4.08</c:v>
                </c:pt>
                <c:pt idx="1021">
                  <c:v>4.0839999999999996</c:v>
                </c:pt>
                <c:pt idx="1022">
                  <c:v>4.0880000000000001</c:v>
                </c:pt>
                <c:pt idx="1023">
                  <c:v>4.0919999999999996</c:v>
                </c:pt>
                <c:pt idx="1024">
                  <c:v>4.0960000000000001</c:v>
                </c:pt>
                <c:pt idx="1025">
                  <c:v>4.0999999999999996</c:v>
                </c:pt>
                <c:pt idx="1026">
                  <c:v>4.1040000000000001</c:v>
                </c:pt>
                <c:pt idx="1027">
                  <c:v>4.1079999999999997</c:v>
                </c:pt>
                <c:pt idx="1028">
                  <c:v>4.1120000000000001</c:v>
                </c:pt>
                <c:pt idx="1029">
                  <c:v>4.1159999999999997</c:v>
                </c:pt>
                <c:pt idx="1030">
                  <c:v>4.12</c:v>
                </c:pt>
                <c:pt idx="1031">
                  <c:v>4.1239999999999997</c:v>
                </c:pt>
                <c:pt idx="1032">
                  <c:v>4.1280000000000001</c:v>
                </c:pt>
                <c:pt idx="1033">
                  <c:v>4.1319999999999997</c:v>
                </c:pt>
                <c:pt idx="1034">
                  <c:v>4.1360000000000001</c:v>
                </c:pt>
                <c:pt idx="1035">
                  <c:v>4.1399999999999997</c:v>
                </c:pt>
                <c:pt idx="1036">
                  <c:v>4.1440000000000001</c:v>
                </c:pt>
                <c:pt idx="1037">
                  <c:v>4.1479999999999997</c:v>
                </c:pt>
                <c:pt idx="1038">
                  <c:v>4.1520000000000001</c:v>
                </c:pt>
                <c:pt idx="1039">
                  <c:v>4.1559999999999997</c:v>
                </c:pt>
                <c:pt idx="1040">
                  <c:v>4.16</c:v>
                </c:pt>
                <c:pt idx="1041">
                  <c:v>4.1639999999999997</c:v>
                </c:pt>
                <c:pt idx="1042">
                  <c:v>4.1680000000000001</c:v>
                </c:pt>
                <c:pt idx="1043">
                  <c:v>4.1719999999999997</c:v>
                </c:pt>
                <c:pt idx="1044">
                  <c:v>4.1760000000000002</c:v>
                </c:pt>
                <c:pt idx="1045">
                  <c:v>4.18</c:v>
                </c:pt>
                <c:pt idx="1046">
                  <c:v>4.1840000000000002</c:v>
                </c:pt>
                <c:pt idx="1047">
                  <c:v>4.1879999999999997</c:v>
                </c:pt>
                <c:pt idx="1048">
                  <c:v>4.1920000000000002</c:v>
                </c:pt>
                <c:pt idx="1049">
                  <c:v>4.1959999999999997</c:v>
                </c:pt>
                <c:pt idx="1050">
                  <c:v>4.2</c:v>
                </c:pt>
                <c:pt idx="1051">
                  <c:v>4.2039999999999997</c:v>
                </c:pt>
                <c:pt idx="1052">
                  <c:v>4.2080000000000002</c:v>
                </c:pt>
                <c:pt idx="1053">
                  <c:v>4.2119999999999997</c:v>
                </c:pt>
                <c:pt idx="1054">
                  <c:v>4.2160000000000002</c:v>
                </c:pt>
                <c:pt idx="1055">
                  <c:v>4.22</c:v>
                </c:pt>
                <c:pt idx="1056">
                  <c:v>4.2240000000000002</c:v>
                </c:pt>
                <c:pt idx="1057">
                  <c:v>4.2279999999999998</c:v>
                </c:pt>
                <c:pt idx="1058">
                  <c:v>4.2320000000000002</c:v>
                </c:pt>
                <c:pt idx="1059">
                  <c:v>4.2359999999999998</c:v>
                </c:pt>
                <c:pt idx="1060">
                  <c:v>4.24</c:v>
                </c:pt>
                <c:pt idx="1061">
                  <c:v>4.2439999999999998</c:v>
                </c:pt>
                <c:pt idx="1062">
                  <c:v>4.2480000000000002</c:v>
                </c:pt>
                <c:pt idx="1063">
                  <c:v>4.2519999999999998</c:v>
                </c:pt>
                <c:pt idx="1064">
                  <c:v>4.2560000000000002</c:v>
                </c:pt>
                <c:pt idx="1065">
                  <c:v>4.26</c:v>
                </c:pt>
                <c:pt idx="1066">
                  <c:v>4.2640000000000002</c:v>
                </c:pt>
                <c:pt idx="1067">
                  <c:v>4.2679999999999998</c:v>
                </c:pt>
                <c:pt idx="1068">
                  <c:v>4.2720000000000002</c:v>
                </c:pt>
                <c:pt idx="1069">
                  <c:v>4.2759999999999998</c:v>
                </c:pt>
                <c:pt idx="1070">
                  <c:v>4.28</c:v>
                </c:pt>
                <c:pt idx="1071">
                  <c:v>4.2839999999999998</c:v>
                </c:pt>
                <c:pt idx="1072">
                  <c:v>4.2880000000000003</c:v>
                </c:pt>
                <c:pt idx="1073">
                  <c:v>4.2919999999999998</c:v>
                </c:pt>
                <c:pt idx="1074">
                  <c:v>4.2960000000000003</c:v>
                </c:pt>
                <c:pt idx="1075">
                  <c:v>4.3</c:v>
                </c:pt>
                <c:pt idx="1076">
                  <c:v>4.3040000000000003</c:v>
                </c:pt>
                <c:pt idx="1077">
                  <c:v>4.3079999999999998</c:v>
                </c:pt>
                <c:pt idx="1078">
                  <c:v>4.3120000000000003</c:v>
                </c:pt>
                <c:pt idx="1079">
                  <c:v>4.3159999999999998</c:v>
                </c:pt>
                <c:pt idx="1080">
                  <c:v>4.32</c:v>
                </c:pt>
                <c:pt idx="1081">
                  <c:v>4.3239999999999998</c:v>
                </c:pt>
                <c:pt idx="1082">
                  <c:v>4.3280000000000003</c:v>
                </c:pt>
                <c:pt idx="1083">
                  <c:v>4.3319999999999999</c:v>
                </c:pt>
                <c:pt idx="1084">
                  <c:v>4.3360000000000003</c:v>
                </c:pt>
                <c:pt idx="1085">
                  <c:v>4.34</c:v>
                </c:pt>
                <c:pt idx="1086">
                  <c:v>4.3440000000000003</c:v>
                </c:pt>
                <c:pt idx="1087">
                  <c:v>4.3479999999999999</c:v>
                </c:pt>
                <c:pt idx="1088">
                  <c:v>4.3520000000000003</c:v>
                </c:pt>
                <c:pt idx="1089">
                  <c:v>4.3559999999999999</c:v>
                </c:pt>
                <c:pt idx="1090">
                  <c:v>4.3600000000000003</c:v>
                </c:pt>
                <c:pt idx="1091">
                  <c:v>4.3639999999999999</c:v>
                </c:pt>
                <c:pt idx="1092">
                  <c:v>4.3680000000000003</c:v>
                </c:pt>
                <c:pt idx="1093">
                  <c:v>4.3719999999999999</c:v>
                </c:pt>
                <c:pt idx="1094">
                  <c:v>4.3760000000000003</c:v>
                </c:pt>
                <c:pt idx="1095">
                  <c:v>4.38</c:v>
                </c:pt>
                <c:pt idx="1096">
                  <c:v>4.3840000000000003</c:v>
                </c:pt>
                <c:pt idx="1097">
                  <c:v>4.3879999999999999</c:v>
                </c:pt>
                <c:pt idx="1098">
                  <c:v>4.3920000000000003</c:v>
                </c:pt>
                <c:pt idx="1099">
                  <c:v>4.3959999999999999</c:v>
                </c:pt>
                <c:pt idx="1100">
                  <c:v>4.4000000000000004</c:v>
                </c:pt>
                <c:pt idx="1101">
                  <c:v>4.4039999999999999</c:v>
                </c:pt>
                <c:pt idx="1102">
                  <c:v>4.4080000000000004</c:v>
                </c:pt>
                <c:pt idx="1103">
                  <c:v>4.4119999999999999</c:v>
                </c:pt>
                <c:pt idx="1104">
                  <c:v>4.4160000000000004</c:v>
                </c:pt>
                <c:pt idx="1105">
                  <c:v>4.42</c:v>
                </c:pt>
                <c:pt idx="1106">
                  <c:v>4.4240000000000004</c:v>
                </c:pt>
                <c:pt idx="1107">
                  <c:v>4.4279999999999999</c:v>
                </c:pt>
                <c:pt idx="1108">
                  <c:v>4.4320000000000004</c:v>
                </c:pt>
                <c:pt idx="1109">
                  <c:v>4.4359999999999999</c:v>
                </c:pt>
                <c:pt idx="1110">
                  <c:v>4.4400000000000004</c:v>
                </c:pt>
                <c:pt idx="1111">
                  <c:v>4.444</c:v>
                </c:pt>
                <c:pt idx="1112">
                  <c:v>4.4480000000000004</c:v>
                </c:pt>
                <c:pt idx="1113">
                  <c:v>4.452</c:v>
                </c:pt>
                <c:pt idx="1114">
                  <c:v>4.4560000000000004</c:v>
                </c:pt>
                <c:pt idx="1115">
                  <c:v>4.46</c:v>
                </c:pt>
                <c:pt idx="1116">
                  <c:v>4.4640000000000004</c:v>
                </c:pt>
                <c:pt idx="1117">
                  <c:v>4.468</c:v>
                </c:pt>
                <c:pt idx="1118">
                  <c:v>4.4720000000000004</c:v>
                </c:pt>
                <c:pt idx="1119">
                  <c:v>4.476</c:v>
                </c:pt>
                <c:pt idx="1120">
                  <c:v>4.4800000000000004</c:v>
                </c:pt>
                <c:pt idx="1121">
                  <c:v>4.484</c:v>
                </c:pt>
                <c:pt idx="1122">
                  <c:v>4.4880000000000004</c:v>
                </c:pt>
                <c:pt idx="1123">
                  <c:v>4.492</c:v>
                </c:pt>
                <c:pt idx="1124">
                  <c:v>4.4960000000000004</c:v>
                </c:pt>
                <c:pt idx="1125">
                  <c:v>4.5</c:v>
                </c:pt>
                <c:pt idx="1126">
                  <c:v>4.5039999999999996</c:v>
                </c:pt>
                <c:pt idx="1127">
                  <c:v>4.508</c:v>
                </c:pt>
                <c:pt idx="1128">
                  <c:v>4.5119999999999996</c:v>
                </c:pt>
                <c:pt idx="1129">
                  <c:v>4.516</c:v>
                </c:pt>
                <c:pt idx="1130">
                  <c:v>4.5199999999999996</c:v>
                </c:pt>
                <c:pt idx="1131">
                  <c:v>4.524</c:v>
                </c:pt>
                <c:pt idx="1132">
                  <c:v>4.5279999999999996</c:v>
                </c:pt>
                <c:pt idx="1133">
                  <c:v>4.532</c:v>
                </c:pt>
                <c:pt idx="1134">
                  <c:v>4.5359999999999996</c:v>
                </c:pt>
                <c:pt idx="1135">
                  <c:v>4.54</c:v>
                </c:pt>
                <c:pt idx="1136">
                  <c:v>4.5439999999999996</c:v>
                </c:pt>
                <c:pt idx="1137">
                  <c:v>4.548</c:v>
                </c:pt>
                <c:pt idx="1138">
                  <c:v>4.5519999999999996</c:v>
                </c:pt>
                <c:pt idx="1139">
                  <c:v>4.556</c:v>
                </c:pt>
                <c:pt idx="1140">
                  <c:v>4.5599999999999996</c:v>
                </c:pt>
                <c:pt idx="1141">
                  <c:v>4.5640000000000001</c:v>
                </c:pt>
                <c:pt idx="1142">
                  <c:v>4.5679999999999996</c:v>
                </c:pt>
                <c:pt idx="1143">
                  <c:v>4.5720000000000001</c:v>
                </c:pt>
                <c:pt idx="1144">
                  <c:v>4.5759999999999996</c:v>
                </c:pt>
                <c:pt idx="1145">
                  <c:v>4.58</c:v>
                </c:pt>
                <c:pt idx="1146">
                  <c:v>4.5839999999999996</c:v>
                </c:pt>
                <c:pt idx="1147">
                  <c:v>4.5880000000000001</c:v>
                </c:pt>
                <c:pt idx="1148">
                  <c:v>4.5919999999999996</c:v>
                </c:pt>
                <c:pt idx="1149">
                  <c:v>4.5960000000000001</c:v>
                </c:pt>
                <c:pt idx="1150">
                  <c:v>4.5999999999999996</c:v>
                </c:pt>
                <c:pt idx="1151">
                  <c:v>4.6040000000000001</c:v>
                </c:pt>
                <c:pt idx="1152">
                  <c:v>4.6079999999999997</c:v>
                </c:pt>
                <c:pt idx="1153">
                  <c:v>4.6120000000000001</c:v>
                </c:pt>
                <c:pt idx="1154">
                  <c:v>4.6159999999999997</c:v>
                </c:pt>
                <c:pt idx="1155">
                  <c:v>4.62</c:v>
                </c:pt>
                <c:pt idx="1156">
                  <c:v>4.6239999999999997</c:v>
                </c:pt>
                <c:pt idx="1157">
                  <c:v>4.6280000000000001</c:v>
                </c:pt>
                <c:pt idx="1158">
                  <c:v>4.6319999999999997</c:v>
                </c:pt>
                <c:pt idx="1159">
                  <c:v>4.6360000000000001</c:v>
                </c:pt>
                <c:pt idx="1160">
                  <c:v>4.6399999999999997</c:v>
                </c:pt>
                <c:pt idx="1161">
                  <c:v>4.6440000000000001</c:v>
                </c:pt>
                <c:pt idx="1162">
                  <c:v>4.6479999999999997</c:v>
                </c:pt>
                <c:pt idx="1163">
                  <c:v>4.6520000000000001</c:v>
                </c:pt>
                <c:pt idx="1164">
                  <c:v>4.6559999999999997</c:v>
                </c:pt>
                <c:pt idx="1165">
                  <c:v>4.66</c:v>
                </c:pt>
                <c:pt idx="1166">
                  <c:v>4.6639999999999997</c:v>
                </c:pt>
                <c:pt idx="1167">
                  <c:v>4.6680000000000001</c:v>
                </c:pt>
                <c:pt idx="1168">
                  <c:v>4.6719999999999997</c:v>
                </c:pt>
                <c:pt idx="1169">
                  <c:v>4.6760000000000002</c:v>
                </c:pt>
                <c:pt idx="1170">
                  <c:v>4.68</c:v>
                </c:pt>
                <c:pt idx="1171">
                  <c:v>4.6840000000000002</c:v>
                </c:pt>
                <c:pt idx="1172">
                  <c:v>4.6879999999999997</c:v>
                </c:pt>
                <c:pt idx="1173">
                  <c:v>4.6920000000000002</c:v>
                </c:pt>
                <c:pt idx="1174">
                  <c:v>4.6959999999999997</c:v>
                </c:pt>
                <c:pt idx="1175">
                  <c:v>4.7</c:v>
                </c:pt>
                <c:pt idx="1176">
                  <c:v>4.7039999999999997</c:v>
                </c:pt>
                <c:pt idx="1177">
                  <c:v>4.7080000000000002</c:v>
                </c:pt>
                <c:pt idx="1178">
                  <c:v>4.7119999999999997</c:v>
                </c:pt>
                <c:pt idx="1179">
                  <c:v>4.7160000000000002</c:v>
                </c:pt>
                <c:pt idx="1180">
                  <c:v>4.72</c:v>
                </c:pt>
                <c:pt idx="1181">
                  <c:v>4.7240000000000002</c:v>
                </c:pt>
                <c:pt idx="1182">
                  <c:v>4.7279999999999998</c:v>
                </c:pt>
                <c:pt idx="1183">
                  <c:v>4.7320000000000002</c:v>
                </c:pt>
                <c:pt idx="1184">
                  <c:v>4.7359999999999998</c:v>
                </c:pt>
                <c:pt idx="1185">
                  <c:v>4.74</c:v>
                </c:pt>
                <c:pt idx="1186">
                  <c:v>4.7439999999999998</c:v>
                </c:pt>
                <c:pt idx="1187">
                  <c:v>4.7480000000000002</c:v>
                </c:pt>
                <c:pt idx="1188">
                  <c:v>4.7519999999999998</c:v>
                </c:pt>
                <c:pt idx="1189">
                  <c:v>4.7560000000000002</c:v>
                </c:pt>
                <c:pt idx="1190">
                  <c:v>4.76</c:v>
                </c:pt>
                <c:pt idx="1191">
                  <c:v>4.7640000000000002</c:v>
                </c:pt>
                <c:pt idx="1192">
                  <c:v>4.7679999999999998</c:v>
                </c:pt>
                <c:pt idx="1193">
                  <c:v>4.7720000000000002</c:v>
                </c:pt>
                <c:pt idx="1194">
                  <c:v>4.7759999999999998</c:v>
                </c:pt>
                <c:pt idx="1195">
                  <c:v>4.78</c:v>
                </c:pt>
                <c:pt idx="1196">
                  <c:v>4.7839999999999998</c:v>
                </c:pt>
                <c:pt idx="1197">
                  <c:v>4.7880000000000003</c:v>
                </c:pt>
                <c:pt idx="1198">
                  <c:v>4.7919999999999998</c:v>
                </c:pt>
                <c:pt idx="1199">
                  <c:v>4.7960000000000003</c:v>
                </c:pt>
                <c:pt idx="1200">
                  <c:v>4.8</c:v>
                </c:pt>
                <c:pt idx="1201">
                  <c:v>4.8040000000000003</c:v>
                </c:pt>
                <c:pt idx="1202">
                  <c:v>4.8079999999999998</c:v>
                </c:pt>
                <c:pt idx="1203">
                  <c:v>4.8120000000000003</c:v>
                </c:pt>
                <c:pt idx="1204">
                  <c:v>4.8159999999999998</c:v>
                </c:pt>
                <c:pt idx="1205">
                  <c:v>4.82</c:v>
                </c:pt>
                <c:pt idx="1206">
                  <c:v>4.8239999999999998</c:v>
                </c:pt>
                <c:pt idx="1207">
                  <c:v>4.8280000000000003</c:v>
                </c:pt>
                <c:pt idx="1208">
                  <c:v>4.8319999999999999</c:v>
                </c:pt>
                <c:pt idx="1209">
                  <c:v>4.8360000000000003</c:v>
                </c:pt>
                <c:pt idx="1210">
                  <c:v>4.84</c:v>
                </c:pt>
                <c:pt idx="1211">
                  <c:v>4.8440000000000003</c:v>
                </c:pt>
                <c:pt idx="1212">
                  <c:v>4.8479999999999999</c:v>
                </c:pt>
                <c:pt idx="1213">
                  <c:v>4.8520000000000003</c:v>
                </c:pt>
                <c:pt idx="1214">
                  <c:v>4.8559999999999999</c:v>
                </c:pt>
                <c:pt idx="1215">
                  <c:v>4.8600000000000003</c:v>
                </c:pt>
                <c:pt idx="1216">
                  <c:v>4.8639999999999999</c:v>
                </c:pt>
                <c:pt idx="1217">
                  <c:v>4.8680000000000003</c:v>
                </c:pt>
                <c:pt idx="1218">
                  <c:v>4.8719999999999999</c:v>
                </c:pt>
                <c:pt idx="1219">
                  <c:v>4.8760000000000003</c:v>
                </c:pt>
                <c:pt idx="1220">
                  <c:v>4.88</c:v>
                </c:pt>
                <c:pt idx="1221">
                  <c:v>4.8840000000000003</c:v>
                </c:pt>
                <c:pt idx="1222">
                  <c:v>4.8879999999999999</c:v>
                </c:pt>
                <c:pt idx="1223">
                  <c:v>4.8920000000000003</c:v>
                </c:pt>
                <c:pt idx="1224">
                  <c:v>4.8959999999999999</c:v>
                </c:pt>
                <c:pt idx="1225">
                  <c:v>4.9000000000000004</c:v>
                </c:pt>
                <c:pt idx="1226">
                  <c:v>4.9039999999999999</c:v>
                </c:pt>
                <c:pt idx="1227">
                  <c:v>4.9080000000000004</c:v>
                </c:pt>
                <c:pt idx="1228">
                  <c:v>4.9119999999999999</c:v>
                </c:pt>
                <c:pt idx="1229">
                  <c:v>4.9160000000000004</c:v>
                </c:pt>
                <c:pt idx="1230">
                  <c:v>4.92</c:v>
                </c:pt>
                <c:pt idx="1231">
                  <c:v>4.9240000000000004</c:v>
                </c:pt>
                <c:pt idx="1232">
                  <c:v>4.9279999999999999</c:v>
                </c:pt>
                <c:pt idx="1233">
                  <c:v>4.9320000000000004</c:v>
                </c:pt>
                <c:pt idx="1234">
                  <c:v>4.9359999999999999</c:v>
                </c:pt>
                <c:pt idx="1235">
                  <c:v>4.9400000000000004</c:v>
                </c:pt>
                <c:pt idx="1236">
                  <c:v>4.944</c:v>
                </c:pt>
                <c:pt idx="1237">
                  <c:v>4.9480000000000004</c:v>
                </c:pt>
                <c:pt idx="1238">
                  <c:v>4.952</c:v>
                </c:pt>
                <c:pt idx="1239">
                  <c:v>4.9560000000000004</c:v>
                </c:pt>
                <c:pt idx="1240">
                  <c:v>4.96</c:v>
                </c:pt>
                <c:pt idx="1241">
                  <c:v>4.9640000000000004</c:v>
                </c:pt>
                <c:pt idx="1242">
                  <c:v>4.968</c:v>
                </c:pt>
                <c:pt idx="1243">
                  <c:v>4.9720000000000004</c:v>
                </c:pt>
                <c:pt idx="1244">
                  <c:v>4.976</c:v>
                </c:pt>
                <c:pt idx="1245">
                  <c:v>4.9800000000000004</c:v>
                </c:pt>
                <c:pt idx="1246">
                  <c:v>4.984</c:v>
                </c:pt>
                <c:pt idx="1247">
                  <c:v>4.9880000000000004</c:v>
                </c:pt>
                <c:pt idx="1248">
                  <c:v>4.992</c:v>
                </c:pt>
                <c:pt idx="1249">
                  <c:v>4.9960000000000004</c:v>
                </c:pt>
              </c:numCache>
            </c:numRef>
          </c:xVal>
          <c:yVal>
            <c:numRef>
              <c:f>'Chart Data'!$B$2:$B$1251</c:f>
              <c:numCache>
                <c:formatCode>0</c:formatCode>
                <c:ptCount val="1250"/>
                <c:pt idx="0">
                  <c:v>107.98126999999999</c:v>
                </c:pt>
                <c:pt idx="1">
                  <c:v>91.373924000000002</c:v>
                </c:pt>
                <c:pt idx="2">
                  <c:v>86.300079999999994</c:v>
                </c:pt>
                <c:pt idx="3">
                  <c:v>97.587715000000003</c:v>
                </c:pt>
                <c:pt idx="4">
                  <c:v>99.889939999999996</c:v>
                </c:pt>
                <c:pt idx="5">
                  <c:v>87.21651</c:v>
                </c:pt>
                <c:pt idx="6">
                  <c:v>68.418685999999994</c:v>
                </c:pt>
                <c:pt idx="7">
                  <c:v>64.507130000000004</c:v>
                </c:pt>
                <c:pt idx="8">
                  <c:v>80.555689999999998</c:v>
                </c:pt>
                <c:pt idx="9">
                  <c:v>90.479860000000002</c:v>
                </c:pt>
                <c:pt idx="10">
                  <c:v>74.54307</c:v>
                </c:pt>
                <c:pt idx="11">
                  <c:v>54.001812000000001</c:v>
                </c:pt>
                <c:pt idx="12">
                  <c:v>51.476067</c:v>
                </c:pt>
                <c:pt idx="13">
                  <c:v>67.681079999999994</c:v>
                </c:pt>
                <c:pt idx="14">
                  <c:v>81.539159999999995</c:v>
                </c:pt>
                <c:pt idx="15">
                  <c:v>72.889039999999994</c:v>
                </c:pt>
                <c:pt idx="16">
                  <c:v>45.530501999999998</c:v>
                </c:pt>
                <c:pt idx="17">
                  <c:v>37.32741</c:v>
                </c:pt>
                <c:pt idx="18">
                  <c:v>60.752037000000001</c:v>
                </c:pt>
                <c:pt idx="19">
                  <c:v>77.225269999999995</c:v>
                </c:pt>
                <c:pt idx="20">
                  <c:v>63.054270000000002</c:v>
                </c:pt>
                <c:pt idx="21">
                  <c:v>45.262279999999997</c:v>
                </c:pt>
                <c:pt idx="22">
                  <c:v>42.065983000000003</c:v>
                </c:pt>
                <c:pt idx="23">
                  <c:v>55.611136999999999</c:v>
                </c:pt>
                <c:pt idx="24">
                  <c:v>69.804500000000004</c:v>
                </c:pt>
                <c:pt idx="25">
                  <c:v>68.619860000000003</c:v>
                </c:pt>
                <c:pt idx="26">
                  <c:v>54.314734999999999</c:v>
                </c:pt>
                <c:pt idx="27">
                  <c:v>49.017372000000002</c:v>
                </c:pt>
                <c:pt idx="28">
                  <c:v>62.830753000000001</c:v>
                </c:pt>
                <c:pt idx="29">
                  <c:v>71.302059999999997</c:v>
                </c:pt>
                <c:pt idx="30">
                  <c:v>65.669426000000001</c:v>
                </c:pt>
                <c:pt idx="31">
                  <c:v>60.349705</c:v>
                </c:pt>
                <c:pt idx="32">
                  <c:v>59.187415999999999</c:v>
                </c:pt>
                <c:pt idx="33">
                  <c:v>74.744230000000002</c:v>
                </c:pt>
                <c:pt idx="34">
                  <c:v>89.786959999999993</c:v>
                </c:pt>
                <c:pt idx="35">
                  <c:v>77.247630000000001</c:v>
                </c:pt>
                <c:pt idx="36">
                  <c:v>65.244739999999993</c:v>
                </c:pt>
                <c:pt idx="37">
                  <c:v>66.250569999999996</c:v>
                </c:pt>
                <c:pt idx="38">
                  <c:v>75.414789999999996</c:v>
                </c:pt>
                <c:pt idx="39">
                  <c:v>88.468199999999996</c:v>
                </c:pt>
                <c:pt idx="40">
                  <c:v>76.442959999999999</c:v>
                </c:pt>
                <c:pt idx="41">
                  <c:v>67.748140000000006</c:v>
                </c:pt>
                <c:pt idx="42">
                  <c:v>64.462429999999998</c:v>
                </c:pt>
                <c:pt idx="43">
                  <c:v>75.414789999999996</c:v>
                </c:pt>
                <c:pt idx="44">
                  <c:v>90.278694000000002</c:v>
                </c:pt>
                <c:pt idx="45">
                  <c:v>80.242760000000004</c:v>
                </c:pt>
                <c:pt idx="46">
                  <c:v>74.565414000000004</c:v>
                </c:pt>
                <c:pt idx="47">
                  <c:v>79.393394000000001</c:v>
                </c:pt>
                <c:pt idx="48">
                  <c:v>87.797646</c:v>
                </c:pt>
                <c:pt idx="49">
                  <c:v>110.73054</c:v>
                </c:pt>
                <c:pt idx="50">
                  <c:v>94.972560000000001</c:v>
                </c:pt>
                <c:pt idx="51">
                  <c:v>85.987160000000003</c:v>
                </c:pt>
                <c:pt idx="52">
                  <c:v>95.464293999999995</c:v>
                </c:pt>
                <c:pt idx="53">
                  <c:v>111.73636999999999</c:v>
                </c:pt>
                <c:pt idx="54">
                  <c:v>121.68289</c:v>
                </c:pt>
                <c:pt idx="55">
                  <c:v>109.38943500000001</c:v>
                </c:pt>
                <c:pt idx="56">
                  <c:v>94.279655000000005</c:v>
                </c:pt>
                <c:pt idx="57">
                  <c:v>86.255380000000002</c:v>
                </c:pt>
                <c:pt idx="58">
                  <c:v>96.112494999999996</c:v>
                </c:pt>
                <c:pt idx="59">
                  <c:v>109.99293</c:v>
                </c:pt>
                <c:pt idx="60">
                  <c:v>90.569270000000003</c:v>
                </c:pt>
                <c:pt idx="61">
                  <c:v>82.768510000000006</c:v>
                </c:pt>
                <c:pt idx="62">
                  <c:v>85.383660000000006</c:v>
                </c:pt>
                <c:pt idx="63">
                  <c:v>99.286445999999998</c:v>
                </c:pt>
                <c:pt idx="64">
                  <c:v>108.04832500000001</c:v>
                </c:pt>
                <c:pt idx="65">
                  <c:v>101.00753</c:v>
                </c:pt>
                <c:pt idx="66">
                  <c:v>88.512900000000002</c:v>
                </c:pt>
                <c:pt idx="67">
                  <c:v>83.796683999999999</c:v>
                </c:pt>
                <c:pt idx="68">
                  <c:v>92.782089999999997</c:v>
                </c:pt>
                <c:pt idx="69">
                  <c:v>105.16495500000001</c:v>
                </c:pt>
                <c:pt idx="70">
                  <c:v>95.464293999999995</c:v>
                </c:pt>
                <c:pt idx="71">
                  <c:v>80.443923999999996</c:v>
                </c:pt>
                <c:pt idx="72">
                  <c:v>80.39922</c:v>
                </c:pt>
                <c:pt idx="73">
                  <c:v>96.358369999999994</c:v>
                </c:pt>
                <c:pt idx="74">
                  <c:v>108.07068</c:v>
                </c:pt>
                <c:pt idx="75">
                  <c:v>98.302970000000002</c:v>
                </c:pt>
                <c:pt idx="76">
                  <c:v>89.831659999999999</c:v>
                </c:pt>
                <c:pt idx="77">
                  <c:v>87.149450000000002</c:v>
                </c:pt>
                <c:pt idx="78">
                  <c:v>92.290350000000004</c:v>
                </c:pt>
                <c:pt idx="79">
                  <c:v>91.932723999999993</c:v>
                </c:pt>
                <c:pt idx="80">
                  <c:v>75.235969999999995</c:v>
                </c:pt>
                <c:pt idx="81">
                  <c:v>59.433284999999998</c:v>
                </c:pt>
                <c:pt idx="82">
                  <c:v>56.840485000000001</c:v>
                </c:pt>
                <c:pt idx="83">
                  <c:v>65.915289999999999</c:v>
                </c:pt>
                <c:pt idx="84">
                  <c:v>80.041595000000001</c:v>
                </c:pt>
                <c:pt idx="85">
                  <c:v>73.112560000000002</c:v>
                </c:pt>
                <c:pt idx="86">
                  <c:v>56.907539999999997</c:v>
                </c:pt>
                <c:pt idx="87">
                  <c:v>65.892944</c:v>
                </c:pt>
                <c:pt idx="88">
                  <c:v>79.259285000000006</c:v>
                </c:pt>
                <c:pt idx="89">
                  <c:v>88.244680000000002</c:v>
                </c:pt>
                <c:pt idx="90">
                  <c:v>75.079505999999995</c:v>
                </c:pt>
                <c:pt idx="91">
                  <c:v>57.332222000000002</c:v>
                </c:pt>
                <c:pt idx="92">
                  <c:v>58.405106000000004</c:v>
                </c:pt>
                <c:pt idx="93">
                  <c:v>72.129080000000002</c:v>
                </c:pt>
                <c:pt idx="94">
                  <c:v>84.891919999999999</c:v>
                </c:pt>
                <c:pt idx="95">
                  <c:v>77.471146000000005</c:v>
                </c:pt>
                <c:pt idx="96">
                  <c:v>62.27196</c:v>
                </c:pt>
                <c:pt idx="97">
                  <c:v>62.741349999999997</c:v>
                </c:pt>
                <c:pt idx="98">
                  <c:v>77.471146000000005</c:v>
                </c:pt>
                <c:pt idx="99">
                  <c:v>86.009510000000006</c:v>
                </c:pt>
                <c:pt idx="100">
                  <c:v>68.932779999999994</c:v>
                </c:pt>
                <c:pt idx="101">
                  <c:v>59.790913000000003</c:v>
                </c:pt>
                <c:pt idx="102">
                  <c:v>67.412859999999995</c:v>
                </c:pt>
                <c:pt idx="103">
                  <c:v>86.344790000000003</c:v>
                </c:pt>
                <c:pt idx="104">
                  <c:v>93.89967</c:v>
                </c:pt>
                <c:pt idx="105">
                  <c:v>78.856949999999998</c:v>
                </c:pt>
                <c:pt idx="106">
                  <c:v>68.664559999999994</c:v>
                </c:pt>
                <c:pt idx="107">
                  <c:v>65.401210000000006</c:v>
                </c:pt>
                <c:pt idx="108">
                  <c:v>70.698570000000004</c:v>
                </c:pt>
                <c:pt idx="109">
                  <c:v>90.099879999999999</c:v>
                </c:pt>
                <c:pt idx="110">
                  <c:v>88.915239999999997</c:v>
                </c:pt>
                <c:pt idx="111">
                  <c:v>73.336074999999994</c:v>
                </c:pt>
                <c:pt idx="112">
                  <c:v>75.504189999999994</c:v>
                </c:pt>
                <c:pt idx="113">
                  <c:v>90.703379999999996</c:v>
                </c:pt>
                <c:pt idx="114">
                  <c:v>101.387505</c:v>
                </c:pt>
                <c:pt idx="115">
                  <c:v>86.411839999999998</c:v>
                </c:pt>
                <c:pt idx="116">
                  <c:v>67.323455999999993</c:v>
                </c:pt>
                <c:pt idx="117">
                  <c:v>64.775350000000003</c:v>
                </c:pt>
                <c:pt idx="118">
                  <c:v>81.11448</c:v>
                </c:pt>
                <c:pt idx="119">
                  <c:v>88.222335999999999</c:v>
                </c:pt>
                <c:pt idx="120">
                  <c:v>75.861819999999994</c:v>
                </c:pt>
                <c:pt idx="121">
                  <c:v>66.183520000000001</c:v>
                </c:pt>
                <c:pt idx="122">
                  <c:v>63.501305000000002</c:v>
                </c:pt>
                <c:pt idx="123">
                  <c:v>73.291370000000001</c:v>
                </c:pt>
                <c:pt idx="124">
                  <c:v>84.064909999999998</c:v>
                </c:pt>
                <c:pt idx="125">
                  <c:v>69.513919999999999</c:v>
                </c:pt>
                <c:pt idx="126">
                  <c:v>51.587822000000003</c:v>
                </c:pt>
                <c:pt idx="127">
                  <c:v>46.469276000000001</c:v>
                </c:pt>
                <c:pt idx="128">
                  <c:v>57.265166999999998</c:v>
                </c:pt>
                <c:pt idx="129">
                  <c:v>66.787009999999995</c:v>
                </c:pt>
                <c:pt idx="130">
                  <c:v>52.48189</c:v>
                </c:pt>
                <c:pt idx="131">
                  <c:v>31.359497000000001</c:v>
                </c:pt>
                <c:pt idx="132">
                  <c:v>27.783215999999999</c:v>
                </c:pt>
                <c:pt idx="133">
                  <c:v>42.624775</c:v>
                </c:pt>
                <c:pt idx="134">
                  <c:v>56.259340000000002</c:v>
                </c:pt>
                <c:pt idx="135">
                  <c:v>50.649050000000003</c:v>
                </c:pt>
                <c:pt idx="136">
                  <c:v>39.406123999999998</c:v>
                </c:pt>
                <c:pt idx="137">
                  <c:v>42.490665</c:v>
                </c:pt>
                <c:pt idx="138">
                  <c:v>55.924059999999997</c:v>
                </c:pt>
                <c:pt idx="139">
                  <c:v>67.748140000000006</c:v>
                </c:pt>
                <c:pt idx="140">
                  <c:v>61.668464999999998</c:v>
                </c:pt>
                <c:pt idx="141">
                  <c:v>54.024161999999997</c:v>
                </c:pt>
                <c:pt idx="142">
                  <c:v>55.164099999999998</c:v>
                </c:pt>
                <c:pt idx="143">
                  <c:v>66.161159999999995</c:v>
                </c:pt>
                <c:pt idx="144">
                  <c:v>74.744230000000002</c:v>
                </c:pt>
                <c:pt idx="145">
                  <c:v>65.132980000000003</c:v>
                </c:pt>
                <c:pt idx="146">
                  <c:v>55.544083000000001</c:v>
                </c:pt>
                <c:pt idx="147">
                  <c:v>52.124263999999997</c:v>
                </c:pt>
                <c:pt idx="148">
                  <c:v>62.540179999999999</c:v>
                </c:pt>
                <c:pt idx="149">
                  <c:v>71.726746000000006</c:v>
                </c:pt>
                <c:pt idx="150">
                  <c:v>74.833640000000003</c:v>
                </c:pt>
                <c:pt idx="151">
                  <c:v>73.693700000000007</c:v>
                </c:pt>
                <c:pt idx="152">
                  <c:v>82.388530000000003</c:v>
                </c:pt>
                <c:pt idx="153">
                  <c:v>89.228160000000003</c:v>
                </c:pt>
                <c:pt idx="154">
                  <c:v>89.451674999999994</c:v>
                </c:pt>
                <c:pt idx="155">
                  <c:v>71.883210000000005</c:v>
                </c:pt>
                <c:pt idx="156">
                  <c:v>51.431362</c:v>
                </c:pt>
                <c:pt idx="157">
                  <c:v>49.911439999999999</c:v>
                </c:pt>
                <c:pt idx="158">
                  <c:v>67.97166</c:v>
                </c:pt>
                <c:pt idx="159">
                  <c:v>91.686850000000007</c:v>
                </c:pt>
                <c:pt idx="160">
                  <c:v>87.708243999999993</c:v>
                </c:pt>
                <c:pt idx="161">
                  <c:v>75.995925999999997</c:v>
                </c:pt>
                <c:pt idx="162">
                  <c:v>72.889039999999994</c:v>
                </c:pt>
                <c:pt idx="163">
                  <c:v>88.490555000000001</c:v>
                </c:pt>
                <c:pt idx="164">
                  <c:v>103.779144</c:v>
                </c:pt>
                <c:pt idx="165">
                  <c:v>97.610060000000004</c:v>
                </c:pt>
                <c:pt idx="166">
                  <c:v>88.714070000000007</c:v>
                </c:pt>
                <c:pt idx="167">
                  <c:v>88.155270000000002</c:v>
                </c:pt>
                <c:pt idx="168">
                  <c:v>102.5498</c:v>
                </c:pt>
                <c:pt idx="169">
                  <c:v>116.47494</c:v>
                </c:pt>
                <c:pt idx="170">
                  <c:v>108.31655000000001</c:v>
                </c:pt>
                <c:pt idx="171">
                  <c:v>94.972560000000001</c:v>
                </c:pt>
                <c:pt idx="172">
                  <c:v>91.776259999999994</c:v>
                </c:pt>
                <c:pt idx="173">
                  <c:v>95.844279999999998</c:v>
                </c:pt>
                <c:pt idx="174">
                  <c:v>97.900634999999994</c:v>
                </c:pt>
                <c:pt idx="175">
                  <c:v>81.785033999999996</c:v>
                </c:pt>
                <c:pt idx="176">
                  <c:v>70.877380000000002</c:v>
                </c:pt>
                <c:pt idx="177">
                  <c:v>71.279709999999994</c:v>
                </c:pt>
                <c:pt idx="178">
                  <c:v>82.410880000000006</c:v>
                </c:pt>
                <c:pt idx="179">
                  <c:v>89.138756000000001</c:v>
                </c:pt>
                <c:pt idx="180">
                  <c:v>85.69659</c:v>
                </c:pt>
                <c:pt idx="181">
                  <c:v>69.469220000000007</c:v>
                </c:pt>
                <c:pt idx="182">
                  <c:v>62.718994000000002</c:v>
                </c:pt>
                <c:pt idx="183">
                  <c:v>64.663600000000002</c:v>
                </c:pt>
                <c:pt idx="184">
                  <c:v>69.268060000000006</c:v>
                </c:pt>
                <c:pt idx="185">
                  <c:v>53.822997999999998</c:v>
                </c:pt>
                <c:pt idx="186">
                  <c:v>29.191376000000002</c:v>
                </c:pt>
                <c:pt idx="187">
                  <c:v>40.344900000000003</c:v>
                </c:pt>
                <c:pt idx="188">
                  <c:v>59.366230000000002</c:v>
                </c:pt>
                <c:pt idx="189">
                  <c:v>66.652900000000002</c:v>
                </c:pt>
                <c:pt idx="190">
                  <c:v>55.320563999999997</c:v>
                </c:pt>
                <c:pt idx="191">
                  <c:v>40.479008</c:v>
                </c:pt>
                <c:pt idx="192">
                  <c:v>35.606327</c:v>
                </c:pt>
                <c:pt idx="193">
                  <c:v>40.702525999999999</c:v>
                </c:pt>
                <c:pt idx="194">
                  <c:v>37.46152</c:v>
                </c:pt>
                <c:pt idx="195">
                  <c:v>23.894013999999999</c:v>
                </c:pt>
                <c:pt idx="196">
                  <c:v>8.2701449999999994</c:v>
                </c:pt>
                <c:pt idx="197">
                  <c:v>12.718142</c:v>
                </c:pt>
                <c:pt idx="198">
                  <c:v>27.671457</c:v>
                </c:pt>
                <c:pt idx="199">
                  <c:v>39.428474000000001</c:v>
                </c:pt>
                <c:pt idx="200">
                  <c:v>31.158329999999999</c:v>
                </c:pt>
                <c:pt idx="201">
                  <c:v>13.701618</c:v>
                </c:pt>
                <c:pt idx="202">
                  <c:v>11.086465</c:v>
                </c:pt>
                <c:pt idx="203">
                  <c:v>18.641354</c:v>
                </c:pt>
                <c:pt idx="204">
                  <c:v>27.582049999999999</c:v>
                </c:pt>
                <c:pt idx="205">
                  <c:v>19.2225</c:v>
                </c:pt>
                <c:pt idx="206">
                  <c:v>10.572374</c:v>
                </c:pt>
                <c:pt idx="207">
                  <c:v>8.0242760000000004</c:v>
                </c:pt>
                <c:pt idx="208">
                  <c:v>10.058285</c:v>
                </c:pt>
                <c:pt idx="209">
                  <c:v>22.195281999999999</c:v>
                </c:pt>
                <c:pt idx="210">
                  <c:v>7.2643165999999999</c:v>
                </c:pt>
                <c:pt idx="211">
                  <c:v>3.1515957999999999</c:v>
                </c:pt>
                <c:pt idx="212">
                  <c:v>-0.49173837999999997</c:v>
                </c:pt>
                <c:pt idx="213">
                  <c:v>18.84252</c:v>
                </c:pt>
                <c:pt idx="214">
                  <c:v>32.097102999999997</c:v>
                </c:pt>
                <c:pt idx="215">
                  <c:v>27.671457</c:v>
                </c:pt>
                <c:pt idx="216">
                  <c:v>14.595688000000001</c:v>
                </c:pt>
                <c:pt idx="217">
                  <c:v>13.835729000000001</c:v>
                </c:pt>
                <c:pt idx="218">
                  <c:v>18.864871999999998</c:v>
                </c:pt>
                <c:pt idx="219">
                  <c:v>23.983421</c:v>
                </c:pt>
                <c:pt idx="220">
                  <c:v>5.4314736999999997</c:v>
                </c:pt>
                <c:pt idx="221">
                  <c:v>-8.9406975E-2</c:v>
                </c:pt>
                <c:pt idx="222">
                  <c:v>1.1846424</c:v>
                </c:pt>
                <c:pt idx="223">
                  <c:v>-2.0787122</c:v>
                </c:pt>
                <c:pt idx="224">
                  <c:v>9.9912290000000006</c:v>
                </c:pt>
                <c:pt idx="225">
                  <c:v>18.149616000000002</c:v>
                </c:pt>
                <c:pt idx="226">
                  <c:v>1.050532</c:v>
                </c:pt>
                <c:pt idx="227">
                  <c:v>1.7657877</c:v>
                </c:pt>
                <c:pt idx="228">
                  <c:v>10.795892</c:v>
                </c:pt>
                <c:pt idx="229">
                  <c:v>19.289555</c:v>
                </c:pt>
                <c:pt idx="230">
                  <c:v>12.405217</c:v>
                </c:pt>
                <c:pt idx="231">
                  <c:v>-0.5587936</c:v>
                </c:pt>
                <c:pt idx="232">
                  <c:v>-1.5422703</c:v>
                </c:pt>
                <c:pt idx="233">
                  <c:v>5.3867702</c:v>
                </c:pt>
                <c:pt idx="234">
                  <c:v>3.5986307000000002</c:v>
                </c:pt>
                <c:pt idx="235">
                  <c:v>-4.4032935999999996</c:v>
                </c:pt>
                <c:pt idx="236">
                  <c:v>-18.663706000000001</c:v>
                </c:pt>
                <c:pt idx="237">
                  <c:v>-12.718142</c:v>
                </c:pt>
                <c:pt idx="238">
                  <c:v>4.1797760000000004</c:v>
                </c:pt>
                <c:pt idx="239">
                  <c:v>18.686057999999999</c:v>
                </c:pt>
                <c:pt idx="240">
                  <c:v>2.3245814</c:v>
                </c:pt>
                <c:pt idx="241">
                  <c:v>-15.467407</c:v>
                </c:pt>
                <c:pt idx="242">
                  <c:v>-19.2225</c:v>
                </c:pt>
                <c:pt idx="243">
                  <c:v>-4.5374040000000004</c:v>
                </c:pt>
                <c:pt idx="244">
                  <c:v>4.2244796999999998</c:v>
                </c:pt>
                <c:pt idx="245">
                  <c:v>1.5422703</c:v>
                </c:pt>
                <c:pt idx="246">
                  <c:v>-3.5315753999999999</c:v>
                </c:pt>
                <c:pt idx="247">
                  <c:v>-4.6938662999999998</c:v>
                </c:pt>
                <c:pt idx="248">
                  <c:v>0.40233138000000002</c:v>
                </c:pt>
                <c:pt idx="249">
                  <c:v>-1.9893053000000001</c:v>
                </c:pt>
                <c:pt idx="250">
                  <c:v>-4.805625</c:v>
                </c:pt>
                <c:pt idx="251">
                  <c:v>-7.3090200000000003</c:v>
                </c:pt>
                <c:pt idx="252">
                  <c:v>-8.9854009999999995</c:v>
                </c:pt>
                <c:pt idx="253">
                  <c:v>-2.2798780000000001</c:v>
                </c:pt>
                <c:pt idx="254">
                  <c:v>2.4810436</c:v>
                </c:pt>
                <c:pt idx="255">
                  <c:v>-8.8736420000000003</c:v>
                </c:pt>
                <c:pt idx="256">
                  <c:v>-21.703543</c:v>
                </c:pt>
                <c:pt idx="257">
                  <c:v>-19.624829999999999</c:v>
                </c:pt>
                <c:pt idx="258">
                  <c:v>-2.883375</c:v>
                </c:pt>
                <c:pt idx="259">
                  <c:v>6.6608194999999997</c:v>
                </c:pt>
                <c:pt idx="260">
                  <c:v>-2.011657</c:v>
                </c:pt>
                <c:pt idx="261">
                  <c:v>-10.192394999999999</c:v>
                </c:pt>
                <c:pt idx="262">
                  <c:v>-9.4771389999999993</c:v>
                </c:pt>
                <c:pt idx="263">
                  <c:v>-3.2410028</c:v>
                </c:pt>
                <c:pt idx="264">
                  <c:v>8.6724770000000007</c:v>
                </c:pt>
                <c:pt idx="265">
                  <c:v>7.7337036000000001</c:v>
                </c:pt>
                <c:pt idx="266">
                  <c:v>3.1962993000000002</c:v>
                </c:pt>
                <c:pt idx="267">
                  <c:v>1.0058285</c:v>
                </c:pt>
                <c:pt idx="268">
                  <c:v>8.9406975E-2</c:v>
                </c:pt>
                <c:pt idx="269">
                  <c:v>8.9854009999999995</c:v>
                </c:pt>
                <c:pt idx="270">
                  <c:v>19.624829999999999</c:v>
                </c:pt>
                <c:pt idx="271">
                  <c:v>15.489758500000001</c:v>
                </c:pt>
                <c:pt idx="272">
                  <c:v>16.160309999999999</c:v>
                </c:pt>
                <c:pt idx="273">
                  <c:v>26.263297999999999</c:v>
                </c:pt>
                <c:pt idx="274">
                  <c:v>30.800702999999999</c:v>
                </c:pt>
                <c:pt idx="275">
                  <c:v>29.839576999999998</c:v>
                </c:pt>
                <c:pt idx="276">
                  <c:v>27.917328000000001</c:v>
                </c:pt>
                <c:pt idx="277">
                  <c:v>31.359497000000001</c:v>
                </c:pt>
                <c:pt idx="278">
                  <c:v>42.445959999999999</c:v>
                </c:pt>
                <c:pt idx="279">
                  <c:v>47.363346</c:v>
                </c:pt>
                <c:pt idx="280">
                  <c:v>44.949356000000002</c:v>
                </c:pt>
                <c:pt idx="281">
                  <c:v>47.005719999999997</c:v>
                </c:pt>
                <c:pt idx="282">
                  <c:v>57.175759999999997</c:v>
                </c:pt>
                <c:pt idx="283">
                  <c:v>68.038709999999995</c:v>
                </c:pt>
                <c:pt idx="284">
                  <c:v>78.924009999999996</c:v>
                </c:pt>
                <c:pt idx="285">
                  <c:v>78.76755</c:v>
                </c:pt>
                <c:pt idx="286">
                  <c:v>77.672309999999996</c:v>
                </c:pt>
                <c:pt idx="287">
                  <c:v>82.567345000000003</c:v>
                </c:pt>
                <c:pt idx="288">
                  <c:v>95.374889999999994</c:v>
                </c:pt>
                <c:pt idx="289">
                  <c:v>110.439964</c:v>
                </c:pt>
                <c:pt idx="290">
                  <c:v>112.47396999999999</c:v>
                </c:pt>
                <c:pt idx="291">
                  <c:v>103.8015</c:v>
                </c:pt>
                <c:pt idx="292">
                  <c:v>107.33307000000001</c:v>
                </c:pt>
                <c:pt idx="293">
                  <c:v>120.587654</c:v>
                </c:pt>
                <c:pt idx="294">
                  <c:v>133.68577999999999</c:v>
                </c:pt>
                <c:pt idx="295">
                  <c:v>126.712036</c:v>
                </c:pt>
                <c:pt idx="296">
                  <c:v>117.21254</c:v>
                </c:pt>
                <c:pt idx="297">
                  <c:v>119.00068</c:v>
                </c:pt>
                <c:pt idx="298">
                  <c:v>131.45060000000001</c:v>
                </c:pt>
                <c:pt idx="299">
                  <c:v>138.15612999999999</c:v>
                </c:pt>
                <c:pt idx="300">
                  <c:v>138.44669999999999</c:v>
                </c:pt>
                <c:pt idx="301">
                  <c:v>132.27762000000001</c:v>
                </c:pt>
                <c:pt idx="302">
                  <c:v>138.20084</c:v>
                </c:pt>
                <c:pt idx="303">
                  <c:v>152.95299</c:v>
                </c:pt>
                <c:pt idx="304">
                  <c:v>159.79262</c:v>
                </c:pt>
                <c:pt idx="305">
                  <c:v>151.29894999999999</c:v>
                </c:pt>
                <c:pt idx="306">
                  <c:v>144.41461000000001</c:v>
                </c:pt>
                <c:pt idx="307">
                  <c:v>147.05212</c:v>
                </c:pt>
                <c:pt idx="308">
                  <c:v>153.15414000000001</c:v>
                </c:pt>
                <c:pt idx="309">
                  <c:v>154.69642999999999</c:v>
                </c:pt>
                <c:pt idx="310">
                  <c:v>152.26008999999999</c:v>
                </c:pt>
                <c:pt idx="311">
                  <c:v>150.87427</c:v>
                </c:pt>
                <c:pt idx="312">
                  <c:v>164.15119999999999</c:v>
                </c:pt>
                <c:pt idx="313">
                  <c:v>175.52824000000001</c:v>
                </c:pt>
                <c:pt idx="314">
                  <c:v>181.42911000000001</c:v>
                </c:pt>
                <c:pt idx="315">
                  <c:v>174.96944999999999</c:v>
                </c:pt>
                <c:pt idx="316">
                  <c:v>167.45926</c:v>
                </c:pt>
                <c:pt idx="317">
                  <c:v>169.96266</c:v>
                </c:pt>
                <c:pt idx="318">
                  <c:v>176.75757999999999</c:v>
                </c:pt>
                <c:pt idx="319">
                  <c:v>189.45338000000001</c:v>
                </c:pt>
                <c:pt idx="320">
                  <c:v>187.66524000000001</c:v>
                </c:pt>
                <c:pt idx="321">
                  <c:v>183.48545999999999</c:v>
                </c:pt>
                <c:pt idx="322">
                  <c:v>187.59818999999999</c:v>
                </c:pt>
                <c:pt idx="323">
                  <c:v>198.30466999999999</c:v>
                </c:pt>
                <c:pt idx="324">
                  <c:v>200.02575999999999</c:v>
                </c:pt>
                <c:pt idx="325">
                  <c:v>197.70116999999999</c:v>
                </c:pt>
                <c:pt idx="326">
                  <c:v>201.56801999999999</c:v>
                </c:pt>
                <c:pt idx="327">
                  <c:v>203.7585</c:v>
                </c:pt>
                <c:pt idx="328">
                  <c:v>212.18510000000001</c:v>
                </c:pt>
                <c:pt idx="329">
                  <c:v>226.08788000000001</c:v>
                </c:pt>
                <c:pt idx="330">
                  <c:v>221.93047000000001</c:v>
                </c:pt>
                <c:pt idx="331">
                  <c:v>214.55438000000001</c:v>
                </c:pt>
                <c:pt idx="332">
                  <c:v>220.79052999999999</c:v>
                </c:pt>
                <c:pt idx="333">
                  <c:v>229.88767999999999</c:v>
                </c:pt>
                <c:pt idx="334">
                  <c:v>235.22975</c:v>
                </c:pt>
                <c:pt idx="335">
                  <c:v>223.20451</c:v>
                </c:pt>
                <c:pt idx="336">
                  <c:v>221.19286</c:v>
                </c:pt>
                <c:pt idx="337">
                  <c:v>225.23850999999999</c:v>
                </c:pt>
                <c:pt idx="338">
                  <c:v>239.67773</c:v>
                </c:pt>
                <c:pt idx="339">
                  <c:v>249.51253</c:v>
                </c:pt>
                <c:pt idx="340">
                  <c:v>234.80507</c:v>
                </c:pt>
                <c:pt idx="341">
                  <c:v>228.30070000000001</c:v>
                </c:pt>
                <c:pt idx="342">
                  <c:v>238.00136000000001</c:v>
                </c:pt>
                <c:pt idx="343">
                  <c:v>250.78657999999999</c:v>
                </c:pt>
                <c:pt idx="344">
                  <c:v>263.37060000000002</c:v>
                </c:pt>
                <c:pt idx="345">
                  <c:v>254.00522000000001</c:v>
                </c:pt>
                <c:pt idx="346">
                  <c:v>242.09173999999999</c:v>
                </c:pt>
                <c:pt idx="347">
                  <c:v>241.53294</c:v>
                </c:pt>
                <c:pt idx="348">
                  <c:v>257.89443999999997</c:v>
                </c:pt>
                <c:pt idx="349">
                  <c:v>268.6456</c:v>
                </c:pt>
                <c:pt idx="350">
                  <c:v>259.81668000000002</c:v>
                </c:pt>
                <c:pt idx="351">
                  <c:v>245.82447999999999</c:v>
                </c:pt>
                <c:pt idx="352">
                  <c:v>253.42407</c:v>
                </c:pt>
                <c:pt idx="353">
                  <c:v>264.93520000000001</c:v>
                </c:pt>
                <c:pt idx="354">
                  <c:v>270.79138</c:v>
                </c:pt>
                <c:pt idx="355">
                  <c:v>260.57663000000002</c:v>
                </c:pt>
                <c:pt idx="356">
                  <c:v>253.60289</c:v>
                </c:pt>
                <c:pt idx="357">
                  <c:v>259.97314</c:v>
                </c:pt>
                <c:pt idx="358">
                  <c:v>272.35602</c:v>
                </c:pt>
                <c:pt idx="359">
                  <c:v>279.53089999999997</c:v>
                </c:pt>
                <c:pt idx="360">
                  <c:v>270.61257999999998</c:v>
                </c:pt>
                <c:pt idx="361">
                  <c:v>258.74380000000002</c:v>
                </c:pt>
                <c:pt idx="362">
                  <c:v>259.63785000000001</c:v>
                </c:pt>
                <c:pt idx="363">
                  <c:v>265.73989999999998</c:v>
                </c:pt>
                <c:pt idx="364">
                  <c:v>268.75740000000002</c:v>
                </c:pt>
                <c:pt idx="365">
                  <c:v>262.27535999999998</c:v>
                </c:pt>
                <c:pt idx="366">
                  <c:v>259.41433999999998</c:v>
                </c:pt>
                <c:pt idx="367">
                  <c:v>263.01297</c:v>
                </c:pt>
                <c:pt idx="368">
                  <c:v>268.39974999999998</c:v>
                </c:pt>
                <c:pt idx="369">
                  <c:v>273.36182000000002</c:v>
                </c:pt>
                <c:pt idx="370">
                  <c:v>266.83510000000001</c:v>
                </c:pt>
                <c:pt idx="371">
                  <c:v>259.19083000000001</c:v>
                </c:pt>
                <c:pt idx="372">
                  <c:v>262.27535999999998</c:v>
                </c:pt>
                <c:pt idx="373">
                  <c:v>273.56299999999999</c:v>
                </c:pt>
                <c:pt idx="374">
                  <c:v>280.38028000000003</c:v>
                </c:pt>
                <c:pt idx="375">
                  <c:v>270.65726000000001</c:v>
                </c:pt>
                <c:pt idx="376">
                  <c:v>260.42016999999998</c:v>
                </c:pt>
                <c:pt idx="377">
                  <c:v>260.19666000000001</c:v>
                </c:pt>
                <c:pt idx="378">
                  <c:v>273.85358000000002</c:v>
                </c:pt>
                <c:pt idx="379">
                  <c:v>280.42500000000001</c:v>
                </c:pt>
                <c:pt idx="380">
                  <c:v>268.51150000000001</c:v>
                </c:pt>
                <c:pt idx="381">
                  <c:v>255.32397</c:v>
                </c:pt>
                <c:pt idx="382">
                  <c:v>263.77294999999998</c:v>
                </c:pt>
                <c:pt idx="383">
                  <c:v>280.98376000000002</c:v>
                </c:pt>
                <c:pt idx="384">
                  <c:v>290.4162</c:v>
                </c:pt>
                <c:pt idx="385">
                  <c:v>275.64172000000002</c:v>
                </c:pt>
                <c:pt idx="386">
                  <c:v>260.97897</c:v>
                </c:pt>
                <c:pt idx="387">
                  <c:v>262.27535999999998</c:v>
                </c:pt>
                <c:pt idx="388">
                  <c:v>265.38225999999997</c:v>
                </c:pt>
                <c:pt idx="389">
                  <c:v>267.50567999999998</c:v>
                </c:pt>
                <c:pt idx="390">
                  <c:v>260.88956000000002</c:v>
                </c:pt>
                <c:pt idx="391">
                  <c:v>251.36771999999999</c:v>
                </c:pt>
                <c:pt idx="392">
                  <c:v>244.39397</c:v>
                </c:pt>
                <c:pt idx="393">
                  <c:v>252.23944</c:v>
                </c:pt>
                <c:pt idx="394">
                  <c:v>260.26369999999997</c:v>
                </c:pt>
                <c:pt idx="395">
                  <c:v>242.69522000000001</c:v>
                </c:pt>
                <c:pt idx="396">
                  <c:v>233.37456</c:v>
                </c:pt>
                <c:pt idx="397">
                  <c:v>239.92361</c:v>
                </c:pt>
                <c:pt idx="398">
                  <c:v>246.51740000000001</c:v>
                </c:pt>
                <c:pt idx="399">
                  <c:v>249.73604</c:v>
                </c:pt>
                <c:pt idx="400">
                  <c:v>238.22488000000001</c:v>
                </c:pt>
                <c:pt idx="401">
                  <c:v>222.82452000000001</c:v>
                </c:pt>
                <c:pt idx="402">
                  <c:v>219.51646</c:v>
                </c:pt>
                <c:pt idx="403">
                  <c:v>235.00622999999999</c:v>
                </c:pt>
                <c:pt idx="404">
                  <c:v>240.66121999999999</c:v>
                </c:pt>
                <c:pt idx="405">
                  <c:v>226.51257000000001</c:v>
                </c:pt>
                <c:pt idx="406">
                  <c:v>219.15884</c:v>
                </c:pt>
                <c:pt idx="407">
                  <c:v>222.98098999999999</c:v>
                </c:pt>
                <c:pt idx="408">
                  <c:v>234.78271000000001</c:v>
                </c:pt>
                <c:pt idx="409">
                  <c:v>234.78271000000001</c:v>
                </c:pt>
                <c:pt idx="410">
                  <c:v>224.81383</c:v>
                </c:pt>
                <c:pt idx="411">
                  <c:v>214.77790999999999</c:v>
                </c:pt>
                <c:pt idx="412">
                  <c:v>220.58936</c:v>
                </c:pt>
                <c:pt idx="413">
                  <c:v>233.08398</c:v>
                </c:pt>
                <c:pt idx="414">
                  <c:v>237.10728</c:v>
                </c:pt>
                <c:pt idx="415">
                  <c:v>230.08885000000001</c:v>
                </c:pt>
                <c:pt idx="416">
                  <c:v>221.37165999999999</c:v>
                </c:pt>
                <c:pt idx="417">
                  <c:v>224.27739</c:v>
                </c:pt>
                <c:pt idx="418">
                  <c:v>232.92751999999999</c:v>
                </c:pt>
                <c:pt idx="419">
                  <c:v>238.40369000000001</c:v>
                </c:pt>
                <c:pt idx="420">
                  <c:v>228.27834999999999</c:v>
                </c:pt>
                <c:pt idx="421">
                  <c:v>219.56117</c:v>
                </c:pt>
                <c:pt idx="422">
                  <c:v>221.75165000000001</c:v>
                </c:pt>
                <c:pt idx="423">
                  <c:v>225.50674000000001</c:v>
                </c:pt>
                <c:pt idx="424">
                  <c:v>228.39009999999999</c:v>
                </c:pt>
                <c:pt idx="425">
                  <c:v>224.54561000000001</c:v>
                </c:pt>
                <c:pt idx="426">
                  <c:v>212.65448000000001</c:v>
                </c:pt>
                <c:pt idx="427">
                  <c:v>211.76042000000001</c:v>
                </c:pt>
                <c:pt idx="428">
                  <c:v>227.65251000000001</c:v>
                </c:pt>
                <c:pt idx="429">
                  <c:v>233.03927999999999</c:v>
                </c:pt>
                <c:pt idx="430">
                  <c:v>219.69528</c:v>
                </c:pt>
                <c:pt idx="431">
                  <c:v>211.87217999999999</c:v>
                </c:pt>
                <c:pt idx="432">
                  <c:v>212.98975999999999</c:v>
                </c:pt>
                <c:pt idx="433">
                  <c:v>223.00334000000001</c:v>
                </c:pt>
                <c:pt idx="434">
                  <c:v>220.27643</c:v>
                </c:pt>
                <c:pt idx="435">
                  <c:v>209.54759000000001</c:v>
                </c:pt>
                <c:pt idx="436">
                  <c:v>200.18222</c:v>
                </c:pt>
                <c:pt idx="437">
                  <c:v>200.51749000000001</c:v>
                </c:pt>
                <c:pt idx="438">
                  <c:v>209.59229999999999</c:v>
                </c:pt>
                <c:pt idx="439">
                  <c:v>212.85565</c:v>
                </c:pt>
                <c:pt idx="440">
                  <c:v>195.06366</c:v>
                </c:pt>
                <c:pt idx="441">
                  <c:v>182.18906000000001</c:v>
                </c:pt>
                <c:pt idx="442">
                  <c:v>179.66331</c:v>
                </c:pt>
                <c:pt idx="443">
                  <c:v>189.67689999999999</c:v>
                </c:pt>
                <c:pt idx="444">
                  <c:v>195.55539999999999</c:v>
                </c:pt>
                <c:pt idx="445">
                  <c:v>186.50294</c:v>
                </c:pt>
                <c:pt idx="446">
                  <c:v>180.46797000000001</c:v>
                </c:pt>
                <c:pt idx="447">
                  <c:v>194.48250999999999</c:v>
                </c:pt>
                <c:pt idx="448">
                  <c:v>211.26867999999999</c:v>
                </c:pt>
                <c:pt idx="449">
                  <c:v>214.53202999999999</c:v>
                </c:pt>
                <c:pt idx="450">
                  <c:v>201.12099000000001</c:v>
                </c:pt>
                <c:pt idx="451">
                  <c:v>207.89357000000001</c:v>
                </c:pt>
                <c:pt idx="452">
                  <c:v>238.47075000000001</c:v>
                </c:pt>
                <c:pt idx="453">
                  <c:v>273.54065000000003</c:v>
                </c:pt>
                <c:pt idx="454">
                  <c:v>317.88650000000001</c:v>
                </c:pt>
                <c:pt idx="455">
                  <c:v>360.66771999999997</c:v>
                </c:pt>
                <c:pt idx="456">
                  <c:v>390.28377999999998</c:v>
                </c:pt>
                <c:pt idx="457">
                  <c:v>401.3032</c:v>
                </c:pt>
                <c:pt idx="458">
                  <c:v>297.30054000000001</c:v>
                </c:pt>
                <c:pt idx="459">
                  <c:v>146.15805</c:v>
                </c:pt>
                <c:pt idx="460">
                  <c:v>40.479008</c:v>
                </c:pt>
                <c:pt idx="461">
                  <c:v>-35.539271999999997</c:v>
                </c:pt>
                <c:pt idx="462">
                  <c:v>-101.387505</c:v>
                </c:pt>
                <c:pt idx="463">
                  <c:v>-185.02773999999999</c:v>
                </c:pt>
                <c:pt idx="464">
                  <c:v>-281.36376999999999</c:v>
                </c:pt>
                <c:pt idx="465">
                  <c:v>-402.44315</c:v>
                </c:pt>
                <c:pt idx="466">
                  <c:v>-538.54290000000003</c:v>
                </c:pt>
                <c:pt idx="467">
                  <c:v>-672.31809999999996</c:v>
                </c:pt>
                <c:pt idx="468">
                  <c:v>-811.90470000000005</c:v>
                </c:pt>
                <c:pt idx="469">
                  <c:v>-971.94320000000005</c:v>
                </c:pt>
                <c:pt idx="470">
                  <c:v>-1147.2479000000001</c:v>
                </c:pt>
                <c:pt idx="471">
                  <c:v>-1321.6586</c:v>
                </c:pt>
                <c:pt idx="472">
                  <c:v>-1487.5755999999999</c:v>
                </c:pt>
                <c:pt idx="473">
                  <c:v>-1639.1875</c:v>
                </c:pt>
                <c:pt idx="474">
                  <c:v>-1765.8324</c:v>
                </c:pt>
                <c:pt idx="475">
                  <c:v>-1898.423</c:v>
                </c:pt>
                <c:pt idx="476">
                  <c:v>-2016.6638</c:v>
                </c:pt>
                <c:pt idx="477">
                  <c:v>-2105.7130999999999</c:v>
                </c:pt>
                <c:pt idx="478">
                  <c:v>-2175.8305999999998</c:v>
                </c:pt>
                <c:pt idx="479">
                  <c:v>-2227.4854</c:v>
                </c:pt>
                <c:pt idx="480">
                  <c:v>-2278.3580000000002</c:v>
                </c:pt>
                <c:pt idx="481">
                  <c:v>-2318.0770000000002</c:v>
                </c:pt>
                <c:pt idx="482">
                  <c:v>-2333.6116000000002</c:v>
                </c:pt>
                <c:pt idx="483">
                  <c:v>-2332.0021999999999</c:v>
                </c:pt>
                <c:pt idx="484">
                  <c:v>-2339.0875999999998</c:v>
                </c:pt>
                <c:pt idx="485">
                  <c:v>-2337.4560000000001</c:v>
                </c:pt>
                <c:pt idx="486">
                  <c:v>-2325.4531000000002</c:v>
                </c:pt>
                <c:pt idx="487">
                  <c:v>-2294.9652999999998</c:v>
                </c:pt>
                <c:pt idx="488">
                  <c:v>-2258.3533000000002</c:v>
                </c:pt>
                <c:pt idx="489">
                  <c:v>-2227.2395000000001</c:v>
                </c:pt>
                <c:pt idx="490">
                  <c:v>-2201.7139000000002</c:v>
                </c:pt>
                <c:pt idx="491">
                  <c:v>-2170.3766999999998</c:v>
                </c:pt>
                <c:pt idx="492">
                  <c:v>-2120.3760000000002</c:v>
                </c:pt>
                <c:pt idx="493">
                  <c:v>-2071.0010000000002</c:v>
                </c:pt>
                <c:pt idx="494">
                  <c:v>-2029.6278</c:v>
                </c:pt>
                <c:pt idx="495">
                  <c:v>-1989.6851999999999</c:v>
                </c:pt>
                <c:pt idx="496">
                  <c:v>-1943.0146</c:v>
                </c:pt>
                <c:pt idx="497">
                  <c:v>-1896.4784</c:v>
                </c:pt>
                <c:pt idx="498">
                  <c:v>-1852.7360000000001</c:v>
                </c:pt>
                <c:pt idx="499">
                  <c:v>-1800.88</c:v>
                </c:pt>
                <c:pt idx="500">
                  <c:v>-1765.5864999999999</c:v>
                </c:pt>
                <c:pt idx="501">
                  <c:v>-1736.5070000000001</c:v>
                </c:pt>
                <c:pt idx="502">
                  <c:v>-1684.6732</c:v>
                </c:pt>
                <c:pt idx="503">
                  <c:v>-1636.9299000000001</c:v>
                </c:pt>
                <c:pt idx="504">
                  <c:v>-1602.3965000000001</c:v>
                </c:pt>
                <c:pt idx="505">
                  <c:v>-1579.1954000000001</c:v>
                </c:pt>
                <c:pt idx="506">
                  <c:v>-1552.9767999999999</c:v>
                </c:pt>
                <c:pt idx="507">
                  <c:v>-1514.2189000000001</c:v>
                </c:pt>
                <c:pt idx="508">
                  <c:v>-1468.8448000000001</c:v>
                </c:pt>
                <c:pt idx="509">
                  <c:v>-1441.598</c:v>
                </c:pt>
                <c:pt idx="510">
                  <c:v>-1420.5651</c:v>
                </c:pt>
                <c:pt idx="511">
                  <c:v>-1394.5253</c:v>
                </c:pt>
                <c:pt idx="512">
                  <c:v>-1369.4467</c:v>
                </c:pt>
                <c:pt idx="513">
                  <c:v>-1344.2114999999999</c:v>
                </c:pt>
                <c:pt idx="514">
                  <c:v>-1318.8646000000001</c:v>
                </c:pt>
                <c:pt idx="515">
                  <c:v>-1307.3982000000001</c:v>
                </c:pt>
                <c:pt idx="516">
                  <c:v>-1290.232</c:v>
                </c:pt>
                <c:pt idx="517">
                  <c:v>-1253.6869999999999</c:v>
                </c:pt>
                <c:pt idx="518">
                  <c:v>-1208.2905000000001</c:v>
                </c:pt>
                <c:pt idx="519">
                  <c:v>-1173.8912</c:v>
                </c:pt>
                <c:pt idx="520">
                  <c:v>-1151.2489</c:v>
                </c:pt>
                <c:pt idx="521">
                  <c:v>-1127.0419999999999</c:v>
                </c:pt>
                <c:pt idx="522">
                  <c:v>-1103.4833000000001</c:v>
                </c:pt>
                <c:pt idx="523">
                  <c:v>-1068.5028</c:v>
                </c:pt>
                <c:pt idx="524">
                  <c:v>-1035.0645999999999</c:v>
                </c:pt>
                <c:pt idx="525">
                  <c:v>-1026.0344</c:v>
                </c:pt>
                <c:pt idx="526">
                  <c:v>-1009.74005</c:v>
                </c:pt>
                <c:pt idx="527">
                  <c:v>-988.81885</c:v>
                </c:pt>
                <c:pt idx="528">
                  <c:v>-969.32806000000005</c:v>
                </c:pt>
                <c:pt idx="529">
                  <c:v>-949.32324000000006</c:v>
                </c:pt>
                <c:pt idx="530">
                  <c:v>-943.80237</c:v>
                </c:pt>
                <c:pt idx="531">
                  <c:v>-940.89660000000003</c:v>
                </c:pt>
                <c:pt idx="532">
                  <c:v>-915.41565000000003</c:v>
                </c:pt>
                <c:pt idx="533">
                  <c:v>-882.22329999999999</c:v>
                </c:pt>
                <c:pt idx="534">
                  <c:v>-857.72577000000001</c:v>
                </c:pt>
                <c:pt idx="535">
                  <c:v>-850.23800000000006</c:v>
                </c:pt>
                <c:pt idx="536">
                  <c:v>-822.49945000000002</c:v>
                </c:pt>
                <c:pt idx="537">
                  <c:v>-795.90089999999998</c:v>
                </c:pt>
                <c:pt idx="538">
                  <c:v>-772.65509999999995</c:v>
                </c:pt>
                <c:pt idx="539">
                  <c:v>-749.78925000000004</c:v>
                </c:pt>
                <c:pt idx="540">
                  <c:v>-744.62599999999998</c:v>
                </c:pt>
                <c:pt idx="541">
                  <c:v>-733.67364999999995</c:v>
                </c:pt>
                <c:pt idx="542">
                  <c:v>-714.60760000000005</c:v>
                </c:pt>
                <c:pt idx="543">
                  <c:v>-694.26750000000004</c:v>
                </c:pt>
                <c:pt idx="544">
                  <c:v>-685.46094000000005</c:v>
                </c:pt>
                <c:pt idx="545">
                  <c:v>-683.62805000000003</c:v>
                </c:pt>
                <c:pt idx="546">
                  <c:v>-668.92065000000002</c:v>
                </c:pt>
                <c:pt idx="547">
                  <c:v>-649.72046</c:v>
                </c:pt>
                <c:pt idx="548">
                  <c:v>-621.04319999999996</c:v>
                </c:pt>
                <c:pt idx="549">
                  <c:v>-601.86540000000002</c:v>
                </c:pt>
                <c:pt idx="550">
                  <c:v>-597.70799999999997</c:v>
                </c:pt>
                <c:pt idx="551">
                  <c:v>-575.60209999999995</c:v>
                </c:pt>
                <c:pt idx="552">
                  <c:v>-545.98609999999996</c:v>
                </c:pt>
                <c:pt idx="553">
                  <c:v>-521.55560000000003</c:v>
                </c:pt>
                <c:pt idx="554">
                  <c:v>-498.48862000000003</c:v>
                </c:pt>
                <c:pt idx="555">
                  <c:v>-484.45170000000002</c:v>
                </c:pt>
                <c:pt idx="556">
                  <c:v>-483.02118000000002</c:v>
                </c:pt>
                <c:pt idx="557">
                  <c:v>-462.01053000000002</c:v>
                </c:pt>
                <c:pt idx="558">
                  <c:v>-430.71807999999999</c:v>
                </c:pt>
                <c:pt idx="559">
                  <c:v>-410.95916999999997</c:v>
                </c:pt>
                <c:pt idx="560">
                  <c:v>-405.32650000000001</c:v>
                </c:pt>
                <c:pt idx="561">
                  <c:v>-405.01357999999999</c:v>
                </c:pt>
                <c:pt idx="562">
                  <c:v>-379.10789999999997</c:v>
                </c:pt>
                <c:pt idx="563">
                  <c:v>-341.84755999999999</c:v>
                </c:pt>
                <c:pt idx="564">
                  <c:v>-324.65910000000002</c:v>
                </c:pt>
                <c:pt idx="565">
                  <c:v>-325.62020000000001</c:v>
                </c:pt>
                <c:pt idx="566">
                  <c:v>-316.92538000000002</c:v>
                </c:pt>
                <c:pt idx="567">
                  <c:v>-292.58431999999999</c:v>
                </c:pt>
                <c:pt idx="568">
                  <c:v>-268.66797000000003</c:v>
                </c:pt>
                <c:pt idx="569">
                  <c:v>-246.76326</c:v>
                </c:pt>
                <c:pt idx="570">
                  <c:v>-240.92944</c:v>
                </c:pt>
                <c:pt idx="571">
                  <c:v>-236.19086999999999</c:v>
                </c:pt>
                <c:pt idx="572">
                  <c:v>-211.69336000000001</c:v>
                </c:pt>
                <c:pt idx="573">
                  <c:v>-187.64287999999999</c:v>
                </c:pt>
                <c:pt idx="574">
                  <c:v>-176.66818000000001</c:v>
                </c:pt>
                <c:pt idx="575">
                  <c:v>-175.79646</c:v>
                </c:pt>
                <c:pt idx="576">
                  <c:v>-176.48936</c:v>
                </c:pt>
                <c:pt idx="577">
                  <c:v>-168.86742000000001</c:v>
                </c:pt>
                <c:pt idx="578">
                  <c:v>-151.79069999999999</c:v>
                </c:pt>
                <c:pt idx="579">
                  <c:v>-138.37965</c:v>
                </c:pt>
                <c:pt idx="580">
                  <c:v>-142.55941999999999</c:v>
                </c:pt>
                <c:pt idx="581">
                  <c:v>-146.06864999999999</c:v>
                </c:pt>
                <c:pt idx="582">
                  <c:v>-134.33398</c:v>
                </c:pt>
                <c:pt idx="583">
                  <c:v>-124.85684000000001</c:v>
                </c:pt>
                <c:pt idx="584">
                  <c:v>-117.83839</c:v>
                </c:pt>
                <c:pt idx="585">
                  <c:v>-113.97154</c:v>
                </c:pt>
                <c:pt idx="586">
                  <c:v>-125.43799</c:v>
                </c:pt>
                <c:pt idx="587">
                  <c:v>-123.24751999999999</c:v>
                </c:pt>
                <c:pt idx="588">
                  <c:v>-100.35933</c:v>
                </c:pt>
                <c:pt idx="589">
                  <c:v>-83.684929999999994</c:v>
                </c:pt>
                <c:pt idx="590">
                  <c:v>-86.076570000000004</c:v>
                </c:pt>
                <c:pt idx="591">
                  <c:v>-83.863740000000007</c:v>
                </c:pt>
                <c:pt idx="592">
                  <c:v>-71.838509999999999</c:v>
                </c:pt>
                <c:pt idx="593">
                  <c:v>-57.68985</c:v>
                </c:pt>
                <c:pt idx="594">
                  <c:v>-54.202976</c:v>
                </c:pt>
                <c:pt idx="595">
                  <c:v>-61.914332999999999</c:v>
                </c:pt>
                <c:pt idx="596">
                  <c:v>-62.696643999999999</c:v>
                </c:pt>
                <c:pt idx="597">
                  <c:v>-53.375959999999999</c:v>
                </c:pt>
                <c:pt idx="598">
                  <c:v>-31.895938999999998</c:v>
                </c:pt>
                <c:pt idx="599">
                  <c:v>-14.662744</c:v>
                </c:pt>
                <c:pt idx="600">
                  <c:v>-20.407143000000001</c:v>
                </c:pt>
                <c:pt idx="601">
                  <c:v>-30.532482000000002</c:v>
                </c:pt>
                <c:pt idx="602">
                  <c:v>-20.116569999999999</c:v>
                </c:pt>
                <c:pt idx="603">
                  <c:v>6.1020260000000004</c:v>
                </c:pt>
                <c:pt idx="604">
                  <c:v>12.695790000000001</c:v>
                </c:pt>
                <c:pt idx="605">
                  <c:v>6.2361364000000004</c:v>
                </c:pt>
                <c:pt idx="606">
                  <c:v>3.8892034999999998</c:v>
                </c:pt>
                <c:pt idx="607">
                  <c:v>12.204052000000001</c:v>
                </c:pt>
                <c:pt idx="608">
                  <c:v>34.22052</c:v>
                </c:pt>
                <c:pt idx="609">
                  <c:v>48.235059999999997</c:v>
                </c:pt>
                <c:pt idx="610">
                  <c:v>42.289496999999997</c:v>
                </c:pt>
                <c:pt idx="611">
                  <c:v>30.353666</c:v>
                </c:pt>
                <c:pt idx="612">
                  <c:v>40.858986000000002</c:v>
                </c:pt>
                <c:pt idx="613">
                  <c:v>50.917270000000002</c:v>
                </c:pt>
                <c:pt idx="614">
                  <c:v>59.522694000000001</c:v>
                </c:pt>
                <c:pt idx="615">
                  <c:v>56.415799999999997</c:v>
                </c:pt>
                <c:pt idx="616">
                  <c:v>43.049458000000001</c:v>
                </c:pt>
                <c:pt idx="617">
                  <c:v>46.201053999999999</c:v>
                </c:pt>
                <c:pt idx="618">
                  <c:v>58.002772999999998</c:v>
                </c:pt>
                <c:pt idx="619">
                  <c:v>64.641239999999996</c:v>
                </c:pt>
                <c:pt idx="620">
                  <c:v>56.728724999999997</c:v>
                </c:pt>
                <c:pt idx="621">
                  <c:v>41.55189</c:v>
                </c:pt>
                <c:pt idx="622">
                  <c:v>52.83952</c:v>
                </c:pt>
                <c:pt idx="623">
                  <c:v>63.52366</c:v>
                </c:pt>
                <c:pt idx="624">
                  <c:v>73.671350000000004</c:v>
                </c:pt>
                <c:pt idx="625">
                  <c:v>71.145600000000002</c:v>
                </c:pt>
                <c:pt idx="626">
                  <c:v>56.907539999999997</c:v>
                </c:pt>
                <c:pt idx="627">
                  <c:v>69.156295999999998</c:v>
                </c:pt>
                <c:pt idx="628">
                  <c:v>80.868610000000004</c:v>
                </c:pt>
                <c:pt idx="629">
                  <c:v>87.59648</c:v>
                </c:pt>
                <c:pt idx="630">
                  <c:v>76.331209999999999</c:v>
                </c:pt>
                <c:pt idx="631">
                  <c:v>58.896842999999997</c:v>
                </c:pt>
                <c:pt idx="632">
                  <c:v>58.360399999999998</c:v>
                </c:pt>
                <c:pt idx="633">
                  <c:v>66.518789999999996</c:v>
                </c:pt>
                <c:pt idx="634">
                  <c:v>76.241799999999998</c:v>
                </c:pt>
                <c:pt idx="635">
                  <c:v>66.697599999999994</c:v>
                </c:pt>
                <c:pt idx="636">
                  <c:v>58.181587</c:v>
                </c:pt>
                <c:pt idx="637">
                  <c:v>57.220463000000002</c:v>
                </c:pt>
                <c:pt idx="638">
                  <c:v>69.133939999999996</c:v>
                </c:pt>
                <c:pt idx="639">
                  <c:v>73.492530000000002</c:v>
                </c:pt>
                <c:pt idx="640">
                  <c:v>70.095070000000007</c:v>
                </c:pt>
                <c:pt idx="641">
                  <c:v>57.175759999999997</c:v>
                </c:pt>
                <c:pt idx="642">
                  <c:v>64.574190000000002</c:v>
                </c:pt>
                <c:pt idx="643">
                  <c:v>69.424515</c:v>
                </c:pt>
                <c:pt idx="644">
                  <c:v>78.812250000000006</c:v>
                </c:pt>
                <c:pt idx="645">
                  <c:v>76.308850000000007</c:v>
                </c:pt>
                <c:pt idx="646">
                  <c:v>61.221428000000003</c:v>
                </c:pt>
                <c:pt idx="647">
                  <c:v>61.333187000000002</c:v>
                </c:pt>
                <c:pt idx="648">
                  <c:v>76.644130000000004</c:v>
                </c:pt>
                <c:pt idx="649">
                  <c:v>88.535255000000006</c:v>
                </c:pt>
                <c:pt idx="650">
                  <c:v>75.727710000000002</c:v>
                </c:pt>
                <c:pt idx="651">
                  <c:v>60.17089</c:v>
                </c:pt>
                <c:pt idx="652">
                  <c:v>65.423550000000006</c:v>
                </c:pt>
                <c:pt idx="653">
                  <c:v>84.601349999999996</c:v>
                </c:pt>
                <c:pt idx="654">
                  <c:v>95.397239999999996</c:v>
                </c:pt>
                <c:pt idx="655">
                  <c:v>86.635360000000006</c:v>
                </c:pt>
                <c:pt idx="656">
                  <c:v>74.341899999999995</c:v>
                </c:pt>
                <c:pt idx="657">
                  <c:v>79.661609999999996</c:v>
                </c:pt>
                <c:pt idx="658">
                  <c:v>92.580924999999993</c:v>
                </c:pt>
                <c:pt idx="659">
                  <c:v>89.630489999999995</c:v>
                </c:pt>
                <c:pt idx="660">
                  <c:v>72.464354999999998</c:v>
                </c:pt>
                <c:pt idx="661">
                  <c:v>64.462429999999998</c:v>
                </c:pt>
                <c:pt idx="662">
                  <c:v>65.624719999999996</c:v>
                </c:pt>
                <c:pt idx="663">
                  <c:v>74.341899999999995</c:v>
                </c:pt>
                <c:pt idx="664">
                  <c:v>87.708243999999993</c:v>
                </c:pt>
                <c:pt idx="665">
                  <c:v>80.645089999999996</c:v>
                </c:pt>
                <c:pt idx="666">
                  <c:v>65.289444000000003</c:v>
                </c:pt>
                <c:pt idx="667">
                  <c:v>61.064964000000003</c:v>
                </c:pt>
                <c:pt idx="668">
                  <c:v>72.039670000000001</c:v>
                </c:pt>
                <c:pt idx="669">
                  <c:v>80.287459999999996</c:v>
                </c:pt>
                <c:pt idx="670">
                  <c:v>71.659689999999998</c:v>
                </c:pt>
                <c:pt idx="671">
                  <c:v>61.377890000000001</c:v>
                </c:pt>
                <c:pt idx="672">
                  <c:v>62.070793000000002</c:v>
                </c:pt>
                <c:pt idx="673">
                  <c:v>74.073679999999996</c:v>
                </c:pt>
                <c:pt idx="674">
                  <c:v>80.175704999999994</c:v>
                </c:pt>
                <c:pt idx="675">
                  <c:v>59.589750000000002</c:v>
                </c:pt>
                <c:pt idx="676">
                  <c:v>48.458579999999998</c:v>
                </c:pt>
                <c:pt idx="677">
                  <c:v>53.174796999999998</c:v>
                </c:pt>
                <c:pt idx="678">
                  <c:v>62.674289999999999</c:v>
                </c:pt>
                <c:pt idx="679">
                  <c:v>66.339969999999994</c:v>
                </c:pt>
                <c:pt idx="680">
                  <c:v>56.885185</c:v>
                </c:pt>
                <c:pt idx="681">
                  <c:v>34.488742999999999</c:v>
                </c:pt>
                <c:pt idx="682">
                  <c:v>40.210790000000003</c:v>
                </c:pt>
                <c:pt idx="683">
                  <c:v>55.834656000000003</c:v>
                </c:pt>
                <c:pt idx="684">
                  <c:v>62.316659999999999</c:v>
                </c:pt>
                <c:pt idx="685">
                  <c:v>54.940586000000003</c:v>
                </c:pt>
                <c:pt idx="686">
                  <c:v>42.267147000000001</c:v>
                </c:pt>
                <c:pt idx="687">
                  <c:v>35.628680000000003</c:v>
                </c:pt>
                <c:pt idx="688">
                  <c:v>46.89396</c:v>
                </c:pt>
                <c:pt idx="689">
                  <c:v>57.533386</c:v>
                </c:pt>
                <c:pt idx="690">
                  <c:v>55.611136999999999</c:v>
                </c:pt>
                <c:pt idx="691">
                  <c:v>44.658783</c:v>
                </c:pt>
                <c:pt idx="692">
                  <c:v>51.431362</c:v>
                </c:pt>
                <c:pt idx="693">
                  <c:v>72.21848</c:v>
                </c:pt>
                <c:pt idx="694">
                  <c:v>82.969669999999994</c:v>
                </c:pt>
                <c:pt idx="695">
                  <c:v>72.173779999999994</c:v>
                </c:pt>
                <c:pt idx="696">
                  <c:v>63.970689999999998</c:v>
                </c:pt>
                <c:pt idx="697">
                  <c:v>68.128110000000007</c:v>
                </c:pt>
                <c:pt idx="698">
                  <c:v>77.605255</c:v>
                </c:pt>
                <c:pt idx="699">
                  <c:v>87.752944999999997</c:v>
                </c:pt>
                <c:pt idx="700">
                  <c:v>89.094049999999996</c:v>
                </c:pt>
                <c:pt idx="701">
                  <c:v>89.429329999999993</c:v>
                </c:pt>
                <c:pt idx="702">
                  <c:v>97.967690000000005</c:v>
                </c:pt>
                <c:pt idx="703">
                  <c:v>114.19504999999999</c:v>
                </c:pt>
                <c:pt idx="704">
                  <c:v>120.85587</c:v>
                </c:pt>
                <c:pt idx="705">
                  <c:v>114.68680000000001</c:v>
                </c:pt>
                <c:pt idx="706">
                  <c:v>107.95892000000001</c:v>
                </c:pt>
                <c:pt idx="707">
                  <c:v>116.60905</c:v>
                </c:pt>
                <c:pt idx="708">
                  <c:v>139.98896999999999</c:v>
                </c:pt>
                <c:pt idx="709">
                  <c:v>152.46124</c:v>
                </c:pt>
                <c:pt idx="710">
                  <c:v>143.40878000000001</c:v>
                </c:pt>
                <c:pt idx="711">
                  <c:v>143.98992999999999</c:v>
                </c:pt>
                <c:pt idx="712">
                  <c:v>165.60406</c:v>
                </c:pt>
                <c:pt idx="713">
                  <c:v>191.21915999999999</c:v>
                </c:pt>
                <c:pt idx="714">
                  <c:v>204.29494</c:v>
                </c:pt>
                <c:pt idx="715">
                  <c:v>197.52234999999999</c:v>
                </c:pt>
                <c:pt idx="716">
                  <c:v>181.74202</c:v>
                </c:pt>
                <c:pt idx="717">
                  <c:v>184.20070999999999</c:v>
                </c:pt>
                <c:pt idx="718">
                  <c:v>192.58262999999999</c:v>
                </c:pt>
                <c:pt idx="719">
                  <c:v>190.07921999999999</c:v>
                </c:pt>
                <c:pt idx="720">
                  <c:v>173.85186999999999</c:v>
                </c:pt>
                <c:pt idx="721">
                  <c:v>152.95299</c:v>
                </c:pt>
                <c:pt idx="722">
                  <c:v>153.08709999999999</c:v>
                </c:pt>
                <c:pt idx="723">
                  <c:v>167.14635000000001</c:v>
                </c:pt>
                <c:pt idx="724">
                  <c:v>172.80133000000001</c:v>
                </c:pt>
                <c:pt idx="725">
                  <c:v>160.57491999999999</c:v>
                </c:pt>
                <c:pt idx="726">
                  <c:v>147.38740000000001</c:v>
                </c:pt>
                <c:pt idx="727">
                  <c:v>158.54092</c:v>
                </c:pt>
                <c:pt idx="728">
                  <c:v>177.04816</c:v>
                </c:pt>
                <c:pt idx="729">
                  <c:v>184.69246000000001</c:v>
                </c:pt>
                <c:pt idx="730">
                  <c:v>178.09870000000001</c:v>
                </c:pt>
                <c:pt idx="731">
                  <c:v>172.48840000000001</c:v>
                </c:pt>
                <c:pt idx="732">
                  <c:v>180.57973999999999</c:v>
                </c:pt>
                <c:pt idx="733">
                  <c:v>202.41739000000001</c:v>
                </c:pt>
                <c:pt idx="734">
                  <c:v>219.85175000000001</c:v>
                </c:pt>
                <c:pt idx="735">
                  <c:v>215.40375</c:v>
                </c:pt>
                <c:pt idx="736">
                  <c:v>209.18996999999999</c:v>
                </c:pt>
                <c:pt idx="737">
                  <c:v>224.99265</c:v>
                </c:pt>
                <c:pt idx="738">
                  <c:v>249.40075999999999</c:v>
                </c:pt>
                <c:pt idx="739">
                  <c:v>255.97218000000001</c:v>
                </c:pt>
                <c:pt idx="740">
                  <c:v>255.21222</c:v>
                </c:pt>
                <c:pt idx="741">
                  <c:v>253.78171</c:v>
                </c:pt>
                <c:pt idx="742">
                  <c:v>265.22579999999999</c:v>
                </c:pt>
                <c:pt idx="743">
                  <c:v>283.37540000000001</c:v>
                </c:pt>
                <c:pt idx="744">
                  <c:v>302.44144</c:v>
                </c:pt>
                <c:pt idx="745">
                  <c:v>307.49295000000001</c:v>
                </c:pt>
                <c:pt idx="746">
                  <c:v>297.76992999999999</c:v>
                </c:pt>
                <c:pt idx="747">
                  <c:v>308.18585000000002</c:v>
                </c:pt>
                <c:pt idx="748">
                  <c:v>334.24799999999999</c:v>
                </c:pt>
                <c:pt idx="749">
                  <c:v>345.26740000000001</c:v>
                </c:pt>
                <c:pt idx="750">
                  <c:v>341.33346999999998</c:v>
                </c:pt>
                <c:pt idx="751">
                  <c:v>335.00792999999999</c:v>
                </c:pt>
                <c:pt idx="752">
                  <c:v>346.16147000000001</c:v>
                </c:pt>
                <c:pt idx="753">
                  <c:v>374.45877000000002</c:v>
                </c:pt>
                <c:pt idx="754">
                  <c:v>395</c:v>
                </c:pt>
                <c:pt idx="755">
                  <c:v>383.51119999999997</c:v>
                </c:pt>
                <c:pt idx="756">
                  <c:v>372.93884000000003</c:v>
                </c:pt>
                <c:pt idx="757">
                  <c:v>399.7833</c:v>
                </c:pt>
                <c:pt idx="758">
                  <c:v>414.46838000000002</c:v>
                </c:pt>
                <c:pt idx="759">
                  <c:v>424.34784000000002</c:v>
                </c:pt>
                <c:pt idx="760">
                  <c:v>410.13213999999999</c:v>
                </c:pt>
                <c:pt idx="761">
                  <c:v>398.26337000000001</c:v>
                </c:pt>
                <c:pt idx="762">
                  <c:v>416.65884</c:v>
                </c:pt>
                <c:pt idx="763">
                  <c:v>448.10775999999998</c:v>
                </c:pt>
                <c:pt idx="764">
                  <c:v>453.51688000000001</c:v>
                </c:pt>
                <c:pt idx="765">
                  <c:v>440.53052000000002</c:v>
                </c:pt>
                <c:pt idx="766">
                  <c:v>430.94162</c:v>
                </c:pt>
                <c:pt idx="767">
                  <c:v>440.84343999999999</c:v>
                </c:pt>
                <c:pt idx="768">
                  <c:v>464.82684</c:v>
                </c:pt>
                <c:pt idx="769">
                  <c:v>475.35451999999998</c:v>
                </c:pt>
                <c:pt idx="770">
                  <c:v>457.36135999999999</c:v>
                </c:pt>
                <c:pt idx="771">
                  <c:v>447.37015000000002</c:v>
                </c:pt>
                <c:pt idx="772">
                  <c:v>459.08246000000003</c:v>
                </c:pt>
                <c:pt idx="773">
                  <c:v>478.34967</c:v>
                </c:pt>
                <c:pt idx="774">
                  <c:v>485.12222000000003</c:v>
                </c:pt>
                <c:pt idx="775">
                  <c:v>477.54498000000001</c:v>
                </c:pt>
                <c:pt idx="776">
                  <c:v>460.69177000000002</c:v>
                </c:pt>
                <c:pt idx="777">
                  <c:v>468.55959999999999</c:v>
                </c:pt>
                <c:pt idx="778">
                  <c:v>497.59453999999999</c:v>
                </c:pt>
                <c:pt idx="779">
                  <c:v>510.13385</c:v>
                </c:pt>
                <c:pt idx="780">
                  <c:v>486.06099999999998</c:v>
                </c:pt>
                <c:pt idx="781">
                  <c:v>472.87347</c:v>
                </c:pt>
                <c:pt idx="782">
                  <c:v>483.95992999999999</c:v>
                </c:pt>
                <c:pt idx="783">
                  <c:v>498.46625</c:v>
                </c:pt>
                <c:pt idx="784">
                  <c:v>504.32242000000002</c:v>
                </c:pt>
                <c:pt idx="785">
                  <c:v>494.86759999999998</c:v>
                </c:pt>
                <c:pt idx="786">
                  <c:v>483.49056999999999</c:v>
                </c:pt>
                <c:pt idx="787">
                  <c:v>496.20873999999998</c:v>
                </c:pt>
                <c:pt idx="788">
                  <c:v>521.35442999999998</c:v>
                </c:pt>
                <c:pt idx="789">
                  <c:v>530.69745</c:v>
                </c:pt>
                <c:pt idx="790">
                  <c:v>520.92975000000001</c:v>
                </c:pt>
                <c:pt idx="791">
                  <c:v>510.58089999999999</c:v>
                </c:pt>
                <c:pt idx="792">
                  <c:v>525.22130000000004</c:v>
                </c:pt>
                <c:pt idx="793">
                  <c:v>545.33780000000002</c:v>
                </c:pt>
                <c:pt idx="794">
                  <c:v>552.73626999999999</c:v>
                </c:pt>
                <c:pt idx="795">
                  <c:v>553.00450000000001</c:v>
                </c:pt>
                <c:pt idx="796">
                  <c:v>550.09875</c:v>
                </c:pt>
                <c:pt idx="797">
                  <c:v>550.74694999999997</c:v>
                </c:pt>
                <c:pt idx="798">
                  <c:v>564.58270000000005</c:v>
                </c:pt>
                <c:pt idx="799">
                  <c:v>569.83540000000005</c:v>
                </c:pt>
                <c:pt idx="800">
                  <c:v>561.22990000000004</c:v>
                </c:pt>
                <c:pt idx="801">
                  <c:v>553.51859999999999</c:v>
                </c:pt>
                <c:pt idx="802">
                  <c:v>557.74303999999995</c:v>
                </c:pt>
                <c:pt idx="803">
                  <c:v>565.25323000000003</c:v>
                </c:pt>
                <c:pt idx="804">
                  <c:v>569.92474000000004</c:v>
                </c:pt>
                <c:pt idx="805">
                  <c:v>559.30769999999995</c:v>
                </c:pt>
                <c:pt idx="806">
                  <c:v>546.03075999999999</c:v>
                </c:pt>
                <c:pt idx="807">
                  <c:v>555.19494999999995</c:v>
                </c:pt>
                <c:pt idx="808">
                  <c:v>573.61279999999999</c:v>
                </c:pt>
                <c:pt idx="809">
                  <c:v>575.02099999999996</c:v>
                </c:pt>
                <c:pt idx="810">
                  <c:v>556.22313999999994</c:v>
                </c:pt>
                <c:pt idx="811">
                  <c:v>546.18719999999996</c:v>
                </c:pt>
                <c:pt idx="812">
                  <c:v>549.54</c:v>
                </c:pt>
                <c:pt idx="813">
                  <c:v>558.86066000000005</c:v>
                </c:pt>
                <c:pt idx="814">
                  <c:v>561.69934000000001</c:v>
                </c:pt>
                <c:pt idx="815">
                  <c:v>549.11530000000005</c:v>
                </c:pt>
                <c:pt idx="816">
                  <c:v>537.73829999999998</c:v>
                </c:pt>
                <c:pt idx="817">
                  <c:v>543.16974000000005</c:v>
                </c:pt>
                <c:pt idx="818">
                  <c:v>554.50210000000004</c:v>
                </c:pt>
                <c:pt idx="819">
                  <c:v>556.40200000000004</c:v>
                </c:pt>
                <c:pt idx="820">
                  <c:v>539.54876999999999</c:v>
                </c:pt>
                <c:pt idx="821">
                  <c:v>521.28734999999995</c:v>
                </c:pt>
                <c:pt idx="822">
                  <c:v>529.37869999999998</c:v>
                </c:pt>
                <c:pt idx="823">
                  <c:v>543.72850000000005</c:v>
                </c:pt>
                <c:pt idx="824">
                  <c:v>548.46709999999996</c:v>
                </c:pt>
                <c:pt idx="825">
                  <c:v>530.80920000000003</c:v>
                </c:pt>
                <c:pt idx="826">
                  <c:v>510.78206999999998</c:v>
                </c:pt>
                <c:pt idx="827">
                  <c:v>515.52059999999994</c:v>
                </c:pt>
                <c:pt idx="828">
                  <c:v>527.12114999999994</c:v>
                </c:pt>
                <c:pt idx="829">
                  <c:v>522.22613999999999</c:v>
                </c:pt>
                <c:pt idx="830">
                  <c:v>509.91034000000002</c:v>
                </c:pt>
                <c:pt idx="831">
                  <c:v>492.99007999999998</c:v>
                </c:pt>
                <c:pt idx="832">
                  <c:v>497.12515000000002</c:v>
                </c:pt>
                <c:pt idx="833">
                  <c:v>508.52454</c:v>
                </c:pt>
                <c:pt idx="834">
                  <c:v>504.21066000000002</c:v>
                </c:pt>
                <c:pt idx="835">
                  <c:v>496.2758</c:v>
                </c:pt>
                <c:pt idx="836">
                  <c:v>480.54012999999998</c:v>
                </c:pt>
                <c:pt idx="837">
                  <c:v>483.15526999999997</c:v>
                </c:pt>
                <c:pt idx="838">
                  <c:v>495.51580000000001</c:v>
                </c:pt>
                <c:pt idx="839">
                  <c:v>494.44292999999999</c:v>
                </c:pt>
                <c:pt idx="840">
                  <c:v>479.31079999999997</c:v>
                </c:pt>
                <c:pt idx="841">
                  <c:v>464.82684</c:v>
                </c:pt>
                <c:pt idx="842">
                  <c:v>459.46242999999998</c:v>
                </c:pt>
                <c:pt idx="843">
                  <c:v>470.25833</c:v>
                </c:pt>
                <c:pt idx="844">
                  <c:v>474.32634999999999</c:v>
                </c:pt>
                <c:pt idx="845">
                  <c:v>463.26224000000002</c:v>
                </c:pt>
                <c:pt idx="846">
                  <c:v>454.32153</c:v>
                </c:pt>
                <c:pt idx="847">
                  <c:v>448.26422000000002</c:v>
                </c:pt>
                <c:pt idx="848">
                  <c:v>459.93182000000002</c:v>
                </c:pt>
                <c:pt idx="849">
                  <c:v>462.32346000000001</c:v>
                </c:pt>
                <c:pt idx="850">
                  <c:v>446.69959999999998</c:v>
                </c:pt>
                <c:pt idx="851">
                  <c:v>436.39544999999998</c:v>
                </c:pt>
                <c:pt idx="852">
                  <c:v>443.48093</c:v>
                </c:pt>
                <c:pt idx="853">
                  <c:v>452.19812000000002</c:v>
                </c:pt>
                <c:pt idx="854">
                  <c:v>450.36525999999998</c:v>
                </c:pt>
                <c:pt idx="855">
                  <c:v>437.42360000000002</c:v>
                </c:pt>
                <c:pt idx="856">
                  <c:v>428.10293999999999</c:v>
                </c:pt>
                <c:pt idx="857">
                  <c:v>431.29921999999999</c:v>
                </c:pt>
                <c:pt idx="858">
                  <c:v>440.26229999999998</c:v>
                </c:pt>
                <c:pt idx="859">
                  <c:v>445.64904999999999</c:v>
                </c:pt>
                <c:pt idx="860">
                  <c:v>439.34586000000002</c:v>
                </c:pt>
                <c:pt idx="861">
                  <c:v>419.34106000000003</c:v>
                </c:pt>
                <c:pt idx="862">
                  <c:v>419.18459999999999</c:v>
                </c:pt>
                <c:pt idx="863">
                  <c:v>436.10485999999997</c:v>
                </c:pt>
                <c:pt idx="864">
                  <c:v>435.14373999999998</c:v>
                </c:pt>
                <c:pt idx="865">
                  <c:v>414.37896999999998</c:v>
                </c:pt>
                <c:pt idx="866">
                  <c:v>410.13213999999999</c:v>
                </c:pt>
                <c:pt idx="867">
                  <c:v>422.58206000000001</c:v>
                </c:pt>
                <c:pt idx="868">
                  <c:v>427.45474000000002</c:v>
                </c:pt>
                <c:pt idx="869">
                  <c:v>420.23514</c:v>
                </c:pt>
                <c:pt idx="870">
                  <c:v>402.89017000000001</c:v>
                </c:pt>
                <c:pt idx="871">
                  <c:v>383.44414999999998</c:v>
                </c:pt>
                <c:pt idx="872">
                  <c:v>384.36059999999998</c:v>
                </c:pt>
                <c:pt idx="873">
                  <c:v>390.28377999999998</c:v>
                </c:pt>
                <c:pt idx="874">
                  <c:v>383.48885999999999</c:v>
                </c:pt>
                <c:pt idx="875">
                  <c:v>370.18957999999998</c:v>
                </c:pt>
                <c:pt idx="876">
                  <c:v>353.78339999999997</c:v>
                </c:pt>
                <c:pt idx="877">
                  <c:v>364.35577000000001</c:v>
                </c:pt>
                <c:pt idx="878">
                  <c:v>369.56371999999999</c:v>
                </c:pt>
                <c:pt idx="879">
                  <c:v>360.46658000000002</c:v>
                </c:pt>
                <c:pt idx="880">
                  <c:v>347.25668000000002</c:v>
                </c:pt>
                <c:pt idx="881">
                  <c:v>336.93018000000001</c:v>
                </c:pt>
                <c:pt idx="882">
                  <c:v>344.23919999999998</c:v>
                </c:pt>
                <c:pt idx="883">
                  <c:v>355.92917</c:v>
                </c:pt>
                <c:pt idx="884">
                  <c:v>354.49865999999997</c:v>
                </c:pt>
                <c:pt idx="885">
                  <c:v>342.96514999999999</c:v>
                </c:pt>
                <c:pt idx="886">
                  <c:v>320.92633000000001</c:v>
                </c:pt>
                <c:pt idx="887">
                  <c:v>318.28881999999999</c:v>
                </c:pt>
                <c:pt idx="888">
                  <c:v>323.92147999999997</c:v>
                </c:pt>
                <c:pt idx="889">
                  <c:v>321.10516000000001</c:v>
                </c:pt>
                <c:pt idx="890">
                  <c:v>298.82047</c:v>
                </c:pt>
                <c:pt idx="891">
                  <c:v>290.14798000000002</c:v>
                </c:pt>
                <c:pt idx="892">
                  <c:v>298.30637000000002</c:v>
                </c:pt>
                <c:pt idx="893">
                  <c:v>291.86908</c:v>
                </c:pt>
                <c:pt idx="894">
                  <c:v>283.26364000000001</c:v>
                </c:pt>
                <c:pt idx="895">
                  <c:v>278.2792</c:v>
                </c:pt>
                <c:pt idx="896">
                  <c:v>267.95269999999999</c:v>
                </c:pt>
                <c:pt idx="897">
                  <c:v>267.88565</c:v>
                </c:pt>
                <c:pt idx="898">
                  <c:v>274.90410000000003</c:v>
                </c:pt>
                <c:pt idx="899">
                  <c:v>270.21024</c:v>
                </c:pt>
                <c:pt idx="900">
                  <c:v>256.46393</c:v>
                </c:pt>
                <c:pt idx="901">
                  <c:v>248.01495</c:v>
                </c:pt>
                <c:pt idx="902">
                  <c:v>252.19472999999999</c:v>
                </c:pt>
                <c:pt idx="903">
                  <c:v>253.80405999999999</c:v>
                </c:pt>
                <c:pt idx="904">
                  <c:v>242.38230999999999</c:v>
                </c:pt>
                <c:pt idx="905">
                  <c:v>218.35418999999999</c:v>
                </c:pt>
                <c:pt idx="906">
                  <c:v>203.7585</c:v>
                </c:pt>
                <c:pt idx="907">
                  <c:v>202.46209999999999</c:v>
                </c:pt>
                <c:pt idx="908">
                  <c:v>206.66422</c:v>
                </c:pt>
                <c:pt idx="909">
                  <c:v>202.68561</c:v>
                </c:pt>
                <c:pt idx="910">
                  <c:v>195.04132000000001</c:v>
                </c:pt>
                <c:pt idx="911">
                  <c:v>190.12393</c:v>
                </c:pt>
                <c:pt idx="912">
                  <c:v>199.01992999999999</c:v>
                </c:pt>
                <c:pt idx="913">
                  <c:v>218.35418999999999</c:v>
                </c:pt>
                <c:pt idx="914">
                  <c:v>215.29199</c:v>
                </c:pt>
                <c:pt idx="915">
                  <c:v>205.27841000000001</c:v>
                </c:pt>
                <c:pt idx="916">
                  <c:v>199.77987999999999</c:v>
                </c:pt>
                <c:pt idx="917">
                  <c:v>207.15595999999999</c:v>
                </c:pt>
                <c:pt idx="918">
                  <c:v>219.00237999999999</c:v>
                </c:pt>
                <c:pt idx="919">
                  <c:v>203.46793</c:v>
                </c:pt>
                <c:pt idx="920">
                  <c:v>174.65652</c:v>
                </c:pt>
                <c:pt idx="921">
                  <c:v>149.37671</c:v>
                </c:pt>
                <c:pt idx="922">
                  <c:v>137.53029000000001</c:v>
                </c:pt>
                <c:pt idx="923">
                  <c:v>130.93652</c:v>
                </c:pt>
                <c:pt idx="924">
                  <c:v>113.34569</c:v>
                </c:pt>
                <c:pt idx="925">
                  <c:v>79.616910000000004</c:v>
                </c:pt>
                <c:pt idx="926">
                  <c:v>41.015450000000001</c:v>
                </c:pt>
                <c:pt idx="927">
                  <c:v>8.9183450000000004</c:v>
                </c:pt>
                <c:pt idx="928">
                  <c:v>-28.163197</c:v>
                </c:pt>
                <c:pt idx="929">
                  <c:v>-81.181529999999995</c:v>
                </c:pt>
                <c:pt idx="930">
                  <c:v>-118.46424</c:v>
                </c:pt>
                <c:pt idx="931">
                  <c:v>-150.74016</c:v>
                </c:pt>
                <c:pt idx="932">
                  <c:v>-172.82368</c:v>
                </c:pt>
                <c:pt idx="933">
                  <c:v>-197.25414000000001</c:v>
                </c:pt>
                <c:pt idx="934">
                  <c:v>-236.74966000000001</c:v>
                </c:pt>
                <c:pt idx="935">
                  <c:v>-275.79816</c:v>
                </c:pt>
                <c:pt idx="936">
                  <c:v>-304.40839999999997</c:v>
                </c:pt>
                <c:pt idx="937">
                  <c:v>-316.92538000000002</c:v>
                </c:pt>
                <c:pt idx="938">
                  <c:v>-320.63576999999998</c:v>
                </c:pt>
                <c:pt idx="939">
                  <c:v>-335.54437000000001</c:v>
                </c:pt>
                <c:pt idx="940">
                  <c:v>-359.61721999999997</c:v>
                </c:pt>
                <c:pt idx="941">
                  <c:v>-374.32465000000002</c:v>
                </c:pt>
                <c:pt idx="942">
                  <c:v>-375.10696000000002</c:v>
                </c:pt>
                <c:pt idx="943">
                  <c:v>-377.18567000000002</c:v>
                </c:pt>
                <c:pt idx="944">
                  <c:v>-390.30615</c:v>
                </c:pt>
                <c:pt idx="945">
                  <c:v>-404.32067999999998</c:v>
                </c:pt>
                <c:pt idx="946">
                  <c:v>-412.09910000000002</c:v>
                </c:pt>
                <c:pt idx="947">
                  <c:v>-408.18752999999998</c:v>
                </c:pt>
                <c:pt idx="948">
                  <c:v>-404.72302000000002</c:v>
                </c:pt>
                <c:pt idx="949">
                  <c:v>-404.00774999999999</c:v>
                </c:pt>
                <c:pt idx="950">
                  <c:v>-408.96985000000001</c:v>
                </c:pt>
                <c:pt idx="951">
                  <c:v>-412.97082999999998</c:v>
                </c:pt>
                <c:pt idx="952">
                  <c:v>-397.95044000000001</c:v>
                </c:pt>
                <c:pt idx="953">
                  <c:v>-392.16135000000003</c:v>
                </c:pt>
                <c:pt idx="954">
                  <c:v>-387.73570000000001</c:v>
                </c:pt>
                <c:pt idx="955">
                  <c:v>-385.20996000000002</c:v>
                </c:pt>
                <c:pt idx="956">
                  <c:v>-384.27118000000002</c:v>
                </c:pt>
                <c:pt idx="957">
                  <c:v>-360.66771999999997</c:v>
                </c:pt>
                <c:pt idx="958">
                  <c:v>-350.67649999999998</c:v>
                </c:pt>
                <c:pt idx="959">
                  <c:v>-354.81157999999999</c:v>
                </c:pt>
                <c:pt idx="960">
                  <c:v>-361.29358000000002</c:v>
                </c:pt>
                <c:pt idx="961">
                  <c:v>-361.78530000000001</c:v>
                </c:pt>
                <c:pt idx="962">
                  <c:v>-349.06716999999998</c:v>
                </c:pt>
                <c:pt idx="963">
                  <c:v>-338.38306</c:v>
                </c:pt>
                <c:pt idx="964">
                  <c:v>-327.94479999999999</c:v>
                </c:pt>
                <c:pt idx="965">
                  <c:v>-323.42971999999997</c:v>
                </c:pt>
                <c:pt idx="966">
                  <c:v>-321.28397000000001</c:v>
                </c:pt>
                <c:pt idx="967">
                  <c:v>-305.79422</c:v>
                </c:pt>
                <c:pt idx="968">
                  <c:v>-293.67957000000001</c:v>
                </c:pt>
                <c:pt idx="969">
                  <c:v>-286.21408000000002</c:v>
                </c:pt>
                <c:pt idx="970">
                  <c:v>-278.99448000000001</c:v>
                </c:pt>
                <c:pt idx="971">
                  <c:v>-265.18110000000001</c:v>
                </c:pt>
                <c:pt idx="972">
                  <c:v>-235.47561999999999</c:v>
                </c:pt>
                <c:pt idx="973">
                  <c:v>-226.66901999999999</c:v>
                </c:pt>
                <c:pt idx="974">
                  <c:v>-219.69528</c:v>
                </c:pt>
                <c:pt idx="975">
                  <c:v>-217.08011999999999</c:v>
                </c:pt>
                <c:pt idx="976">
                  <c:v>-210.66517999999999</c:v>
                </c:pt>
                <c:pt idx="977">
                  <c:v>-187.32996</c:v>
                </c:pt>
                <c:pt idx="978">
                  <c:v>-171.08025000000001</c:v>
                </c:pt>
                <c:pt idx="979">
                  <c:v>-167.97336000000001</c:v>
                </c:pt>
                <c:pt idx="980">
                  <c:v>-157.22217000000001</c:v>
                </c:pt>
                <c:pt idx="981">
                  <c:v>-140.23484999999999</c:v>
                </c:pt>
                <c:pt idx="982">
                  <c:v>-121.325264</c:v>
                </c:pt>
                <c:pt idx="983">
                  <c:v>-111.959885</c:v>
                </c:pt>
                <c:pt idx="984">
                  <c:v>-101.40985999999999</c:v>
                </c:pt>
                <c:pt idx="985">
                  <c:v>-93.989080000000001</c:v>
                </c:pt>
                <c:pt idx="986">
                  <c:v>-83.036730000000006</c:v>
                </c:pt>
                <c:pt idx="987">
                  <c:v>-62.62959</c:v>
                </c:pt>
                <c:pt idx="988">
                  <c:v>-48.168007000000003</c:v>
                </c:pt>
                <c:pt idx="989">
                  <c:v>-35.360460000000003</c:v>
                </c:pt>
                <c:pt idx="990">
                  <c:v>-41.171913000000004</c:v>
                </c:pt>
                <c:pt idx="991">
                  <c:v>-42.758884000000002</c:v>
                </c:pt>
                <c:pt idx="992">
                  <c:v>-20.384789999999999</c:v>
                </c:pt>
                <c:pt idx="993">
                  <c:v>-3.7774445999999999</c:v>
                </c:pt>
                <c:pt idx="994">
                  <c:v>-3.2410028</c:v>
                </c:pt>
                <c:pt idx="995">
                  <c:v>4.4703487E-2</c:v>
                </c:pt>
                <c:pt idx="996">
                  <c:v>8.8289384999999996</c:v>
                </c:pt>
                <c:pt idx="997">
                  <c:v>22.664667000000001</c:v>
                </c:pt>
                <c:pt idx="998">
                  <c:v>33.639373999999997</c:v>
                </c:pt>
                <c:pt idx="999">
                  <c:v>32.700603000000001</c:v>
                </c:pt>
                <c:pt idx="1000">
                  <c:v>25.570395000000001</c:v>
                </c:pt>
                <c:pt idx="1001">
                  <c:v>22.396446000000001</c:v>
                </c:pt>
                <c:pt idx="1002">
                  <c:v>32.946472</c:v>
                </c:pt>
                <c:pt idx="1003">
                  <c:v>50.783160000000002</c:v>
                </c:pt>
                <c:pt idx="1004">
                  <c:v>51.520766999999999</c:v>
                </c:pt>
                <c:pt idx="1005">
                  <c:v>38.690869999999997</c:v>
                </c:pt>
                <c:pt idx="1006">
                  <c:v>41.507187000000002</c:v>
                </c:pt>
                <c:pt idx="1007">
                  <c:v>56.885185</c:v>
                </c:pt>
                <c:pt idx="1008">
                  <c:v>60.617927999999999</c:v>
                </c:pt>
                <c:pt idx="1009">
                  <c:v>56.907539999999997</c:v>
                </c:pt>
                <c:pt idx="1010">
                  <c:v>52.370136000000002</c:v>
                </c:pt>
                <c:pt idx="1011">
                  <c:v>49.553814000000003</c:v>
                </c:pt>
                <c:pt idx="1012">
                  <c:v>58.360399999999998</c:v>
                </c:pt>
                <c:pt idx="1013">
                  <c:v>71.592635999999999</c:v>
                </c:pt>
                <c:pt idx="1014">
                  <c:v>59.500340000000001</c:v>
                </c:pt>
                <c:pt idx="1015">
                  <c:v>48.145657</c:v>
                </c:pt>
                <c:pt idx="1016">
                  <c:v>76.53237</c:v>
                </c:pt>
                <c:pt idx="1017">
                  <c:v>86.702415000000002</c:v>
                </c:pt>
                <c:pt idx="1018">
                  <c:v>87.015334999999993</c:v>
                </c:pt>
                <c:pt idx="1019">
                  <c:v>95.218429999999998</c:v>
                </c:pt>
                <c:pt idx="1020">
                  <c:v>101.342804</c:v>
                </c:pt>
                <c:pt idx="1021">
                  <c:v>92.580924999999993</c:v>
                </c:pt>
                <c:pt idx="1022">
                  <c:v>103.64503499999999</c:v>
                </c:pt>
                <c:pt idx="1023">
                  <c:v>112.36221</c:v>
                </c:pt>
                <c:pt idx="1024">
                  <c:v>110.171745</c:v>
                </c:pt>
                <c:pt idx="1025">
                  <c:v>108.20479</c:v>
                </c:pt>
                <c:pt idx="1026">
                  <c:v>106.26018500000001</c:v>
                </c:pt>
                <c:pt idx="1027">
                  <c:v>121.54877999999999</c:v>
                </c:pt>
                <c:pt idx="1028">
                  <c:v>131.85293999999999</c:v>
                </c:pt>
                <c:pt idx="1029">
                  <c:v>138.04436999999999</c:v>
                </c:pt>
                <c:pt idx="1030">
                  <c:v>132.18822</c:v>
                </c:pt>
                <c:pt idx="1031">
                  <c:v>135.74214000000001</c:v>
                </c:pt>
                <c:pt idx="1032">
                  <c:v>142.06769</c:v>
                </c:pt>
                <c:pt idx="1033">
                  <c:v>149.15317999999999</c:v>
                </c:pt>
                <c:pt idx="1034">
                  <c:v>158.98795999999999</c:v>
                </c:pt>
                <c:pt idx="1035">
                  <c:v>160.97726</c:v>
                </c:pt>
                <c:pt idx="1036">
                  <c:v>156.79749000000001</c:v>
                </c:pt>
                <c:pt idx="1037">
                  <c:v>173.42719</c:v>
                </c:pt>
                <c:pt idx="1038">
                  <c:v>185.18419</c:v>
                </c:pt>
                <c:pt idx="1039">
                  <c:v>189.05104</c:v>
                </c:pt>
                <c:pt idx="1040">
                  <c:v>189.52043</c:v>
                </c:pt>
                <c:pt idx="1041">
                  <c:v>195.6448</c:v>
                </c:pt>
                <c:pt idx="1042">
                  <c:v>210.2405</c:v>
                </c:pt>
                <c:pt idx="1043">
                  <c:v>233.62042</c:v>
                </c:pt>
                <c:pt idx="1044">
                  <c:v>237.39786000000001</c:v>
                </c:pt>
                <c:pt idx="1045">
                  <c:v>231.3629</c:v>
                </c:pt>
                <c:pt idx="1046">
                  <c:v>226.73607999999999</c:v>
                </c:pt>
                <c:pt idx="1047">
                  <c:v>235.78854000000001</c:v>
                </c:pt>
                <c:pt idx="1048">
                  <c:v>254.56401</c:v>
                </c:pt>
                <c:pt idx="1049">
                  <c:v>260.15195</c:v>
                </c:pt>
                <c:pt idx="1050">
                  <c:v>242.2482</c:v>
                </c:pt>
                <c:pt idx="1051">
                  <c:v>241.86821</c:v>
                </c:pt>
                <c:pt idx="1052">
                  <c:v>261.09073000000001</c:v>
                </c:pt>
                <c:pt idx="1053">
                  <c:v>279.01679999999999</c:v>
                </c:pt>
                <c:pt idx="1054">
                  <c:v>294.39479999999998</c:v>
                </c:pt>
                <c:pt idx="1055">
                  <c:v>281.60962000000001</c:v>
                </c:pt>
                <c:pt idx="1056">
                  <c:v>272.37835999999999</c:v>
                </c:pt>
                <c:pt idx="1057">
                  <c:v>284.82828000000001</c:v>
                </c:pt>
                <c:pt idx="1058">
                  <c:v>314.33258000000001</c:v>
                </c:pt>
                <c:pt idx="1059">
                  <c:v>330.47052000000002</c:v>
                </c:pt>
                <c:pt idx="1060">
                  <c:v>313.75143000000003</c:v>
                </c:pt>
                <c:pt idx="1061">
                  <c:v>303.49196999999998</c:v>
                </c:pt>
                <c:pt idx="1062">
                  <c:v>318.33353</c:v>
                </c:pt>
                <c:pt idx="1063">
                  <c:v>340.14882999999998</c:v>
                </c:pt>
                <c:pt idx="1064">
                  <c:v>334.87380000000002</c:v>
                </c:pt>
                <c:pt idx="1065">
                  <c:v>317.17122999999998</c:v>
                </c:pt>
                <c:pt idx="1066">
                  <c:v>325.17316</c:v>
                </c:pt>
                <c:pt idx="1067">
                  <c:v>341.37817000000001</c:v>
                </c:pt>
                <c:pt idx="1068">
                  <c:v>349.60363999999998</c:v>
                </c:pt>
                <c:pt idx="1069">
                  <c:v>343.27807999999999</c:v>
                </c:pt>
                <c:pt idx="1070">
                  <c:v>343.16631999999998</c:v>
                </c:pt>
                <c:pt idx="1071">
                  <c:v>336.37139999999999</c:v>
                </c:pt>
                <c:pt idx="1072">
                  <c:v>332.77276999999998</c:v>
                </c:pt>
                <c:pt idx="1073">
                  <c:v>361.18182000000002</c:v>
                </c:pt>
                <c:pt idx="1074">
                  <c:v>367.64148</c:v>
                </c:pt>
                <c:pt idx="1075">
                  <c:v>352.50934000000001</c:v>
                </c:pt>
                <c:pt idx="1076">
                  <c:v>352.84464000000003</c:v>
                </c:pt>
                <c:pt idx="1077">
                  <c:v>370.77071999999998</c:v>
                </c:pt>
                <c:pt idx="1078">
                  <c:v>390.55200000000002</c:v>
                </c:pt>
                <c:pt idx="1079">
                  <c:v>383.06418000000002</c:v>
                </c:pt>
                <c:pt idx="1080">
                  <c:v>392.18369999999999</c:v>
                </c:pt>
                <c:pt idx="1081">
                  <c:v>384.85232999999999</c:v>
                </c:pt>
                <c:pt idx="1082">
                  <c:v>403.82895000000002</c:v>
                </c:pt>
                <c:pt idx="1083">
                  <c:v>410.13213999999999</c:v>
                </c:pt>
                <c:pt idx="1084">
                  <c:v>396.05054000000001</c:v>
                </c:pt>
                <c:pt idx="1085">
                  <c:v>379.19733000000002</c:v>
                </c:pt>
                <c:pt idx="1086">
                  <c:v>377.09625</c:v>
                </c:pt>
                <c:pt idx="1087">
                  <c:v>386.39460000000003</c:v>
                </c:pt>
                <c:pt idx="1088">
                  <c:v>398.82213999999999</c:v>
                </c:pt>
                <c:pt idx="1089">
                  <c:v>392.85424999999998</c:v>
                </c:pt>
                <c:pt idx="1090">
                  <c:v>384.33823000000001</c:v>
                </c:pt>
                <c:pt idx="1091">
                  <c:v>382.68419999999998</c:v>
                </c:pt>
                <c:pt idx="1092">
                  <c:v>393.52478000000002</c:v>
                </c:pt>
                <c:pt idx="1093">
                  <c:v>408.61219999999997</c:v>
                </c:pt>
                <c:pt idx="1094">
                  <c:v>416.9941</c:v>
                </c:pt>
                <c:pt idx="1095">
                  <c:v>393.56950000000001</c:v>
                </c:pt>
                <c:pt idx="1096">
                  <c:v>390.35086000000001</c:v>
                </c:pt>
                <c:pt idx="1097">
                  <c:v>390.5967</c:v>
                </c:pt>
                <c:pt idx="1098">
                  <c:v>397.14578</c:v>
                </c:pt>
                <c:pt idx="1099">
                  <c:v>392.25072999999998</c:v>
                </c:pt>
                <c:pt idx="1100">
                  <c:v>376.5598</c:v>
                </c:pt>
                <c:pt idx="1101">
                  <c:v>362.59</c:v>
                </c:pt>
                <c:pt idx="1102">
                  <c:v>372.73766999999998</c:v>
                </c:pt>
                <c:pt idx="1103">
                  <c:v>371.70949999999999</c:v>
                </c:pt>
                <c:pt idx="1104">
                  <c:v>356.97969999999998</c:v>
                </c:pt>
                <c:pt idx="1105">
                  <c:v>347.99430000000001</c:v>
                </c:pt>
                <c:pt idx="1106">
                  <c:v>330.33643000000001</c:v>
                </c:pt>
                <c:pt idx="1107">
                  <c:v>338.85244999999998</c:v>
                </c:pt>
                <c:pt idx="1108">
                  <c:v>345.51324</c:v>
                </c:pt>
                <c:pt idx="1109">
                  <c:v>335.03026999999997</c:v>
                </c:pt>
                <c:pt idx="1110">
                  <c:v>322.51330000000002</c:v>
                </c:pt>
                <c:pt idx="1111">
                  <c:v>312.47739999999999</c:v>
                </c:pt>
                <c:pt idx="1112">
                  <c:v>319.00409999999999</c:v>
                </c:pt>
                <c:pt idx="1113">
                  <c:v>324.81554999999997</c:v>
                </c:pt>
                <c:pt idx="1114">
                  <c:v>315.04782</c:v>
                </c:pt>
                <c:pt idx="1115">
                  <c:v>307.58233999999999</c:v>
                </c:pt>
                <c:pt idx="1116">
                  <c:v>296.40645999999998</c:v>
                </c:pt>
                <c:pt idx="1117">
                  <c:v>305.07895000000002</c:v>
                </c:pt>
                <c:pt idx="1118">
                  <c:v>307.87292000000002</c:v>
                </c:pt>
                <c:pt idx="1119">
                  <c:v>299.64749999999998</c:v>
                </c:pt>
                <c:pt idx="1120">
                  <c:v>281.58728000000002</c:v>
                </c:pt>
                <c:pt idx="1121">
                  <c:v>271.64075000000003</c:v>
                </c:pt>
                <c:pt idx="1122">
                  <c:v>272.93713000000002</c:v>
                </c:pt>
                <c:pt idx="1123">
                  <c:v>279.57562000000001</c:v>
                </c:pt>
                <c:pt idx="1124">
                  <c:v>272.69128000000001</c:v>
                </c:pt>
                <c:pt idx="1125">
                  <c:v>253.75935000000001</c:v>
                </c:pt>
                <c:pt idx="1126">
                  <c:v>235.36385999999999</c:v>
                </c:pt>
                <c:pt idx="1127">
                  <c:v>238.06842</c:v>
                </c:pt>
                <c:pt idx="1128">
                  <c:v>244.70689999999999</c:v>
                </c:pt>
                <c:pt idx="1129">
                  <c:v>243.70105000000001</c:v>
                </c:pt>
                <c:pt idx="1130">
                  <c:v>229.64182</c:v>
                </c:pt>
                <c:pt idx="1131">
                  <c:v>213.12387000000001</c:v>
                </c:pt>
                <c:pt idx="1132">
                  <c:v>210.79929000000001</c:v>
                </c:pt>
                <c:pt idx="1133">
                  <c:v>235.72148000000001</c:v>
                </c:pt>
                <c:pt idx="1134">
                  <c:v>240.95179999999999</c:v>
                </c:pt>
                <c:pt idx="1135">
                  <c:v>217.54951</c:v>
                </c:pt>
                <c:pt idx="1136">
                  <c:v>197.87998999999999</c:v>
                </c:pt>
                <c:pt idx="1137">
                  <c:v>202.35033000000001</c:v>
                </c:pt>
                <c:pt idx="1138">
                  <c:v>225.35028</c:v>
                </c:pt>
                <c:pt idx="1139">
                  <c:v>224.65736000000001</c:v>
                </c:pt>
                <c:pt idx="1140">
                  <c:v>212.58743000000001</c:v>
                </c:pt>
                <c:pt idx="1141">
                  <c:v>204.89843999999999</c:v>
                </c:pt>
                <c:pt idx="1142">
                  <c:v>205.97130999999999</c:v>
                </c:pt>
                <c:pt idx="1143">
                  <c:v>216.90132</c:v>
                </c:pt>
                <c:pt idx="1144">
                  <c:v>221.48343</c:v>
                </c:pt>
                <c:pt idx="1145">
                  <c:v>216.27547000000001</c:v>
                </c:pt>
                <c:pt idx="1146">
                  <c:v>203.08794</c:v>
                </c:pt>
                <c:pt idx="1147">
                  <c:v>203.95966000000001</c:v>
                </c:pt>
                <c:pt idx="1148">
                  <c:v>197.03062</c:v>
                </c:pt>
                <c:pt idx="1149">
                  <c:v>207.17831000000001</c:v>
                </c:pt>
                <c:pt idx="1150">
                  <c:v>213.07916</c:v>
                </c:pt>
                <c:pt idx="1151">
                  <c:v>202.30563000000001</c:v>
                </c:pt>
                <c:pt idx="1152">
                  <c:v>203.98201</c:v>
                </c:pt>
                <c:pt idx="1153">
                  <c:v>219.71763999999999</c:v>
                </c:pt>
                <c:pt idx="1154">
                  <c:v>217.90715</c:v>
                </c:pt>
                <c:pt idx="1155">
                  <c:v>203.53496999999999</c:v>
                </c:pt>
                <c:pt idx="1156">
                  <c:v>184.13367</c:v>
                </c:pt>
                <c:pt idx="1157">
                  <c:v>183.88779</c:v>
                </c:pt>
                <c:pt idx="1158">
                  <c:v>200.42809</c:v>
                </c:pt>
                <c:pt idx="1159">
                  <c:v>197.99173999999999</c:v>
                </c:pt>
                <c:pt idx="1160">
                  <c:v>163.4136</c:v>
                </c:pt>
                <c:pt idx="1161">
                  <c:v>164.93351999999999</c:v>
                </c:pt>
                <c:pt idx="1162">
                  <c:v>172.91309000000001</c:v>
                </c:pt>
                <c:pt idx="1163">
                  <c:v>178.43397999999999</c:v>
                </c:pt>
                <c:pt idx="1164">
                  <c:v>180.57973999999999</c:v>
                </c:pt>
                <c:pt idx="1165">
                  <c:v>164.37473</c:v>
                </c:pt>
                <c:pt idx="1166">
                  <c:v>142.91704999999999</c:v>
                </c:pt>
                <c:pt idx="1167">
                  <c:v>152.75182000000001</c:v>
                </c:pt>
                <c:pt idx="1168">
                  <c:v>162.60892999999999</c:v>
                </c:pt>
                <c:pt idx="1169">
                  <c:v>159.34558000000001</c:v>
                </c:pt>
                <c:pt idx="1170">
                  <c:v>153.04239000000001</c:v>
                </c:pt>
                <c:pt idx="1171">
                  <c:v>146.69449</c:v>
                </c:pt>
                <c:pt idx="1172">
                  <c:v>152.99768</c:v>
                </c:pt>
                <c:pt idx="1173">
                  <c:v>163.4136</c:v>
                </c:pt>
                <c:pt idx="1174">
                  <c:v>164.35237000000001</c:v>
                </c:pt>
                <c:pt idx="1175">
                  <c:v>154.56229999999999</c:v>
                </c:pt>
                <c:pt idx="1176">
                  <c:v>128.90251000000001</c:v>
                </c:pt>
                <c:pt idx="1177">
                  <c:v>128.81309999999999</c:v>
                </c:pt>
                <c:pt idx="1178">
                  <c:v>136.74797000000001</c:v>
                </c:pt>
                <c:pt idx="1179">
                  <c:v>146.13570000000001</c:v>
                </c:pt>
                <c:pt idx="1180">
                  <c:v>148.25912</c:v>
                </c:pt>
                <c:pt idx="1181">
                  <c:v>140.86069000000001</c:v>
                </c:pt>
                <c:pt idx="1182">
                  <c:v>144.41461000000001</c:v>
                </c:pt>
                <c:pt idx="1183">
                  <c:v>149.15317999999999</c:v>
                </c:pt>
                <c:pt idx="1184">
                  <c:v>149.82374999999999</c:v>
                </c:pt>
                <c:pt idx="1185">
                  <c:v>150.89662000000001</c:v>
                </c:pt>
                <c:pt idx="1186">
                  <c:v>140.16779</c:v>
                </c:pt>
                <c:pt idx="1187">
                  <c:v>136.68091000000001</c:v>
                </c:pt>
                <c:pt idx="1188">
                  <c:v>144.16874999999999</c:v>
                </c:pt>
                <c:pt idx="1189">
                  <c:v>150.85191</c:v>
                </c:pt>
                <c:pt idx="1190">
                  <c:v>143.74405999999999</c:v>
                </c:pt>
                <c:pt idx="1191">
                  <c:v>137.21736000000001</c:v>
                </c:pt>
                <c:pt idx="1192">
                  <c:v>145.24163999999999</c:v>
                </c:pt>
                <c:pt idx="1193">
                  <c:v>153.42236</c:v>
                </c:pt>
                <c:pt idx="1194">
                  <c:v>149.48846</c:v>
                </c:pt>
                <c:pt idx="1195">
                  <c:v>138.04436999999999</c:v>
                </c:pt>
                <c:pt idx="1196">
                  <c:v>129.99773999999999</c:v>
                </c:pt>
                <c:pt idx="1197">
                  <c:v>132.72466</c:v>
                </c:pt>
                <c:pt idx="1198">
                  <c:v>148.19206</c:v>
                </c:pt>
                <c:pt idx="1199">
                  <c:v>144.57107999999999</c:v>
                </c:pt>
                <c:pt idx="1200">
                  <c:v>137.77615</c:v>
                </c:pt>
                <c:pt idx="1201">
                  <c:v>134.5128</c:v>
                </c:pt>
                <c:pt idx="1202">
                  <c:v>146.6498</c:v>
                </c:pt>
                <c:pt idx="1203">
                  <c:v>159.21146999999999</c:v>
                </c:pt>
                <c:pt idx="1204">
                  <c:v>160.08319</c:v>
                </c:pt>
                <c:pt idx="1205">
                  <c:v>145.91219000000001</c:v>
                </c:pt>
                <c:pt idx="1206">
                  <c:v>138.42435</c:v>
                </c:pt>
                <c:pt idx="1207">
                  <c:v>147.05212</c:v>
                </c:pt>
                <c:pt idx="1208">
                  <c:v>158.67502999999999</c:v>
                </c:pt>
                <c:pt idx="1209">
                  <c:v>152.68476999999999</c:v>
                </c:pt>
                <c:pt idx="1210">
                  <c:v>146.71683999999999</c:v>
                </c:pt>
                <c:pt idx="1211">
                  <c:v>140.12307999999999</c:v>
                </c:pt>
                <c:pt idx="1212">
                  <c:v>148.01324</c:v>
                </c:pt>
                <c:pt idx="1213">
                  <c:v>159.85965999999999</c:v>
                </c:pt>
                <c:pt idx="1214">
                  <c:v>163.45830000000001</c:v>
                </c:pt>
                <c:pt idx="1215">
                  <c:v>164.03944000000001</c:v>
                </c:pt>
                <c:pt idx="1216">
                  <c:v>167.05692999999999</c:v>
                </c:pt>
                <c:pt idx="1217">
                  <c:v>171.05788999999999</c:v>
                </c:pt>
                <c:pt idx="1218">
                  <c:v>176.1541</c:v>
                </c:pt>
                <c:pt idx="1219">
                  <c:v>182.34551999999999</c:v>
                </c:pt>
                <c:pt idx="1220">
                  <c:v>175.84117000000001</c:v>
                </c:pt>
                <c:pt idx="1221">
                  <c:v>161.89367999999999</c:v>
                </c:pt>
                <c:pt idx="1222">
                  <c:v>167.124</c:v>
                </c:pt>
                <c:pt idx="1223">
                  <c:v>180.11035000000001</c:v>
                </c:pt>
                <c:pt idx="1224">
                  <c:v>178.881</c:v>
                </c:pt>
                <c:pt idx="1225">
                  <c:v>174.92474000000001</c:v>
                </c:pt>
                <c:pt idx="1226">
                  <c:v>174.61181999999999</c:v>
                </c:pt>
                <c:pt idx="1227">
                  <c:v>185.25125</c:v>
                </c:pt>
                <c:pt idx="1228">
                  <c:v>200.78569999999999</c:v>
                </c:pt>
                <c:pt idx="1229">
                  <c:v>199.77987999999999</c:v>
                </c:pt>
                <c:pt idx="1230">
                  <c:v>181.11618000000001</c:v>
                </c:pt>
                <c:pt idx="1231">
                  <c:v>173.13660999999999</c:v>
                </c:pt>
                <c:pt idx="1232">
                  <c:v>176.44467</c:v>
                </c:pt>
                <c:pt idx="1233">
                  <c:v>192.85085000000001</c:v>
                </c:pt>
                <c:pt idx="1234">
                  <c:v>196.22595000000001</c:v>
                </c:pt>
                <c:pt idx="1235">
                  <c:v>174.76828</c:v>
                </c:pt>
                <c:pt idx="1236">
                  <c:v>151.14249000000001</c:v>
                </c:pt>
                <c:pt idx="1237">
                  <c:v>145.53220999999999</c:v>
                </c:pt>
                <c:pt idx="1238">
                  <c:v>154.29408000000001</c:v>
                </c:pt>
                <c:pt idx="1239">
                  <c:v>145.10753</c:v>
                </c:pt>
                <c:pt idx="1240">
                  <c:v>117.63722</c:v>
                </c:pt>
                <c:pt idx="1241">
                  <c:v>104.96378</c:v>
                </c:pt>
                <c:pt idx="1242">
                  <c:v>124.58862000000001</c:v>
                </c:pt>
                <c:pt idx="1243">
                  <c:v>140.50307000000001</c:v>
                </c:pt>
                <c:pt idx="1244">
                  <c:v>143.36409</c:v>
                </c:pt>
                <c:pt idx="1245">
                  <c:v>131.09298999999999</c:v>
                </c:pt>
                <c:pt idx="1246">
                  <c:v>124.87919599999999</c:v>
                </c:pt>
                <c:pt idx="1247">
                  <c:v>125.72856</c:v>
                </c:pt>
                <c:pt idx="1248">
                  <c:v>136.50210000000001</c:v>
                </c:pt>
                <c:pt idx="1249">
                  <c:v>140.65952999999999</c:v>
                </c:pt>
              </c:numCache>
            </c:numRef>
          </c:yVal>
          <c:smooth val="1"/>
          <c:extLst>
            <c:ext xmlns:c16="http://schemas.microsoft.com/office/drawing/2014/chart" uri="{C3380CC4-5D6E-409C-BE32-E72D297353CC}">
              <c16:uniqueId val="{00000000-F368-4447-97D9-B40748F5AD78}"/>
            </c:ext>
          </c:extLst>
        </c:ser>
        <c:dLbls>
          <c:showLegendKey val="0"/>
          <c:showVal val="0"/>
          <c:showCatName val="0"/>
          <c:showSerName val="0"/>
          <c:showPercent val="0"/>
          <c:showBubbleSize val="0"/>
        </c:dLbls>
        <c:axId val="48650112"/>
        <c:axId val="48672768"/>
      </c:scatterChart>
      <c:valAx>
        <c:axId val="48672768"/>
        <c:scaling>
          <c:orientation val="minMax"/>
          <c:max val="1000"/>
          <c:min val="-2500"/>
        </c:scaling>
        <c:delete val="0"/>
        <c:axPos val="l"/>
        <c:title>
          <c:tx>
            <c:rich>
              <a:bodyPr/>
              <a:lstStyle/>
              <a:p>
                <a:r>
                  <a:rPr lang="en-US" sz="1650">
                    <a:solidFill>
                      <a:srgbClr val="617184"/>
                    </a:solidFill>
                    <a:latin typeface="Arial"/>
                    <a:ea typeface="Arial"/>
                    <a:cs typeface="Arial"/>
                  </a:rPr>
                  <a:t>Recorded value</a:t>
                </a:r>
              </a:p>
            </c:rich>
          </c:tx>
          <c:overlay val="0"/>
        </c:title>
        <c:numFmt formatCode="0" sourceLinked="1"/>
        <c:majorTickMark val="none"/>
        <c:minorTickMark val="none"/>
        <c:tickLblPos val="nextTo"/>
        <c:spPr>
          <a:ln w="9525">
            <a:solidFill>
              <a:srgbClr val="D9E1E8"/>
            </a:solidFill>
          </a:ln>
        </c:spPr>
        <c:txPr>
          <a:bodyPr anchorCtr="1"/>
          <a:lstStyle/>
          <a:p>
            <a:pPr>
              <a:defRPr sz="1500">
                <a:solidFill>
                  <a:srgbClr val="617184"/>
                </a:solidFill>
                <a:latin typeface="Arial"/>
                <a:ea typeface="Arial"/>
                <a:cs typeface="Arial"/>
              </a:defRPr>
            </a:pPr>
            <a:endParaRPr lang="zh-CN"/>
          </a:p>
        </c:txPr>
        <c:crossAx val="48650112"/>
        <c:crosses val="autoZero"/>
        <c:crossBetween val="midCat"/>
        <c:majorUnit val="500"/>
      </c:valAx>
      <c:valAx>
        <c:axId val="48650112"/>
        <c:scaling>
          <c:orientation val="minMax"/>
          <c:max val="5"/>
          <c:min val="0"/>
        </c:scaling>
        <c:delete val="0"/>
        <c:axPos val="b"/>
        <c:title>
          <c:tx>
            <c:rich>
              <a:bodyPr/>
              <a:lstStyle/>
              <a:p>
                <a:r>
                  <a:rPr lang="en-US" sz="1650">
                    <a:solidFill>
                      <a:srgbClr val="617184"/>
                    </a:solidFill>
                    <a:latin typeface="Arial"/>
                    <a:ea typeface="Arial"/>
                    <a:cs typeface="Arial"/>
                  </a:rPr>
                  <a:t>Time (s)</a:t>
                </a:r>
              </a:p>
            </c:rich>
          </c:tx>
          <c:overlay val="0"/>
        </c:title>
        <c:numFmt formatCode="General" sourceLinked="1"/>
        <c:majorTickMark val="none"/>
        <c:minorTickMark val="none"/>
        <c:tickLblPos val="nextTo"/>
        <c:spPr>
          <a:ln w="9525">
            <a:solidFill>
              <a:srgbClr val="D9E1E8"/>
            </a:solidFill>
          </a:ln>
        </c:spPr>
        <c:txPr>
          <a:bodyPr anchorCtr="1"/>
          <a:lstStyle/>
          <a:p>
            <a:pPr>
              <a:defRPr sz="1500">
                <a:solidFill>
                  <a:srgbClr val="617184"/>
                </a:solidFill>
                <a:latin typeface="Arial"/>
                <a:ea typeface="Arial"/>
                <a:cs typeface="Arial"/>
              </a:defRPr>
            </a:pPr>
            <a:endParaRPr lang="zh-CN"/>
          </a:p>
        </c:txPr>
        <c:crossAx val="48672768"/>
        <c:crosses val="autoZero"/>
        <c:crossBetween val="midCat"/>
        <c:majorUnit val="1"/>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scatterChart>
        <c:scatterStyle val="lineMarker"/>
        <c:varyColors val="1"/>
        <c:ser>
          <c:idx val="0"/>
          <c:order val="0"/>
          <c:tx>
            <c:v>Ch1 samples</c:v>
          </c:tx>
          <c:spPr>
            <a:ln w="19050">
              <a:solidFill>
                <a:srgbClr val="C26630"/>
              </a:solidFill>
            </a:ln>
          </c:spPr>
          <c:marker>
            <c:symbol val="circle"/>
            <c:size val="5"/>
            <c:spPr>
              <a:solidFill>
                <a:srgbClr val="C26630"/>
              </a:solidFill>
            </c:spPr>
          </c:marker>
          <c:xVal>
            <c:numRef>
              <c:f>'Chart Data'!$A$2:$A$26</c:f>
              <c:numCache>
                <c:formatCode>General</c:formatCode>
                <c:ptCount val="25"/>
                <c:pt idx="0">
                  <c:v>0</c:v>
                </c:pt>
                <c:pt idx="1">
                  <c:v>4.0000000000000001E-3</c:v>
                </c:pt>
                <c:pt idx="2">
                  <c:v>8.0000000000000002E-3</c:v>
                </c:pt>
                <c:pt idx="3">
                  <c:v>1.2E-2</c:v>
                </c:pt>
                <c:pt idx="4">
                  <c:v>1.6E-2</c:v>
                </c:pt>
                <c:pt idx="5">
                  <c:v>0.02</c:v>
                </c:pt>
                <c:pt idx="6">
                  <c:v>2.4E-2</c:v>
                </c:pt>
                <c:pt idx="7">
                  <c:v>2.8000000000000001E-2</c:v>
                </c:pt>
                <c:pt idx="8">
                  <c:v>3.2000000000000001E-2</c:v>
                </c:pt>
                <c:pt idx="9">
                  <c:v>3.5999999999999997E-2</c:v>
                </c:pt>
                <c:pt idx="10">
                  <c:v>0.04</c:v>
                </c:pt>
                <c:pt idx="11">
                  <c:v>4.3999999999999997E-2</c:v>
                </c:pt>
                <c:pt idx="12">
                  <c:v>4.8000000000000001E-2</c:v>
                </c:pt>
                <c:pt idx="13">
                  <c:v>5.1999999999999998E-2</c:v>
                </c:pt>
                <c:pt idx="14">
                  <c:v>5.6000000000000001E-2</c:v>
                </c:pt>
                <c:pt idx="15">
                  <c:v>0.06</c:v>
                </c:pt>
                <c:pt idx="16">
                  <c:v>6.4000000000000001E-2</c:v>
                </c:pt>
                <c:pt idx="17">
                  <c:v>6.8000000000000005E-2</c:v>
                </c:pt>
                <c:pt idx="18">
                  <c:v>7.1999999999999995E-2</c:v>
                </c:pt>
                <c:pt idx="19">
                  <c:v>7.5999999999999998E-2</c:v>
                </c:pt>
                <c:pt idx="20">
                  <c:v>0.08</c:v>
                </c:pt>
                <c:pt idx="21">
                  <c:v>8.4000000000000005E-2</c:v>
                </c:pt>
                <c:pt idx="22">
                  <c:v>8.7999999999999995E-2</c:v>
                </c:pt>
                <c:pt idx="23">
                  <c:v>9.1999999999999998E-2</c:v>
                </c:pt>
                <c:pt idx="24">
                  <c:v>9.6000000000000002E-2</c:v>
                </c:pt>
              </c:numCache>
            </c:numRef>
          </c:xVal>
          <c:yVal>
            <c:numRef>
              <c:f>'Chart Data'!$B$2:$B$26</c:f>
              <c:numCache>
                <c:formatCode>0</c:formatCode>
                <c:ptCount val="25"/>
                <c:pt idx="0">
                  <c:v>107.98126999999999</c:v>
                </c:pt>
                <c:pt idx="1">
                  <c:v>91.373924000000002</c:v>
                </c:pt>
                <c:pt idx="2">
                  <c:v>86.300079999999994</c:v>
                </c:pt>
                <c:pt idx="3">
                  <c:v>97.587715000000003</c:v>
                </c:pt>
                <c:pt idx="4">
                  <c:v>99.889939999999996</c:v>
                </c:pt>
                <c:pt idx="5">
                  <c:v>87.21651</c:v>
                </c:pt>
                <c:pt idx="6">
                  <c:v>68.418685999999994</c:v>
                </c:pt>
                <c:pt idx="7">
                  <c:v>64.507130000000004</c:v>
                </c:pt>
                <c:pt idx="8">
                  <c:v>80.555689999999998</c:v>
                </c:pt>
                <c:pt idx="9">
                  <c:v>90.479860000000002</c:v>
                </c:pt>
                <c:pt idx="10">
                  <c:v>74.54307</c:v>
                </c:pt>
                <c:pt idx="11">
                  <c:v>54.001812000000001</c:v>
                </c:pt>
                <c:pt idx="12">
                  <c:v>51.476067</c:v>
                </c:pt>
                <c:pt idx="13">
                  <c:v>67.681079999999994</c:v>
                </c:pt>
                <c:pt idx="14">
                  <c:v>81.539159999999995</c:v>
                </c:pt>
                <c:pt idx="15">
                  <c:v>72.889039999999994</c:v>
                </c:pt>
                <c:pt idx="16">
                  <c:v>45.530501999999998</c:v>
                </c:pt>
                <c:pt idx="17">
                  <c:v>37.32741</c:v>
                </c:pt>
                <c:pt idx="18">
                  <c:v>60.752037000000001</c:v>
                </c:pt>
                <c:pt idx="19">
                  <c:v>77.225269999999995</c:v>
                </c:pt>
                <c:pt idx="20">
                  <c:v>63.054270000000002</c:v>
                </c:pt>
                <c:pt idx="21">
                  <c:v>45.262279999999997</c:v>
                </c:pt>
                <c:pt idx="22">
                  <c:v>42.065983000000003</c:v>
                </c:pt>
                <c:pt idx="23">
                  <c:v>55.611136999999999</c:v>
                </c:pt>
                <c:pt idx="24">
                  <c:v>69.804500000000004</c:v>
                </c:pt>
              </c:numCache>
            </c:numRef>
          </c:yVal>
          <c:smooth val="1"/>
          <c:extLst>
            <c:ext xmlns:c16="http://schemas.microsoft.com/office/drawing/2014/chart" uri="{C3380CC4-5D6E-409C-BE32-E72D297353CC}">
              <c16:uniqueId val="{00000000-B90B-44C6-8F24-C1D2DE6640D9}"/>
            </c:ext>
          </c:extLst>
        </c:ser>
        <c:dLbls>
          <c:showLegendKey val="0"/>
          <c:showVal val="0"/>
          <c:showCatName val="0"/>
          <c:showSerName val="0"/>
          <c:showPercent val="0"/>
          <c:showBubbleSize val="0"/>
        </c:dLbls>
        <c:axId val="48650112"/>
        <c:axId val="48672768"/>
      </c:scatterChart>
      <c:valAx>
        <c:axId val="48672768"/>
        <c:scaling>
          <c:orientation val="minMax"/>
          <c:max val="160"/>
          <c:min val="0"/>
        </c:scaling>
        <c:delete val="0"/>
        <c:axPos val="l"/>
        <c:title>
          <c:tx>
            <c:rich>
              <a:bodyPr/>
              <a:lstStyle/>
              <a:p>
                <a:r>
                  <a:rPr lang="en-US" sz="1650">
                    <a:solidFill>
                      <a:srgbClr val="617184"/>
                    </a:solidFill>
                    <a:latin typeface="Arial"/>
                    <a:ea typeface="Arial"/>
                    <a:cs typeface="Arial"/>
                  </a:rPr>
                  <a:t>Value</a:t>
                </a:r>
              </a:p>
            </c:rich>
          </c:tx>
          <c:overlay val="0"/>
        </c:title>
        <c:numFmt formatCode="0" sourceLinked="1"/>
        <c:majorTickMark val="none"/>
        <c:minorTickMark val="none"/>
        <c:tickLblPos val="nextTo"/>
        <c:spPr>
          <a:ln w="9525">
            <a:solidFill>
              <a:srgbClr val="D9E1E8"/>
            </a:solidFill>
          </a:ln>
        </c:spPr>
        <c:txPr>
          <a:bodyPr anchorCtr="1"/>
          <a:lstStyle/>
          <a:p>
            <a:pPr>
              <a:defRPr sz="1500">
                <a:solidFill>
                  <a:srgbClr val="617184"/>
                </a:solidFill>
                <a:latin typeface="Arial"/>
                <a:ea typeface="Arial"/>
                <a:cs typeface="Arial"/>
              </a:defRPr>
            </a:pPr>
            <a:endParaRPr lang="zh-CN"/>
          </a:p>
        </c:txPr>
        <c:crossAx val="48650112"/>
        <c:crosses val="autoZero"/>
        <c:crossBetween val="midCat"/>
        <c:majorUnit val="80"/>
      </c:valAx>
      <c:valAx>
        <c:axId val="48650112"/>
        <c:scaling>
          <c:orientation val="minMax"/>
          <c:max val="0.1"/>
          <c:min val="0"/>
        </c:scaling>
        <c:delete val="0"/>
        <c:axPos val="b"/>
        <c:title>
          <c:tx>
            <c:rich>
              <a:bodyPr/>
              <a:lstStyle/>
              <a:p>
                <a:r>
                  <a:rPr lang="en-US" sz="1650">
                    <a:solidFill>
                      <a:srgbClr val="617184"/>
                    </a:solidFill>
                    <a:latin typeface="Arial"/>
                    <a:ea typeface="Arial"/>
                    <a:cs typeface="Arial"/>
                  </a:rPr>
                  <a:t>Time (s)</a:t>
                </a:r>
              </a:p>
            </c:rich>
          </c:tx>
          <c:overlay val="0"/>
        </c:title>
        <c:numFmt formatCode="General" sourceLinked="1"/>
        <c:majorTickMark val="none"/>
        <c:minorTickMark val="none"/>
        <c:tickLblPos val="nextTo"/>
        <c:spPr>
          <a:ln w="9525">
            <a:solidFill>
              <a:srgbClr val="D9E1E8"/>
            </a:solidFill>
          </a:ln>
        </c:spPr>
        <c:txPr>
          <a:bodyPr anchorCtr="1"/>
          <a:lstStyle/>
          <a:p>
            <a:pPr>
              <a:defRPr sz="1500">
                <a:solidFill>
                  <a:srgbClr val="617184"/>
                </a:solidFill>
                <a:latin typeface="Arial"/>
                <a:ea typeface="Arial"/>
                <a:cs typeface="Arial"/>
              </a:defRPr>
            </a:pPr>
            <a:endParaRPr lang="zh-CN"/>
          </a:p>
        </c:txPr>
        <c:crossAx val="48672768"/>
        <c:crosses val="autoZero"/>
        <c:crossBetween val="midCat"/>
        <c:majorUnit val="0.0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scatterChart>
        <c:scatterStyle val="lineMarker"/>
        <c:varyColors val="1"/>
        <c:ser>
          <c:idx val="0"/>
          <c:order val="0"/>
          <c:tx>
            <c:v>Raw Ch1</c:v>
          </c:tx>
          <c:spPr>
            <a:ln w="20955">
              <a:solidFill>
                <a:srgbClr val="C26630"/>
              </a:solidFill>
            </a:ln>
          </c:spPr>
          <c:marker>
            <c:symbol val="none"/>
          </c:marker>
          <c:xVal>
            <c:numRef>
              <c:f>'Chart Data'!$A$2:$A$1251</c:f>
              <c:numCache>
                <c:formatCode>General</c:formatCode>
                <c:ptCount val="1250"/>
                <c:pt idx="0">
                  <c:v>0</c:v>
                </c:pt>
                <c:pt idx="1">
                  <c:v>4.0000000000000001E-3</c:v>
                </c:pt>
                <c:pt idx="2">
                  <c:v>8.0000000000000002E-3</c:v>
                </c:pt>
                <c:pt idx="3">
                  <c:v>1.2E-2</c:v>
                </c:pt>
                <c:pt idx="4">
                  <c:v>1.6E-2</c:v>
                </c:pt>
                <c:pt idx="5">
                  <c:v>0.02</c:v>
                </c:pt>
                <c:pt idx="6">
                  <c:v>2.4E-2</c:v>
                </c:pt>
                <c:pt idx="7">
                  <c:v>2.8000000000000001E-2</c:v>
                </c:pt>
                <c:pt idx="8">
                  <c:v>3.2000000000000001E-2</c:v>
                </c:pt>
                <c:pt idx="9">
                  <c:v>3.5999999999999997E-2</c:v>
                </c:pt>
                <c:pt idx="10">
                  <c:v>0.04</c:v>
                </c:pt>
                <c:pt idx="11">
                  <c:v>4.3999999999999997E-2</c:v>
                </c:pt>
                <c:pt idx="12">
                  <c:v>4.8000000000000001E-2</c:v>
                </c:pt>
                <c:pt idx="13">
                  <c:v>5.1999999999999998E-2</c:v>
                </c:pt>
                <c:pt idx="14">
                  <c:v>5.6000000000000001E-2</c:v>
                </c:pt>
                <c:pt idx="15">
                  <c:v>0.06</c:v>
                </c:pt>
                <c:pt idx="16">
                  <c:v>6.4000000000000001E-2</c:v>
                </c:pt>
                <c:pt idx="17">
                  <c:v>6.8000000000000005E-2</c:v>
                </c:pt>
                <c:pt idx="18">
                  <c:v>7.1999999999999995E-2</c:v>
                </c:pt>
                <c:pt idx="19">
                  <c:v>7.5999999999999998E-2</c:v>
                </c:pt>
                <c:pt idx="20">
                  <c:v>0.08</c:v>
                </c:pt>
                <c:pt idx="21">
                  <c:v>8.4000000000000005E-2</c:v>
                </c:pt>
                <c:pt idx="22">
                  <c:v>8.7999999999999995E-2</c:v>
                </c:pt>
                <c:pt idx="23">
                  <c:v>9.1999999999999998E-2</c:v>
                </c:pt>
                <c:pt idx="24">
                  <c:v>9.6000000000000002E-2</c:v>
                </c:pt>
                <c:pt idx="25">
                  <c:v>0.1</c:v>
                </c:pt>
                <c:pt idx="26">
                  <c:v>0.104</c:v>
                </c:pt>
                <c:pt idx="27">
                  <c:v>0.108</c:v>
                </c:pt>
                <c:pt idx="28">
                  <c:v>0.112</c:v>
                </c:pt>
                <c:pt idx="29">
                  <c:v>0.11600000000000001</c:v>
                </c:pt>
                <c:pt idx="30">
                  <c:v>0.12</c:v>
                </c:pt>
                <c:pt idx="31">
                  <c:v>0.124</c:v>
                </c:pt>
                <c:pt idx="32">
                  <c:v>0.128</c:v>
                </c:pt>
                <c:pt idx="33">
                  <c:v>0.13200000000000001</c:v>
                </c:pt>
                <c:pt idx="34">
                  <c:v>0.13600000000000001</c:v>
                </c:pt>
                <c:pt idx="35">
                  <c:v>0.14000000000000001</c:v>
                </c:pt>
                <c:pt idx="36">
                  <c:v>0.14399999999999999</c:v>
                </c:pt>
                <c:pt idx="37">
                  <c:v>0.14799999999999999</c:v>
                </c:pt>
                <c:pt idx="38">
                  <c:v>0.152</c:v>
                </c:pt>
                <c:pt idx="39">
                  <c:v>0.156</c:v>
                </c:pt>
                <c:pt idx="40">
                  <c:v>0.16</c:v>
                </c:pt>
                <c:pt idx="41">
                  <c:v>0.16400000000000001</c:v>
                </c:pt>
                <c:pt idx="42">
                  <c:v>0.16800000000000001</c:v>
                </c:pt>
                <c:pt idx="43">
                  <c:v>0.17199999999999999</c:v>
                </c:pt>
                <c:pt idx="44">
                  <c:v>0.17599999999999999</c:v>
                </c:pt>
                <c:pt idx="45">
                  <c:v>0.18</c:v>
                </c:pt>
                <c:pt idx="46">
                  <c:v>0.184</c:v>
                </c:pt>
                <c:pt idx="47">
                  <c:v>0.188</c:v>
                </c:pt>
                <c:pt idx="48">
                  <c:v>0.192</c:v>
                </c:pt>
                <c:pt idx="49">
                  <c:v>0.19600000000000001</c:v>
                </c:pt>
                <c:pt idx="50">
                  <c:v>0.2</c:v>
                </c:pt>
                <c:pt idx="51">
                  <c:v>0.20399999999999999</c:v>
                </c:pt>
                <c:pt idx="52">
                  <c:v>0.20799999999999999</c:v>
                </c:pt>
                <c:pt idx="53">
                  <c:v>0.21199999999999999</c:v>
                </c:pt>
                <c:pt idx="54">
                  <c:v>0.216</c:v>
                </c:pt>
                <c:pt idx="55">
                  <c:v>0.22</c:v>
                </c:pt>
                <c:pt idx="56">
                  <c:v>0.224</c:v>
                </c:pt>
                <c:pt idx="57">
                  <c:v>0.22800000000000001</c:v>
                </c:pt>
                <c:pt idx="58">
                  <c:v>0.23200000000000001</c:v>
                </c:pt>
                <c:pt idx="59">
                  <c:v>0.23599999999999999</c:v>
                </c:pt>
                <c:pt idx="60">
                  <c:v>0.24</c:v>
                </c:pt>
                <c:pt idx="61">
                  <c:v>0.24399999999999999</c:v>
                </c:pt>
                <c:pt idx="62">
                  <c:v>0.248</c:v>
                </c:pt>
                <c:pt idx="63">
                  <c:v>0.252</c:v>
                </c:pt>
                <c:pt idx="64">
                  <c:v>0.25600000000000001</c:v>
                </c:pt>
                <c:pt idx="65">
                  <c:v>0.26</c:v>
                </c:pt>
                <c:pt idx="66">
                  <c:v>0.26400000000000001</c:v>
                </c:pt>
                <c:pt idx="67">
                  <c:v>0.26800000000000002</c:v>
                </c:pt>
                <c:pt idx="68">
                  <c:v>0.27200000000000002</c:v>
                </c:pt>
                <c:pt idx="69">
                  <c:v>0.27600000000000002</c:v>
                </c:pt>
                <c:pt idx="70">
                  <c:v>0.28000000000000003</c:v>
                </c:pt>
                <c:pt idx="71">
                  <c:v>0.28399999999999997</c:v>
                </c:pt>
                <c:pt idx="72">
                  <c:v>0.28799999999999998</c:v>
                </c:pt>
                <c:pt idx="73">
                  <c:v>0.29199999999999998</c:v>
                </c:pt>
                <c:pt idx="74">
                  <c:v>0.29599999999999999</c:v>
                </c:pt>
                <c:pt idx="75">
                  <c:v>0.3</c:v>
                </c:pt>
                <c:pt idx="76">
                  <c:v>0.30399999999999999</c:v>
                </c:pt>
                <c:pt idx="77">
                  <c:v>0.308</c:v>
                </c:pt>
                <c:pt idx="78">
                  <c:v>0.312</c:v>
                </c:pt>
                <c:pt idx="79">
                  <c:v>0.316</c:v>
                </c:pt>
                <c:pt idx="80">
                  <c:v>0.32</c:v>
                </c:pt>
                <c:pt idx="81">
                  <c:v>0.32400000000000001</c:v>
                </c:pt>
                <c:pt idx="82">
                  <c:v>0.32800000000000001</c:v>
                </c:pt>
                <c:pt idx="83">
                  <c:v>0.33200000000000002</c:v>
                </c:pt>
                <c:pt idx="84">
                  <c:v>0.33600000000000002</c:v>
                </c:pt>
                <c:pt idx="85">
                  <c:v>0.34</c:v>
                </c:pt>
                <c:pt idx="86">
                  <c:v>0.34399999999999997</c:v>
                </c:pt>
                <c:pt idx="87">
                  <c:v>0.34799999999999998</c:v>
                </c:pt>
                <c:pt idx="88">
                  <c:v>0.35199999999999998</c:v>
                </c:pt>
                <c:pt idx="89">
                  <c:v>0.35599999999999998</c:v>
                </c:pt>
                <c:pt idx="90">
                  <c:v>0.36</c:v>
                </c:pt>
                <c:pt idx="91">
                  <c:v>0.36399999999999999</c:v>
                </c:pt>
                <c:pt idx="92">
                  <c:v>0.36799999999999999</c:v>
                </c:pt>
                <c:pt idx="93">
                  <c:v>0.372</c:v>
                </c:pt>
                <c:pt idx="94">
                  <c:v>0.376</c:v>
                </c:pt>
                <c:pt idx="95">
                  <c:v>0.38</c:v>
                </c:pt>
                <c:pt idx="96">
                  <c:v>0.38400000000000001</c:v>
                </c:pt>
                <c:pt idx="97">
                  <c:v>0.38800000000000001</c:v>
                </c:pt>
                <c:pt idx="98">
                  <c:v>0.39200000000000002</c:v>
                </c:pt>
                <c:pt idx="99">
                  <c:v>0.39600000000000002</c:v>
                </c:pt>
                <c:pt idx="100">
                  <c:v>0.4</c:v>
                </c:pt>
                <c:pt idx="101">
                  <c:v>0.40400000000000003</c:v>
                </c:pt>
                <c:pt idx="102">
                  <c:v>0.40799999999999997</c:v>
                </c:pt>
                <c:pt idx="103">
                  <c:v>0.41199999999999998</c:v>
                </c:pt>
                <c:pt idx="104">
                  <c:v>0.41599999999999998</c:v>
                </c:pt>
                <c:pt idx="105">
                  <c:v>0.42</c:v>
                </c:pt>
                <c:pt idx="106">
                  <c:v>0.42399999999999999</c:v>
                </c:pt>
                <c:pt idx="107">
                  <c:v>0.42799999999999999</c:v>
                </c:pt>
                <c:pt idx="108">
                  <c:v>0.432</c:v>
                </c:pt>
                <c:pt idx="109">
                  <c:v>0.436</c:v>
                </c:pt>
                <c:pt idx="110">
                  <c:v>0.44</c:v>
                </c:pt>
                <c:pt idx="111">
                  <c:v>0.44400000000000001</c:v>
                </c:pt>
                <c:pt idx="112">
                  <c:v>0.44800000000000001</c:v>
                </c:pt>
                <c:pt idx="113">
                  <c:v>0.45200000000000001</c:v>
                </c:pt>
                <c:pt idx="114">
                  <c:v>0.45600000000000002</c:v>
                </c:pt>
                <c:pt idx="115">
                  <c:v>0.46</c:v>
                </c:pt>
                <c:pt idx="116">
                  <c:v>0.46400000000000002</c:v>
                </c:pt>
                <c:pt idx="117">
                  <c:v>0.46800000000000003</c:v>
                </c:pt>
                <c:pt idx="118">
                  <c:v>0.47199999999999998</c:v>
                </c:pt>
                <c:pt idx="119">
                  <c:v>0.47599999999999998</c:v>
                </c:pt>
                <c:pt idx="120">
                  <c:v>0.48</c:v>
                </c:pt>
                <c:pt idx="121">
                  <c:v>0.48399999999999999</c:v>
                </c:pt>
                <c:pt idx="122">
                  <c:v>0.48799999999999999</c:v>
                </c:pt>
                <c:pt idx="123">
                  <c:v>0.49199999999999999</c:v>
                </c:pt>
                <c:pt idx="124">
                  <c:v>0.496</c:v>
                </c:pt>
                <c:pt idx="125">
                  <c:v>0.5</c:v>
                </c:pt>
                <c:pt idx="126">
                  <c:v>0.504</c:v>
                </c:pt>
                <c:pt idx="127">
                  <c:v>0.50800000000000001</c:v>
                </c:pt>
                <c:pt idx="128">
                  <c:v>0.51200000000000001</c:v>
                </c:pt>
                <c:pt idx="129">
                  <c:v>0.51600000000000001</c:v>
                </c:pt>
                <c:pt idx="130">
                  <c:v>0.52</c:v>
                </c:pt>
                <c:pt idx="131">
                  <c:v>0.52400000000000002</c:v>
                </c:pt>
                <c:pt idx="132">
                  <c:v>0.52800000000000002</c:v>
                </c:pt>
                <c:pt idx="133">
                  <c:v>0.53200000000000003</c:v>
                </c:pt>
                <c:pt idx="134">
                  <c:v>0.53600000000000003</c:v>
                </c:pt>
                <c:pt idx="135">
                  <c:v>0.54</c:v>
                </c:pt>
                <c:pt idx="136">
                  <c:v>0.54400000000000004</c:v>
                </c:pt>
                <c:pt idx="137">
                  <c:v>0.54800000000000004</c:v>
                </c:pt>
                <c:pt idx="138">
                  <c:v>0.55200000000000005</c:v>
                </c:pt>
                <c:pt idx="139">
                  <c:v>0.55600000000000005</c:v>
                </c:pt>
                <c:pt idx="140">
                  <c:v>0.56000000000000005</c:v>
                </c:pt>
                <c:pt idx="141">
                  <c:v>0.56399999999999995</c:v>
                </c:pt>
                <c:pt idx="142">
                  <c:v>0.56799999999999995</c:v>
                </c:pt>
                <c:pt idx="143">
                  <c:v>0.57199999999999995</c:v>
                </c:pt>
                <c:pt idx="144">
                  <c:v>0.57599999999999996</c:v>
                </c:pt>
                <c:pt idx="145">
                  <c:v>0.57999999999999996</c:v>
                </c:pt>
                <c:pt idx="146">
                  <c:v>0.58399999999999996</c:v>
                </c:pt>
                <c:pt idx="147">
                  <c:v>0.58799999999999997</c:v>
                </c:pt>
                <c:pt idx="148">
                  <c:v>0.59199999999999997</c:v>
                </c:pt>
                <c:pt idx="149">
                  <c:v>0.59599999999999997</c:v>
                </c:pt>
                <c:pt idx="150">
                  <c:v>0.6</c:v>
                </c:pt>
                <c:pt idx="151">
                  <c:v>0.60399999999999998</c:v>
                </c:pt>
                <c:pt idx="152">
                  <c:v>0.60799999999999998</c:v>
                </c:pt>
                <c:pt idx="153">
                  <c:v>0.61199999999999999</c:v>
                </c:pt>
                <c:pt idx="154">
                  <c:v>0.61599999999999999</c:v>
                </c:pt>
                <c:pt idx="155">
                  <c:v>0.62</c:v>
                </c:pt>
                <c:pt idx="156">
                  <c:v>0.624</c:v>
                </c:pt>
                <c:pt idx="157">
                  <c:v>0.628</c:v>
                </c:pt>
                <c:pt idx="158">
                  <c:v>0.63200000000000001</c:v>
                </c:pt>
                <c:pt idx="159">
                  <c:v>0.63600000000000001</c:v>
                </c:pt>
                <c:pt idx="160">
                  <c:v>0.64</c:v>
                </c:pt>
                <c:pt idx="161">
                  <c:v>0.64400000000000002</c:v>
                </c:pt>
                <c:pt idx="162">
                  <c:v>0.64800000000000002</c:v>
                </c:pt>
                <c:pt idx="163">
                  <c:v>0.65200000000000002</c:v>
                </c:pt>
                <c:pt idx="164">
                  <c:v>0.65600000000000003</c:v>
                </c:pt>
                <c:pt idx="165">
                  <c:v>0.66</c:v>
                </c:pt>
                <c:pt idx="166">
                  <c:v>0.66400000000000003</c:v>
                </c:pt>
                <c:pt idx="167">
                  <c:v>0.66800000000000004</c:v>
                </c:pt>
                <c:pt idx="168">
                  <c:v>0.67200000000000004</c:v>
                </c:pt>
                <c:pt idx="169">
                  <c:v>0.67600000000000005</c:v>
                </c:pt>
                <c:pt idx="170">
                  <c:v>0.68</c:v>
                </c:pt>
                <c:pt idx="171">
                  <c:v>0.68400000000000005</c:v>
                </c:pt>
                <c:pt idx="172">
                  <c:v>0.68799999999999994</c:v>
                </c:pt>
                <c:pt idx="173">
                  <c:v>0.69199999999999995</c:v>
                </c:pt>
                <c:pt idx="174">
                  <c:v>0.69599999999999995</c:v>
                </c:pt>
                <c:pt idx="175">
                  <c:v>0.7</c:v>
                </c:pt>
                <c:pt idx="176">
                  <c:v>0.70399999999999996</c:v>
                </c:pt>
                <c:pt idx="177">
                  <c:v>0.70799999999999996</c:v>
                </c:pt>
                <c:pt idx="178">
                  <c:v>0.71199999999999997</c:v>
                </c:pt>
                <c:pt idx="179">
                  <c:v>0.71599999999999997</c:v>
                </c:pt>
                <c:pt idx="180">
                  <c:v>0.72</c:v>
                </c:pt>
                <c:pt idx="181">
                  <c:v>0.72399999999999998</c:v>
                </c:pt>
                <c:pt idx="182">
                  <c:v>0.72799999999999998</c:v>
                </c:pt>
                <c:pt idx="183">
                  <c:v>0.73199999999999998</c:v>
                </c:pt>
                <c:pt idx="184">
                  <c:v>0.73599999999999999</c:v>
                </c:pt>
                <c:pt idx="185">
                  <c:v>0.74</c:v>
                </c:pt>
                <c:pt idx="186">
                  <c:v>0.74399999999999999</c:v>
                </c:pt>
                <c:pt idx="187">
                  <c:v>0.748</c:v>
                </c:pt>
                <c:pt idx="188">
                  <c:v>0.752</c:v>
                </c:pt>
                <c:pt idx="189">
                  <c:v>0.75600000000000001</c:v>
                </c:pt>
                <c:pt idx="190">
                  <c:v>0.76</c:v>
                </c:pt>
                <c:pt idx="191">
                  <c:v>0.76400000000000001</c:v>
                </c:pt>
                <c:pt idx="192">
                  <c:v>0.76800000000000002</c:v>
                </c:pt>
                <c:pt idx="193">
                  <c:v>0.77200000000000002</c:v>
                </c:pt>
                <c:pt idx="194">
                  <c:v>0.77600000000000002</c:v>
                </c:pt>
                <c:pt idx="195">
                  <c:v>0.78</c:v>
                </c:pt>
                <c:pt idx="196">
                  <c:v>0.78400000000000003</c:v>
                </c:pt>
                <c:pt idx="197">
                  <c:v>0.78800000000000003</c:v>
                </c:pt>
                <c:pt idx="198">
                  <c:v>0.79200000000000004</c:v>
                </c:pt>
                <c:pt idx="199">
                  <c:v>0.79600000000000004</c:v>
                </c:pt>
                <c:pt idx="200">
                  <c:v>0.8</c:v>
                </c:pt>
                <c:pt idx="201">
                  <c:v>0.80400000000000005</c:v>
                </c:pt>
                <c:pt idx="202">
                  <c:v>0.80800000000000005</c:v>
                </c:pt>
                <c:pt idx="203">
                  <c:v>0.81200000000000006</c:v>
                </c:pt>
                <c:pt idx="204">
                  <c:v>0.81599999999999995</c:v>
                </c:pt>
                <c:pt idx="205">
                  <c:v>0.82</c:v>
                </c:pt>
                <c:pt idx="206">
                  <c:v>0.82399999999999995</c:v>
                </c:pt>
                <c:pt idx="207">
                  <c:v>0.82799999999999996</c:v>
                </c:pt>
                <c:pt idx="208">
                  <c:v>0.83199999999999996</c:v>
                </c:pt>
                <c:pt idx="209">
                  <c:v>0.83599999999999997</c:v>
                </c:pt>
                <c:pt idx="210">
                  <c:v>0.84</c:v>
                </c:pt>
                <c:pt idx="211">
                  <c:v>0.84399999999999997</c:v>
                </c:pt>
                <c:pt idx="212">
                  <c:v>0.84799999999999998</c:v>
                </c:pt>
                <c:pt idx="213">
                  <c:v>0.85199999999999998</c:v>
                </c:pt>
                <c:pt idx="214">
                  <c:v>0.85599999999999998</c:v>
                </c:pt>
                <c:pt idx="215">
                  <c:v>0.86</c:v>
                </c:pt>
                <c:pt idx="216">
                  <c:v>0.86399999999999999</c:v>
                </c:pt>
                <c:pt idx="217">
                  <c:v>0.86799999999999999</c:v>
                </c:pt>
                <c:pt idx="218">
                  <c:v>0.872</c:v>
                </c:pt>
                <c:pt idx="219">
                  <c:v>0.876</c:v>
                </c:pt>
                <c:pt idx="220">
                  <c:v>0.88</c:v>
                </c:pt>
                <c:pt idx="221">
                  <c:v>0.88400000000000001</c:v>
                </c:pt>
                <c:pt idx="222">
                  <c:v>0.88800000000000001</c:v>
                </c:pt>
                <c:pt idx="223">
                  <c:v>0.89200000000000002</c:v>
                </c:pt>
                <c:pt idx="224">
                  <c:v>0.89600000000000002</c:v>
                </c:pt>
                <c:pt idx="225">
                  <c:v>0.9</c:v>
                </c:pt>
                <c:pt idx="226">
                  <c:v>0.90400000000000003</c:v>
                </c:pt>
                <c:pt idx="227">
                  <c:v>0.90800000000000003</c:v>
                </c:pt>
                <c:pt idx="228">
                  <c:v>0.91200000000000003</c:v>
                </c:pt>
                <c:pt idx="229">
                  <c:v>0.91600000000000004</c:v>
                </c:pt>
                <c:pt idx="230">
                  <c:v>0.92</c:v>
                </c:pt>
                <c:pt idx="231">
                  <c:v>0.92400000000000004</c:v>
                </c:pt>
                <c:pt idx="232">
                  <c:v>0.92800000000000005</c:v>
                </c:pt>
                <c:pt idx="233">
                  <c:v>0.93200000000000005</c:v>
                </c:pt>
                <c:pt idx="234">
                  <c:v>0.93600000000000005</c:v>
                </c:pt>
                <c:pt idx="235">
                  <c:v>0.94</c:v>
                </c:pt>
                <c:pt idx="236">
                  <c:v>0.94399999999999995</c:v>
                </c:pt>
                <c:pt idx="237">
                  <c:v>0.94799999999999995</c:v>
                </c:pt>
                <c:pt idx="238">
                  <c:v>0.95199999999999996</c:v>
                </c:pt>
                <c:pt idx="239">
                  <c:v>0.95599999999999996</c:v>
                </c:pt>
                <c:pt idx="240">
                  <c:v>0.96</c:v>
                </c:pt>
                <c:pt idx="241">
                  <c:v>0.96399999999999997</c:v>
                </c:pt>
                <c:pt idx="242">
                  <c:v>0.96799999999999997</c:v>
                </c:pt>
                <c:pt idx="243">
                  <c:v>0.97199999999999998</c:v>
                </c:pt>
                <c:pt idx="244">
                  <c:v>0.97599999999999998</c:v>
                </c:pt>
                <c:pt idx="245">
                  <c:v>0.98</c:v>
                </c:pt>
                <c:pt idx="246">
                  <c:v>0.98399999999999999</c:v>
                </c:pt>
                <c:pt idx="247">
                  <c:v>0.98799999999999999</c:v>
                </c:pt>
                <c:pt idx="248">
                  <c:v>0.99199999999999999</c:v>
                </c:pt>
                <c:pt idx="249">
                  <c:v>0.996</c:v>
                </c:pt>
                <c:pt idx="250">
                  <c:v>1</c:v>
                </c:pt>
                <c:pt idx="251">
                  <c:v>1.004</c:v>
                </c:pt>
                <c:pt idx="252">
                  <c:v>1.008</c:v>
                </c:pt>
                <c:pt idx="253">
                  <c:v>1.012</c:v>
                </c:pt>
                <c:pt idx="254">
                  <c:v>1.016</c:v>
                </c:pt>
                <c:pt idx="255">
                  <c:v>1.02</c:v>
                </c:pt>
                <c:pt idx="256">
                  <c:v>1.024</c:v>
                </c:pt>
                <c:pt idx="257">
                  <c:v>1.028</c:v>
                </c:pt>
                <c:pt idx="258">
                  <c:v>1.032</c:v>
                </c:pt>
                <c:pt idx="259">
                  <c:v>1.036</c:v>
                </c:pt>
                <c:pt idx="260">
                  <c:v>1.04</c:v>
                </c:pt>
                <c:pt idx="261">
                  <c:v>1.044</c:v>
                </c:pt>
                <c:pt idx="262">
                  <c:v>1.048</c:v>
                </c:pt>
                <c:pt idx="263">
                  <c:v>1.052</c:v>
                </c:pt>
                <c:pt idx="264">
                  <c:v>1.056</c:v>
                </c:pt>
                <c:pt idx="265">
                  <c:v>1.06</c:v>
                </c:pt>
                <c:pt idx="266">
                  <c:v>1.0640000000000001</c:v>
                </c:pt>
                <c:pt idx="267">
                  <c:v>1.0680000000000001</c:v>
                </c:pt>
                <c:pt idx="268">
                  <c:v>1.0720000000000001</c:v>
                </c:pt>
                <c:pt idx="269">
                  <c:v>1.0760000000000001</c:v>
                </c:pt>
                <c:pt idx="270">
                  <c:v>1.08</c:v>
                </c:pt>
                <c:pt idx="271">
                  <c:v>1.0840000000000001</c:v>
                </c:pt>
                <c:pt idx="272">
                  <c:v>1.0880000000000001</c:v>
                </c:pt>
                <c:pt idx="273">
                  <c:v>1.0920000000000001</c:v>
                </c:pt>
                <c:pt idx="274">
                  <c:v>1.0960000000000001</c:v>
                </c:pt>
                <c:pt idx="275">
                  <c:v>1.1000000000000001</c:v>
                </c:pt>
                <c:pt idx="276">
                  <c:v>1.1040000000000001</c:v>
                </c:pt>
                <c:pt idx="277">
                  <c:v>1.1080000000000001</c:v>
                </c:pt>
                <c:pt idx="278">
                  <c:v>1.1120000000000001</c:v>
                </c:pt>
                <c:pt idx="279">
                  <c:v>1.1160000000000001</c:v>
                </c:pt>
                <c:pt idx="280">
                  <c:v>1.1200000000000001</c:v>
                </c:pt>
                <c:pt idx="281">
                  <c:v>1.1240000000000001</c:v>
                </c:pt>
                <c:pt idx="282">
                  <c:v>1.1279999999999999</c:v>
                </c:pt>
                <c:pt idx="283">
                  <c:v>1.1319999999999999</c:v>
                </c:pt>
                <c:pt idx="284">
                  <c:v>1.1359999999999999</c:v>
                </c:pt>
                <c:pt idx="285">
                  <c:v>1.1399999999999999</c:v>
                </c:pt>
                <c:pt idx="286">
                  <c:v>1.1439999999999999</c:v>
                </c:pt>
                <c:pt idx="287">
                  <c:v>1.1479999999999999</c:v>
                </c:pt>
                <c:pt idx="288">
                  <c:v>1.1519999999999999</c:v>
                </c:pt>
                <c:pt idx="289">
                  <c:v>1.1559999999999999</c:v>
                </c:pt>
                <c:pt idx="290">
                  <c:v>1.1599999999999999</c:v>
                </c:pt>
                <c:pt idx="291">
                  <c:v>1.1639999999999999</c:v>
                </c:pt>
                <c:pt idx="292">
                  <c:v>1.1679999999999999</c:v>
                </c:pt>
                <c:pt idx="293">
                  <c:v>1.1719999999999999</c:v>
                </c:pt>
                <c:pt idx="294">
                  <c:v>1.1759999999999999</c:v>
                </c:pt>
                <c:pt idx="295">
                  <c:v>1.18</c:v>
                </c:pt>
                <c:pt idx="296">
                  <c:v>1.1839999999999999</c:v>
                </c:pt>
                <c:pt idx="297">
                  <c:v>1.1879999999999999</c:v>
                </c:pt>
                <c:pt idx="298">
                  <c:v>1.1919999999999999</c:v>
                </c:pt>
                <c:pt idx="299">
                  <c:v>1.196</c:v>
                </c:pt>
                <c:pt idx="300">
                  <c:v>1.2</c:v>
                </c:pt>
                <c:pt idx="301">
                  <c:v>1.204</c:v>
                </c:pt>
                <c:pt idx="302">
                  <c:v>1.208</c:v>
                </c:pt>
                <c:pt idx="303">
                  <c:v>1.212</c:v>
                </c:pt>
                <c:pt idx="304">
                  <c:v>1.216</c:v>
                </c:pt>
                <c:pt idx="305">
                  <c:v>1.22</c:v>
                </c:pt>
                <c:pt idx="306">
                  <c:v>1.224</c:v>
                </c:pt>
                <c:pt idx="307">
                  <c:v>1.228</c:v>
                </c:pt>
                <c:pt idx="308">
                  <c:v>1.232</c:v>
                </c:pt>
                <c:pt idx="309">
                  <c:v>1.236</c:v>
                </c:pt>
                <c:pt idx="310">
                  <c:v>1.24</c:v>
                </c:pt>
                <c:pt idx="311">
                  <c:v>1.244</c:v>
                </c:pt>
                <c:pt idx="312">
                  <c:v>1.248</c:v>
                </c:pt>
                <c:pt idx="313">
                  <c:v>1.252</c:v>
                </c:pt>
                <c:pt idx="314">
                  <c:v>1.256</c:v>
                </c:pt>
                <c:pt idx="315">
                  <c:v>1.26</c:v>
                </c:pt>
                <c:pt idx="316">
                  <c:v>1.264</c:v>
                </c:pt>
                <c:pt idx="317">
                  <c:v>1.268</c:v>
                </c:pt>
                <c:pt idx="318">
                  <c:v>1.272</c:v>
                </c:pt>
                <c:pt idx="319">
                  <c:v>1.276</c:v>
                </c:pt>
                <c:pt idx="320">
                  <c:v>1.28</c:v>
                </c:pt>
                <c:pt idx="321">
                  <c:v>1.284</c:v>
                </c:pt>
                <c:pt idx="322">
                  <c:v>1.288</c:v>
                </c:pt>
                <c:pt idx="323">
                  <c:v>1.292</c:v>
                </c:pt>
                <c:pt idx="324">
                  <c:v>1.296</c:v>
                </c:pt>
                <c:pt idx="325">
                  <c:v>1.3</c:v>
                </c:pt>
                <c:pt idx="326">
                  <c:v>1.304</c:v>
                </c:pt>
                <c:pt idx="327">
                  <c:v>1.3080000000000001</c:v>
                </c:pt>
                <c:pt idx="328">
                  <c:v>1.3120000000000001</c:v>
                </c:pt>
                <c:pt idx="329">
                  <c:v>1.3160000000000001</c:v>
                </c:pt>
                <c:pt idx="330">
                  <c:v>1.32</c:v>
                </c:pt>
                <c:pt idx="331">
                  <c:v>1.3240000000000001</c:v>
                </c:pt>
                <c:pt idx="332">
                  <c:v>1.3280000000000001</c:v>
                </c:pt>
                <c:pt idx="333">
                  <c:v>1.3320000000000001</c:v>
                </c:pt>
                <c:pt idx="334">
                  <c:v>1.3360000000000001</c:v>
                </c:pt>
                <c:pt idx="335">
                  <c:v>1.34</c:v>
                </c:pt>
                <c:pt idx="336">
                  <c:v>1.3440000000000001</c:v>
                </c:pt>
                <c:pt idx="337">
                  <c:v>1.3480000000000001</c:v>
                </c:pt>
                <c:pt idx="338">
                  <c:v>1.3520000000000001</c:v>
                </c:pt>
                <c:pt idx="339">
                  <c:v>1.3560000000000001</c:v>
                </c:pt>
                <c:pt idx="340">
                  <c:v>1.36</c:v>
                </c:pt>
                <c:pt idx="341">
                  <c:v>1.3640000000000001</c:v>
                </c:pt>
                <c:pt idx="342">
                  <c:v>1.3680000000000001</c:v>
                </c:pt>
                <c:pt idx="343">
                  <c:v>1.3720000000000001</c:v>
                </c:pt>
                <c:pt idx="344">
                  <c:v>1.3759999999999999</c:v>
                </c:pt>
                <c:pt idx="345">
                  <c:v>1.38</c:v>
                </c:pt>
                <c:pt idx="346">
                  <c:v>1.3839999999999999</c:v>
                </c:pt>
                <c:pt idx="347">
                  <c:v>1.3879999999999999</c:v>
                </c:pt>
                <c:pt idx="348">
                  <c:v>1.3919999999999999</c:v>
                </c:pt>
                <c:pt idx="349">
                  <c:v>1.3959999999999999</c:v>
                </c:pt>
                <c:pt idx="350">
                  <c:v>1.4</c:v>
                </c:pt>
                <c:pt idx="351">
                  <c:v>1.4039999999999999</c:v>
                </c:pt>
                <c:pt idx="352">
                  <c:v>1.4079999999999999</c:v>
                </c:pt>
                <c:pt idx="353">
                  <c:v>1.4119999999999999</c:v>
                </c:pt>
                <c:pt idx="354">
                  <c:v>1.4159999999999999</c:v>
                </c:pt>
                <c:pt idx="355">
                  <c:v>1.42</c:v>
                </c:pt>
                <c:pt idx="356">
                  <c:v>1.4239999999999999</c:v>
                </c:pt>
                <c:pt idx="357">
                  <c:v>1.4279999999999999</c:v>
                </c:pt>
                <c:pt idx="358">
                  <c:v>1.4319999999999999</c:v>
                </c:pt>
                <c:pt idx="359">
                  <c:v>1.4359999999999999</c:v>
                </c:pt>
                <c:pt idx="360">
                  <c:v>1.44</c:v>
                </c:pt>
                <c:pt idx="361">
                  <c:v>1.444</c:v>
                </c:pt>
                <c:pt idx="362">
                  <c:v>1.448</c:v>
                </c:pt>
                <c:pt idx="363">
                  <c:v>1.452</c:v>
                </c:pt>
                <c:pt idx="364">
                  <c:v>1.456</c:v>
                </c:pt>
                <c:pt idx="365">
                  <c:v>1.46</c:v>
                </c:pt>
                <c:pt idx="366">
                  <c:v>1.464</c:v>
                </c:pt>
                <c:pt idx="367">
                  <c:v>1.468</c:v>
                </c:pt>
                <c:pt idx="368">
                  <c:v>1.472</c:v>
                </c:pt>
                <c:pt idx="369">
                  <c:v>1.476</c:v>
                </c:pt>
                <c:pt idx="370">
                  <c:v>1.48</c:v>
                </c:pt>
                <c:pt idx="371">
                  <c:v>1.484</c:v>
                </c:pt>
                <c:pt idx="372">
                  <c:v>1.488</c:v>
                </c:pt>
                <c:pt idx="373">
                  <c:v>1.492</c:v>
                </c:pt>
                <c:pt idx="374">
                  <c:v>1.496</c:v>
                </c:pt>
                <c:pt idx="375">
                  <c:v>1.5</c:v>
                </c:pt>
                <c:pt idx="376">
                  <c:v>1.504</c:v>
                </c:pt>
                <c:pt idx="377">
                  <c:v>1.508</c:v>
                </c:pt>
                <c:pt idx="378">
                  <c:v>1.512</c:v>
                </c:pt>
                <c:pt idx="379">
                  <c:v>1.516</c:v>
                </c:pt>
                <c:pt idx="380">
                  <c:v>1.52</c:v>
                </c:pt>
                <c:pt idx="381">
                  <c:v>1.524</c:v>
                </c:pt>
                <c:pt idx="382">
                  <c:v>1.528</c:v>
                </c:pt>
                <c:pt idx="383">
                  <c:v>1.532</c:v>
                </c:pt>
                <c:pt idx="384">
                  <c:v>1.536</c:v>
                </c:pt>
                <c:pt idx="385">
                  <c:v>1.54</c:v>
                </c:pt>
                <c:pt idx="386">
                  <c:v>1.544</c:v>
                </c:pt>
                <c:pt idx="387">
                  <c:v>1.548</c:v>
                </c:pt>
                <c:pt idx="388">
                  <c:v>1.552</c:v>
                </c:pt>
                <c:pt idx="389">
                  <c:v>1.556</c:v>
                </c:pt>
                <c:pt idx="390">
                  <c:v>1.56</c:v>
                </c:pt>
                <c:pt idx="391">
                  <c:v>1.5640000000000001</c:v>
                </c:pt>
                <c:pt idx="392">
                  <c:v>1.5680000000000001</c:v>
                </c:pt>
                <c:pt idx="393">
                  <c:v>1.5720000000000001</c:v>
                </c:pt>
                <c:pt idx="394">
                  <c:v>1.5760000000000001</c:v>
                </c:pt>
                <c:pt idx="395">
                  <c:v>1.58</c:v>
                </c:pt>
                <c:pt idx="396">
                  <c:v>1.5840000000000001</c:v>
                </c:pt>
                <c:pt idx="397">
                  <c:v>1.5880000000000001</c:v>
                </c:pt>
                <c:pt idx="398">
                  <c:v>1.5920000000000001</c:v>
                </c:pt>
                <c:pt idx="399">
                  <c:v>1.5960000000000001</c:v>
                </c:pt>
                <c:pt idx="400">
                  <c:v>1.6</c:v>
                </c:pt>
                <c:pt idx="401">
                  <c:v>1.6040000000000001</c:v>
                </c:pt>
                <c:pt idx="402">
                  <c:v>1.6080000000000001</c:v>
                </c:pt>
                <c:pt idx="403">
                  <c:v>1.6120000000000001</c:v>
                </c:pt>
                <c:pt idx="404">
                  <c:v>1.6160000000000001</c:v>
                </c:pt>
                <c:pt idx="405">
                  <c:v>1.62</c:v>
                </c:pt>
                <c:pt idx="406">
                  <c:v>1.6240000000000001</c:v>
                </c:pt>
                <c:pt idx="407">
                  <c:v>1.6279999999999999</c:v>
                </c:pt>
                <c:pt idx="408">
                  <c:v>1.6319999999999999</c:v>
                </c:pt>
                <c:pt idx="409">
                  <c:v>1.6359999999999999</c:v>
                </c:pt>
                <c:pt idx="410">
                  <c:v>1.64</c:v>
                </c:pt>
                <c:pt idx="411">
                  <c:v>1.6439999999999999</c:v>
                </c:pt>
                <c:pt idx="412">
                  <c:v>1.6479999999999999</c:v>
                </c:pt>
                <c:pt idx="413">
                  <c:v>1.6519999999999999</c:v>
                </c:pt>
                <c:pt idx="414">
                  <c:v>1.6559999999999999</c:v>
                </c:pt>
                <c:pt idx="415">
                  <c:v>1.66</c:v>
                </c:pt>
                <c:pt idx="416">
                  <c:v>1.6639999999999999</c:v>
                </c:pt>
                <c:pt idx="417">
                  <c:v>1.6679999999999999</c:v>
                </c:pt>
                <c:pt idx="418">
                  <c:v>1.6719999999999999</c:v>
                </c:pt>
                <c:pt idx="419">
                  <c:v>1.6759999999999999</c:v>
                </c:pt>
                <c:pt idx="420">
                  <c:v>1.68</c:v>
                </c:pt>
                <c:pt idx="421">
                  <c:v>1.6839999999999999</c:v>
                </c:pt>
                <c:pt idx="422">
                  <c:v>1.6879999999999999</c:v>
                </c:pt>
                <c:pt idx="423">
                  <c:v>1.6919999999999999</c:v>
                </c:pt>
                <c:pt idx="424">
                  <c:v>1.696</c:v>
                </c:pt>
                <c:pt idx="425">
                  <c:v>1.7</c:v>
                </c:pt>
                <c:pt idx="426">
                  <c:v>1.704</c:v>
                </c:pt>
                <c:pt idx="427">
                  <c:v>1.708</c:v>
                </c:pt>
                <c:pt idx="428">
                  <c:v>1.712</c:v>
                </c:pt>
                <c:pt idx="429">
                  <c:v>1.716</c:v>
                </c:pt>
                <c:pt idx="430">
                  <c:v>1.72</c:v>
                </c:pt>
                <c:pt idx="431">
                  <c:v>1.724</c:v>
                </c:pt>
                <c:pt idx="432">
                  <c:v>1.728</c:v>
                </c:pt>
                <c:pt idx="433">
                  <c:v>1.732</c:v>
                </c:pt>
                <c:pt idx="434">
                  <c:v>1.736</c:v>
                </c:pt>
                <c:pt idx="435">
                  <c:v>1.74</c:v>
                </c:pt>
                <c:pt idx="436">
                  <c:v>1.744</c:v>
                </c:pt>
                <c:pt idx="437">
                  <c:v>1.748</c:v>
                </c:pt>
                <c:pt idx="438">
                  <c:v>1.752</c:v>
                </c:pt>
                <c:pt idx="439">
                  <c:v>1.756</c:v>
                </c:pt>
                <c:pt idx="440">
                  <c:v>1.76</c:v>
                </c:pt>
                <c:pt idx="441">
                  <c:v>1.764</c:v>
                </c:pt>
                <c:pt idx="442">
                  <c:v>1.768</c:v>
                </c:pt>
                <c:pt idx="443">
                  <c:v>1.772</c:v>
                </c:pt>
                <c:pt idx="444">
                  <c:v>1.776</c:v>
                </c:pt>
                <c:pt idx="445">
                  <c:v>1.78</c:v>
                </c:pt>
                <c:pt idx="446">
                  <c:v>1.784</c:v>
                </c:pt>
                <c:pt idx="447">
                  <c:v>1.788</c:v>
                </c:pt>
                <c:pt idx="448">
                  <c:v>1.792</c:v>
                </c:pt>
                <c:pt idx="449">
                  <c:v>1.796</c:v>
                </c:pt>
                <c:pt idx="450">
                  <c:v>1.8</c:v>
                </c:pt>
                <c:pt idx="451">
                  <c:v>1.804</c:v>
                </c:pt>
                <c:pt idx="452">
                  <c:v>1.8080000000000001</c:v>
                </c:pt>
                <c:pt idx="453">
                  <c:v>1.8120000000000001</c:v>
                </c:pt>
                <c:pt idx="454">
                  <c:v>1.8160000000000001</c:v>
                </c:pt>
                <c:pt idx="455">
                  <c:v>1.82</c:v>
                </c:pt>
                <c:pt idx="456">
                  <c:v>1.8240000000000001</c:v>
                </c:pt>
                <c:pt idx="457">
                  <c:v>1.8280000000000001</c:v>
                </c:pt>
                <c:pt idx="458">
                  <c:v>1.8320000000000001</c:v>
                </c:pt>
                <c:pt idx="459">
                  <c:v>1.8360000000000001</c:v>
                </c:pt>
                <c:pt idx="460">
                  <c:v>1.84</c:v>
                </c:pt>
                <c:pt idx="461">
                  <c:v>1.8440000000000001</c:v>
                </c:pt>
                <c:pt idx="462">
                  <c:v>1.8480000000000001</c:v>
                </c:pt>
                <c:pt idx="463">
                  <c:v>1.8520000000000001</c:v>
                </c:pt>
                <c:pt idx="464">
                  <c:v>1.8560000000000001</c:v>
                </c:pt>
                <c:pt idx="465">
                  <c:v>1.86</c:v>
                </c:pt>
                <c:pt idx="466">
                  <c:v>1.8640000000000001</c:v>
                </c:pt>
                <c:pt idx="467">
                  <c:v>1.8680000000000001</c:v>
                </c:pt>
                <c:pt idx="468">
                  <c:v>1.8720000000000001</c:v>
                </c:pt>
                <c:pt idx="469">
                  <c:v>1.8759999999999999</c:v>
                </c:pt>
                <c:pt idx="470">
                  <c:v>1.88</c:v>
                </c:pt>
                <c:pt idx="471">
                  <c:v>1.8839999999999999</c:v>
                </c:pt>
                <c:pt idx="472">
                  <c:v>1.8879999999999999</c:v>
                </c:pt>
                <c:pt idx="473">
                  <c:v>1.8919999999999999</c:v>
                </c:pt>
                <c:pt idx="474">
                  <c:v>1.8959999999999999</c:v>
                </c:pt>
                <c:pt idx="475">
                  <c:v>1.9</c:v>
                </c:pt>
                <c:pt idx="476">
                  <c:v>1.9039999999999999</c:v>
                </c:pt>
                <c:pt idx="477">
                  <c:v>1.9079999999999999</c:v>
                </c:pt>
                <c:pt idx="478">
                  <c:v>1.9119999999999999</c:v>
                </c:pt>
                <c:pt idx="479">
                  <c:v>1.9159999999999999</c:v>
                </c:pt>
                <c:pt idx="480">
                  <c:v>1.92</c:v>
                </c:pt>
                <c:pt idx="481">
                  <c:v>1.9239999999999999</c:v>
                </c:pt>
                <c:pt idx="482">
                  <c:v>1.9279999999999999</c:v>
                </c:pt>
                <c:pt idx="483">
                  <c:v>1.9319999999999999</c:v>
                </c:pt>
                <c:pt idx="484">
                  <c:v>1.9359999999999999</c:v>
                </c:pt>
                <c:pt idx="485">
                  <c:v>1.94</c:v>
                </c:pt>
                <c:pt idx="486">
                  <c:v>1.944</c:v>
                </c:pt>
                <c:pt idx="487">
                  <c:v>1.948</c:v>
                </c:pt>
                <c:pt idx="488">
                  <c:v>1.952</c:v>
                </c:pt>
                <c:pt idx="489">
                  <c:v>1.956</c:v>
                </c:pt>
                <c:pt idx="490">
                  <c:v>1.96</c:v>
                </c:pt>
                <c:pt idx="491">
                  <c:v>1.964</c:v>
                </c:pt>
                <c:pt idx="492">
                  <c:v>1.968</c:v>
                </c:pt>
                <c:pt idx="493">
                  <c:v>1.972</c:v>
                </c:pt>
                <c:pt idx="494">
                  <c:v>1.976</c:v>
                </c:pt>
                <c:pt idx="495">
                  <c:v>1.98</c:v>
                </c:pt>
                <c:pt idx="496">
                  <c:v>1.984</c:v>
                </c:pt>
                <c:pt idx="497">
                  <c:v>1.988</c:v>
                </c:pt>
                <c:pt idx="498">
                  <c:v>1.992</c:v>
                </c:pt>
                <c:pt idx="499">
                  <c:v>1.996</c:v>
                </c:pt>
                <c:pt idx="500">
                  <c:v>2</c:v>
                </c:pt>
                <c:pt idx="501">
                  <c:v>2.004</c:v>
                </c:pt>
                <c:pt idx="502">
                  <c:v>2.008</c:v>
                </c:pt>
                <c:pt idx="503">
                  <c:v>2.012</c:v>
                </c:pt>
                <c:pt idx="504">
                  <c:v>2.016</c:v>
                </c:pt>
                <c:pt idx="505">
                  <c:v>2.02</c:v>
                </c:pt>
                <c:pt idx="506">
                  <c:v>2.024</c:v>
                </c:pt>
                <c:pt idx="507">
                  <c:v>2.028</c:v>
                </c:pt>
                <c:pt idx="508">
                  <c:v>2.032</c:v>
                </c:pt>
                <c:pt idx="509">
                  <c:v>2.036</c:v>
                </c:pt>
                <c:pt idx="510">
                  <c:v>2.04</c:v>
                </c:pt>
                <c:pt idx="511">
                  <c:v>2.044</c:v>
                </c:pt>
                <c:pt idx="512">
                  <c:v>2.048</c:v>
                </c:pt>
                <c:pt idx="513">
                  <c:v>2.052</c:v>
                </c:pt>
                <c:pt idx="514">
                  <c:v>2.056</c:v>
                </c:pt>
                <c:pt idx="515">
                  <c:v>2.06</c:v>
                </c:pt>
                <c:pt idx="516">
                  <c:v>2.0640000000000001</c:v>
                </c:pt>
                <c:pt idx="517">
                  <c:v>2.0680000000000001</c:v>
                </c:pt>
                <c:pt idx="518">
                  <c:v>2.0720000000000001</c:v>
                </c:pt>
                <c:pt idx="519">
                  <c:v>2.0760000000000001</c:v>
                </c:pt>
                <c:pt idx="520">
                  <c:v>2.08</c:v>
                </c:pt>
                <c:pt idx="521">
                  <c:v>2.0840000000000001</c:v>
                </c:pt>
                <c:pt idx="522">
                  <c:v>2.0880000000000001</c:v>
                </c:pt>
                <c:pt idx="523">
                  <c:v>2.0920000000000001</c:v>
                </c:pt>
                <c:pt idx="524">
                  <c:v>2.0960000000000001</c:v>
                </c:pt>
                <c:pt idx="525">
                  <c:v>2.1</c:v>
                </c:pt>
                <c:pt idx="526">
                  <c:v>2.1040000000000001</c:v>
                </c:pt>
                <c:pt idx="527">
                  <c:v>2.1080000000000001</c:v>
                </c:pt>
                <c:pt idx="528">
                  <c:v>2.1120000000000001</c:v>
                </c:pt>
                <c:pt idx="529">
                  <c:v>2.1160000000000001</c:v>
                </c:pt>
                <c:pt idx="530">
                  <c:v>2.12</c:v>
                </c:pt>
                <c:pt idx="531">
                  <c:v>2.1240000000000001</c:v>
                </c:pt>
                <c:pt idx="532">
                  <c:v>2.1280000000000001</c:v>
                </c:pt>
                <c:pt idx="533">
                  <c:v>2.1320000000000001</c:v>
                </c:pt>
                <c:pt idx="534">
                  <c:v>2.1360000000000001</c:v>
                </c:pt>
                <c:pt idx="535">
                  <c:v>2.14</c:v>
                </c:pt>
                <c:pt idx="536">
                  <c:v>2.1440000000000001</c:v>
                </c:pt>
                <c:pt idx="537">
                  <c:v>2.1480000000000001</c:v>
                </c:pt>
                <c:pt idx="538">
                  <c:v>2.1520000000000001</c:v>
                </c:pt>
                <c:pt idx="539">
                  <c:v>2.1560000000000001</c:v>
                </c:pt>
                <c:pt idx="540">
                  <c:v>2.16</c:v>
                </c:pt>
                <c:pt idx="541">
                  <c:v>2.1640000000000001</c:v>
                </c:pt>
                <c:pt idx="542">
                  <c:v>2.1680000000000001</c:v>
                </c:pt>
                <c:pt idx="543">
                  <c:v>2.1720000000000002</c:v>
                </c:pt>
                <c:pt idx="544">
                  <c:v>2.1760000000000002</c:v>
                </c:pt>
                <c:pt idx="545">
                  <c:v>2.1800000000000002</c:v>
                </c:pt>
                <c:pt idx="546">
                  <c:v>2.1840000000000002</c:v>
                </c:pt>
                <c:pt idx="547">
                  <c:v>2.1880000000000002</c:v>
                </c:pt>
                <c:pt idx="548">
                  <c:v>2.1920000000000002</c:v>
                </c:pt>
                <c:pt idx="549">
                  <c:v>2.1960000000000002</c:v>
                </c:pt>
                <c:pt idx="550">
                  <c:v>2.2000000000000002</c:v>
                </c:pt>
                <c:pt idx="551">
                  <c:v>2.2040000000000002</c:v>
                </c:pt>
                <c:pt idx="552">
                  <c:v>2.2080000000000002</c:v>
                </c:pt>
                <c:pt idx="553">
                  <c:v>2.2120000000000002</c:v>
                </c:pt>
                <c:pt idx="554">
                  <c:v>2.2160000000000002</c:v>
                </c:pt>
                <c:pt idx="555">
                  <c:v>2.2200000000000002</c:v>
                </c:pt>
                <c:pt idx="556">
                  <c:v>2.2240000000000002</c:v>
                </c:pt>
                <c:pt idx="557">
                  <c:v>2.2280000000000002</c:v>
                </c:pt>
                <c:pt idx="558">
                  <c:v>2.2320000000000002</c:v>
                </c:pt>
                <c:pt idx="559">
                  <c:v>2.2360000000000002</c:v>
                </c:pt>
                <c:pt idx="560">
                  <c:v>2.2400000000000002</c:v>
                </c:pt>
                <c:pt idx="561">
                  <c:v>2.2440000000000002</c:v>
                </c:pt>
                <c:pt idx="562">
                  <c:v>2.2480000000000002</c:v>
                </c:pt>
                <c:pt idx="563">
                  <c:v>2.2519999999999998</c:v>
                </c:pt>
                <c:pt idx="564">
                  <c:v>2.2559999999999998</c:v>
                </c:pt>
                <c:pt idx="565">
                  <c:v>2.2599999999999998</c:v>
                </c:pt>
                <c:pt idx="566">
                  <c:v>2.2639999999999998</c:v>
                </c:pt>
                <c:pt idx="567">
                  <c:v>2.2679999999999998</c:v>
                </c:pt>
                <c:pt idx="568">
                  <c:v>2.2719999999999998</c:v>
                </c:pt>
                <c:pt idx="569">
                  <c:v>2.2759999999999998</c:v>
                </c:pt>
                <c:pt idx="570">
                  <c:v>2.2799999999999998</c:v>
                </c:pt>
                <c:pt idx="571">
                  <c:v>2.2839999999999998</c:v>
                </c:pt>
                <c:pt idx="572">
                  <c:v>2.2879999999999998</c:v>
                </c:pt>
                <c:pt idx="573">
                  <c:v>2.2919999999999998</c:v>
                </c:pt>
                <c:pt idx="574">
                  <c:v>2.2959999999999998</c:v>
                </c:pt>
                <c:pt idx="575">
                  <c:v>2.2999999999999998</c:v>
                </c:pt>
                <c:pt idx="576">
                  <c:v>2.3039999999999998</c:v>
                </c:pt>
                <c:pt idx="577">
                  <c:v>2.3079999999999998</c:v>
                </c:pt>
                <c:pt idx="578">
                  <c:v>2.3119999999999998</c:v>
                </c:pt>
                <c:pt idx="579">
                  <c:v>2.3159999999999998</c:v>
                </c:pt>
                <c:pt idx="580">
                  <c:v>2.3199999999999998</c:v>
                </c:pt>
                <c:pt idx="581">
                  <c:v>2.3239999999999998</c:v>
                </c:pt>
                <c:pt idx="582">
                  <c:v>2.3279999999999998</c:v>
                </c:pt>
                <c:pt idx="583">
                  <c:v>2.3319999999999999</c:v>
                </c:pt>
                <c:pt idx="584">
                  <c:v>2.3359999999999999</c:v>
                </c:pt>
                <c:pt idx="585">
                  <c:v>2.34</c:v>
                </c:pt>
                <c:pt idx="586">
                  <c:v>2.3439999999999999</c:v>
                </c:pt>
                <c:pt idx="587">
                  <c:v>2.3479999999999999</c:v>
                </c:pt>
                <c:pt idx="588">
                  <c:v>2.3519999999999999</c:v>
                </c:pt>
                <c:pt idx="589">
                  <c:v>2.3559999999999999</c:v>
                </c:pt>
                <c:pt idx="590">
                  <c:v>2.36</c:v>
                </c:pt>
                <c:pt idx="591">
                  <c:v>2.3639999999999999</c:v>
                </c:pt>
                <c:pt idx="592">
                  <c:v>2.3679999999999999</c:v>
                </c:pt>
                <c:pt idx="593">
                  <c:v>2.3719999999999999</c:v>
                </c:pt>
                <c:pt idx="594">
                  <c:v>2.3759999999999999</c:v>
                </c:pt>
                <c:pt idx="595">
                  <c:v>2.38</c:v>
                </c:pt>
                <c:pt idx="596">
                  <c:v>2.3839999999999999</c:v>
                </c:pt>
                <c:pt idx="597">
                  <c:v>2.3879999999999999</c:v>
                </c:pt>
                <c:pt idx="598">
                  <c:v>2.3919999999999999</c:v>
                </c:pt>
                <c:pt idx="599">
                  <c:v>2.3959999999999999</c:v>
                </c:pt>
                <c:pt idx="600">
                  <c:v>2.4</c:v>
                </c:pt>
                <c:pt idx="601">
                  <c:v>2.4039999999999999</c:v>
                </c:pt>
                <c:pt idx="602">
                  <c:v>2.4079999999999999</c:v>
                </c:pt>
                <c:pt idx="603">
                  <c:v>2.4119999999999999</c:v>
                </c:pt>
                <c:pt idx="604">
                  <c:v>2.4159999999999999</c:v>
                </c:pt>
                <c:pt idx="605">
                  <c:v>2.42</c:v>
                </c:pt>
                <c:pt idx="606">
                  <c:v>2.4239999999999999</c:v>
                </c:pt>
                <c:pt idx="607">
                  <c:v>2.4279999999999999</c:v>
                </c:pt>
                <c:pt idx="608">
                  <c:v>2.4319999999999999</c:v>
                </c:pt>
                <c:pt idx="609">
                  <c:v>2.4359999999999999</c:v>
                </c:pt>
                <c:pt idx="610">
                  <c:v>2.44</c:v>
                </c:pt>
                <c:pt idx="611">
                  <c:v>2.444</c:v>
                </c:pt>
                <c:pt idx="612">
                  <c:v>2.448</c:v>
                </c:pt>
                <c:pt idx="613">
                  <c:v>2.452</c:v>
                </c:pt>
                <c:pt idx="614">
                  <c:v>2.456</c:v>
                </c:pt>
                <c:pt idx="615">
                  <c:v>2.46</c:v>
                </c:pt>
                <c:pt idx="616">
                  <c:v>2.464</c:v>
                </c:pt>
                <c:pt idx="617">
                  <c:v>2.468</c:v>
                </c:pt>
                <c:pt idx="618">
                  <c:v>2.472</c:v>
                </c:pt>
                <c:pt idx="619">
                  <c:v>2.476</c:v>
                </c:pt>
                <c:pt idx="620">
                  <c:v>2.48</c:v>
                </c:pt>
                <c:pt idx="621">
                  <c:v>2.484</c:v>
                </c:pt>
                <c:pt idx="622">
                  <c:v>2.488</c:v>
                </c:pt>
                <c:pt idx="623">
                  <c:v>2.492</c:v>
                </c:pt>
                <c:pt idx="624">
                  <c:v>2.496</c:v>
                </c:pt>
                <c:pt idx="625">
                  <c:v>2.5</c:v>
                </c:pt>
                <c:pt idx="626">
                  <c:v>2.504</c:v>
                </c:pt>
                <c:pt idx="627">
                  <c:v>2.508</c:v>
                </c:pt>
                <c:pt idx="628">
                  <c:v>2.512</c:v>
                </c:pt>
                <c:pt idx="629">
                  <c:v>2.516</c:v>
                </c:pt>
                <c:pt idx="630">
                  <c:v>2.52</c:v>
                </c:pt>
                <c:pt idx="631">
                  <c:v>2.524</c:v>
                </c:pt>
                <c:pt idx="632">
                  <c:v>2.528</c:v>
                </c:pt>
                <c:pt idx="633">
                  <c:v>2.532</c:v>
                </c:pt>
                <c:pt idx="634">
                  <c:v>2.536</c:v>
                </c:pt>
                <c:pt idx="635">
                  <c:v>2.54</c:v>
                </c:pt>
                <c:pt idx="636">
                  <c:v>2.544</c:v>
                </c:pt>
                <c:pt idx="637">
                  <c:v>2.548</c:v>
                </c:pt>
                <c:pt idx="638">
                  <c:v>2.552</c:v>
                </c:pt>
                <c:pt idx="639">
                  <c:v>2.556</c:v>
                </c:pt>
                <c:pt idx="640">
                  <c:v>2.56</c:v>
                </c:pt>
                <c:pt idx="641">
                  <c:v>2.5640000000000001</c:v>
                </c:pt>
                <c:pt idx="642">
                  <c:v>2.5680000000000001</c:v>
                </c:pt>
                <c:pt idx="643">
                  <c:v>2.5720000000000001</c:v>
                </c:pt>
                <c:pt idx="644">
                  <c:v>2.5760000000000001</c:v>
                </c:pt>
                <c:pt idx="645">
                  <c:v>2.58</c:v>
                </c:pt>
                <c:pt idx="646">
                  <c:v>2.5840000000000001</c:v>
                </c:pt>
                <c:pt idx="647">
                  <c:v>2.5880000000000001</c:v>
                </c:pt>
                <c:pt idx="648">
                  <c:v>2.5920000000000001</c:v>
                </c:pt>
                <c:pt idx="649">
                  <c:v>2.5960000000000001</c:v>
                </c:pt>
                <c:pt idx="650">
                  <c:v>2.6</c:v>
                </c:pt>
                <c:pt idx="651">
                  <c:v>2.6040000000000001</c:v>
                </c:pt>
                <c:pt idx="652">
                  <c:v>2.6080000000000001</c:v>
                </c:pt>
                <c:pt idx="653">
                  <c:v>2.6120000000000001</c:v>
                </c:pt>
                <c:pt idx="654">
                  <c:v>2.6160000000000001</c:v>
                </c:pt>
                <c:pt idx="655">
                  <c:v>2.62</c:v>
                </c:pt>
                <c:pt idx="656">
                  <c:v>2.6240000000000001</c:v>
                </c:pt>
                <c:pt idx="657">
                  <c:v>2.6280000000000001</c:v>
                </c:pt>
                <c:pt idx="658">
                  <c:v>2.6320000000000001</c:v>
                </c:pt>
                <c:pt idx="659">
                  <c:v>2.6360000000000001</c:v>
                </c:pt>
                <c:pt idx="660">
                  <c:v>2.64</c:v>
                </c:pt>
                <c:pt idx="661">
                  <c:v>2.6440000000000001</c:v>
                </c:pt>
                <c:pt idx="662">
                  <c:v>2.6480000000000001</c:v>
                </c:pt>
                <c:pt idx="663">
                  <c:v>2.6520000000000001</c:v>
                </c:pt>
                <c:pt idx="664">
                  <c:v>2.6560000000000001</c:v>
                </c:pt>
                <c:pt idx="665">
                  <c:v>2.66</c:v>
                </c:pt>
                <c:pt idx="666">
                  <c:v>2.6640000000000001</c:v>
                </c:pt>
                <c:pt idx="667">
                  <c:v>2.6680000000000001</c:v>
                </c:pt>
                <c:pt idx="668">
                  <c:v>2.6720000000000002</c:v>
                </c:pt>
                <c:pt idx="669">
                  <c:v>2.6760000000000002</c:v>
                </c:pt>
                <c:pt idx="670">
                  <c:v>2.68</c:v>
                </c:pt>
                <c:pt idx="671">
                  <c:v>2.6840000000000002</c:v>
                </c:pt>
                <c:pt idx="672">
                  <c:v>2.6880000000000002</c:v>
                </c:pt>
                <c:pt idx="673">
                  <c:v>2.6920000000000002</c:v>
                </c:pt>
                <c:pt idx="674">
                  <c:v>2.6960000000000002</c:v>
                </c:pt>
                <c:pt idx="675">
                  <c:v>2.7</c:v>
                </c:pt>
                <c:pt idx="676">
                  <c:v>2.7040000000000002</c:v>
                </c:pt>
                <c:pt idx="677">
                  <c:v>2.7080000000000002</c:v>
                </c:pt>
                <c:pt idx="678">
                  <c:v>2.7120000000000002</c:v>
                </c:pt>
                <c:pt idx="679">
                  <c:v>2.7160000000000002</c:v>
                </c:pt>
                <c:pt idx="680">
                  <c:v>2.72</c:v>
                </c:pt>
                <c:pt idx="681">
                  <c:v>2.7240000000000002</c:v>
                </c:pt>
                <c:pt idx="682">
                  <c:v>2.7280000000000002</c:v>
                </c:pt>
                <c:pt idx="683">
                  <c:v>2.7320000000000002</c:v>
                </c:pt>
                <c:pt idx="684">
                  <c:v>2.7360000000000002</c:v>
                </c:pt>
                <c:pt idx="685">
                  <c:v>2.74</c:v>
                </c:pt>
                <c:pt idx="686">
                  <c:v>2.7440000000000002</c:v>
                </c:pt>
                <c:pt idx="687">
                  <c:v>2.7480000000000002</c:v>
                </c:pt>
                <c:pt idx="688">
                  <c:v>2.7519999999999998</c:v>
                </c:pt>
                <c:pt idx="689">
                  <c:v>2.7559999999999998</c:v>
                </c:pt>
                <c:pt idx="690">
                  <c:v>2.76</c:v>
                </c:pt>
                <c:pt idx="691">
                  <c:v>2.7639999999999998</c:v>
                </c:pt>
                <c:pt idx="692">
                  <c:v>2.7679999999999998</c:v>
                </c:pt>
                <c:pt idx="693">
                  <c:v>2.7719999999999998</c:v>
                </c:pt>
                <c:pt idx="694">
                  <c:v>2.7759999999999998</c:v>
                </c:pt>
                <c:pt idx="695">
                  <c:v>2.78</c:v>
                </c:pt>
                <c:pt idx="696">
                  <c:v>2.7839999999999998</c:v>
                </c:pt>
                <c:pt idx="697">
                  <c:v>2.7879999999999998</c:v>
                </c:pt>
                <c:pt idx="698">
                  <c:v>2.7919999999999998</c:v>
                </c:pt>
                <c:pt idx="699">
                  <c:v>2.7959999999999998</c:v>
                </c:pt>
                <c:pt idx="700">
                  <c:v>2.8</c:v>
                </c:pt>
                <c:pt idx="701">
                  <c:v>2.8039999999999998</c:v>
                </c:pt>
                <c:pt idx="702">
                  <c:v>2.8079999999999998</c:v>
                </c:pt>
                <c:pt idx="703">
                  <c:v>2.8119999999999998</c:v>
                </c:pt>
                <c:pt idx="704">
                  <c:v>2.8159999999999998</c:v>
                </c:pt>
                <c:pt idx="705">
                  <c:v>2.82</c:v>
                </c:pt>
                <c:pt idx="706">
                  <c:v>2.8239999999999998</c:v>
                </c:pt>
                <c:pt idx="707">
                  <c:v>2.8279999999999998</c:v>
                </c:pt>
                <c:pt idx="708">
                  <c:v>2.8319999999999999</c:v>
                </c:pt>
                <c:pt idx="709">
                  <c:v>2.8359999999999999</c:v>
                </c:pt>
                <c:pt idx="710">
                  <c:v>2.84</c:v>
                </c:pt>
                <c:pt idx="711">
                  <c:v>2.8439999999999999</c:v>
                </c:pt>
                <c:pt idx="712">
                  <c:v>2.8479999999999999</c:v>
                </c:pt>
                <c:pt idx="713">
                  <c:v>2.8519999999999999</c:v>
                </c:pt>
                <c:pt idx="714">
                  <c:v>2.8559999999999999</c:v>
                </c:pt>
                <c:pt idx="715">
                  <c:v>2.86</c:v>
                </c:pt>
                <c:pt idx="716">
                  <c:v>2.8639999999999999</c:v>
                </c:pt>
                <c:pt idx="717">
                  <c:v>2.8679999999999999</c:v>
                </c:pt>
                <c:pt idx="718">
                  <c:v>2.8719999999999999</c:v>
                </c:pt>
                <c:pt idx="719">
                  <c:v>2.8759999999999999</c:v>
                </c:pt>
                <c:pt idx="720">
                  <c:v>2.88</c:v>
                </c:pt>
                <c:pt idx="721">
                  <c:v>2.8839999999999999</c:v>
                </c:pt>
                <c:pt idx="722">
                  <c:v>2.8879999999999999</c:v>
                </c:pt>
                <c:pt idx="723">
                  <c:v>2.8919999999999999</c:v>
                </c:pt>
                <c:pt idx="724">
                  <c:v>2.8959999999999999</c:v>
                </c:pt>
                <c:pt idx="725">
                  <c:v>2.9</c:v>
                </c:pt>
                <c:pt idx="726">
                  <c:v>2.9039999999999999</c:v>
                </c:pt>
                <c:pt idx="727">
                  <c:v>2.9079999999999999</c:v>
                </c:pt>
                <c:pt idx="728">
                  <c:v>2.9119999999999999</c:v>
                </c:pt>
                <c:pt idx="729">
                  <c:v>2.9159999999999999</c:v>
                </c:pt>
                <c:pt idx="730">
                  <c:v>2.92</c:v>
                </c:pt>
                <c:pt idx="731">
                  <c:v>2.9239999999999999</c:v>
                </c:pt>
                <c:pt idx="732">
                  <c:v>2.9279999999999999</c:v>
                </c:pt>
                <c:pt idx="733">
                  <c:v>2.9319999999999999</c:v>
                </c:pt>
                <c:pt idx="734">
                  <c:v>2.9359999999999999</c:v>
                </c:pt>
                <c:pt idx="735">
                  <c:v>2.94</c:v>
                </c:pt>
                <c:pt idx="736">
                  <c:v>2.944</c:v>
                </c:pt>
                <c:pt idx="737">
                  <c:v>2.948</c:v>
                </c:pt>
                <c:pt idx="738">
                  <c:v>2.952</c:v>
                </c:pt>
                <c:pt idx="739">
                  <c:v>2.956</c:v>
                </c:pt>
                <c:pt idx="740">
                  <c:v>2.96</c:v>
                </c:pt>
                <c:pt idx="741">
                  <c:v>2.964</c:v>
                </c:pt>
                <c:pt idx="742">
                  <c:v>2.968</c:v>
                </c:pt>
                <c:pt idx="743">
                  <c:v>2.972</c:v>
                </c:pt>
                <c:pt idx="744">
                  <c:v>2.976</c:v>
                </c:pt>
                <c:pt idx="745">
                  <c:v>2.98</c:v>
                </c:pt>
                <c:pt idx="746">
                  <c:v>2.984</c:v>
                </c:pt>
                <c:pt idx="747">
                  <c:v>2.988</c:v>
                </c:pt>
                <c:pt idx="748">
                  <c:v>2.992</c:v>
                </c:pt>
                <c:pt idx="749">
                  <c:v>2.996</c:v>
                </c:pt>
                <c:pt idx="750">
                  <c:v>3</c:v>
                </c:pt>
                <c:pt idx="751">
                  <c:v>3.004</c:v>
                </c:pt>
                <c:pt idx="752">
                  <c:v>3.008</c:v>
                </c:pt>
                <c:pt idx="753">
                  <c:v>3.012</c:v>
                </c:pt>
                <c:pt idx="754">
                  <c:v>3.016</c:v>
                </c:pt>
                <c:pt idx="755">
                  <c:v>3.02</c:v>
                </c:pt>
                <c:pt idx="756">
                  <c:v>3.024</c:v>
                </c:pt>
                <c:pt idx="757">
                  <c:v>3.028</c:v>
                </c:pt>
                <c:pt idx="758">
                  <c:v>3.032</c:v>
                </c:pt>
                <c:pt idx="759">
                  <c:v>3.036</c:v>
                </c:pt>
                <c:pt idx="760">
                  <c:v>3.04</c:v>
                </c:pt>
                <c:pt idx="761">
                  <c:v>3.044</c:v>
                </c:pt>
                <c:pt idx="762">
                  <c:v>3.048</c:v>
                </c:pt>
                <c:pt idx="763">
                  <c:v>3.052</c:v>
                </c:pt>
                <c:pt idx="764">
                  <c:v>3.056</c:v>
                </c:pt>
                <c:pt idx="765">
                  <c:v>3.06</c:v>
                </c:pt>
                <c:pt idx="766">
                  <c:v>3.0640000000000001</c:v>
                </c:pt>
                <c:pt idx="767">
                  <c:v>3.0680000000000001</c:v>
                </c:pt>
                <c:pt idx="768">
                  <c:v>3.0720000000000001</c:v>
                </c:pt>
                <c:pt idx="769">
                  <c:v>3.0760000000000001</c:v>
                </c:pt>
                <c:pt idx="770">
                  <c:v>3.08</c:v>
                </c:pt>
                <c:pt idx="771">
                  <c:v>3.0840000000000001</c:v>
                </c:pt>
                <c:pt idx="772">
                  <c:v>3.0880000000000001</c:v>
                </c:pt>
                <c:pt idx="773">
                  <c:v>3.0920000000000001</c:v>
                </c:pt>
                <c:pt idx="774">
                  <c:v>3.0960000000000001</c:v>
                </c:pt>
                <c:pt idx="775">
                  <c:v>3.1</c:v>
                </c:pt>
                <c:pt idx="776">
                  <c:v>3.1040000000000001</c:v>
                </c:pt>
                <c:pt idx="777">
                  <c:v>3.1080000000000001</c:v>
                </c:pt>
                <c:pt idx="778">
                  <c:v>3.1120000000000001</c:v>
                </c:pt>
                <c:pt idx="779">
                  <c:v>3.1160000000000001</c:v>
                </c:pt>
                <c:pt idx="780">
                  <c:v>3.12</c:v>
                </c:pt>
                <c:pt idx="781">
                  <c:v>3.1240000000000001</c:v>
                </c:pt>
                <c:pt idx="782">
                  <c:v>3.1280000000000001</c:v>
                </c:pt>
                <c:pt idx="783">
                  <c:v>3.1320000000000001</c:v>
                </c:pt>
                <c:pt idx="784">
                  <c:v>3.1360000000000001</c:v>
                </c:pt>
                <c:pt idx="785">
                  <c:v>3.14</c:v>
                </c:pt>
                <c:pt idx="786">
                  <c:v>3.1440000000000001</c:v>
                </c:pt>
                <c:pt idx="787">
                  <c:v>3.1480000000000001</c:v>
                </c:pt>
                <c:pt idx="788">
                  <c:v>3.1520000000000001</c:v>
                </c:pt>
                <c:pt idx="789">
                  <c:v>3.1560000000000001</c:v>
                </c:pt>
                <c:pt idx="790">
                  <c:v>3.16</c:v>
                </c:pt>
                <c:pt idx="791">
                  <c:v>3.1640000000000001</c:v>
                </c:pt>
                <c:pt idx="792">
                  <c:v>3.1680000000000001</c:v>
                </c:pt>
                <c:pt idx="793">
                  <c:v>3.1720000000000002</c:v>
                </c:pt>
                <c:pt idx="794">
                  <c:v>3.1760000000000002</c:v>
                </c:pt>
                <c:pt idx="795">
                  <c:v>3.18</c:v>
                </c:pt>
                <c:pt idx="796">
                  <c:v>3.1840000000000002</c:v>
                </c:pt>
                <c:pt idx="797">
                  <c:v>3.1880000000000002</c:v>
                </c:pt>
                <c:pt idx="798">
                  <c:v>3.1920000000000002</c:v>
                </c:pt>
                <c:pt idx="799">
                  <c:v>3.1960000000000002</c:v>
                </c:pt>
                <c:pt idx="800">
                  <c:v>3.2</c:v>
                </c:pt>
                <c:pt idx="801">
                  <c:v>3.2040000000000002</c:v>
                </c:pt>
                <c:pt idx="802">
                  <c:v>3.2080000000000002</c:v>
                </c:pt>
                <c:pt idx="803">
                  <c:v>3.2120000000000002</c:v>
                </c:pt>
                <c:pt idx="804">
                  <c:v>3.2160000000000002</c:v>
                </c:pt>
                <c:pt idx="805">
                  <c:v>3.22</c:v>
                </c:pt>
                <c:pt idx="806">
                  <c:v>3.2240000000000002</c:v>
                </c:pt>
                <c:pt idx="807">
                  <c:v>3.2280000000000002</c:v>
                </c:pt>
                <c:pt idx="808">
                  <c:v>3.2320000000000002</c:v>
                </c:pt>
                <c:pt idx="809">
                  <c:v>3.2360000000000002</c:v>
                </c:pt>
                <c:pt idx="810">
                  <c:v>3.24</c:v>
                </c:pt>
                <c:pt idx="811">
                  <c:v>3.2440000000000002</c:v>
                </c:pt>
                <c:pt idx="812">
                  <c:v>3.2480000000000002</c:v>
                </c:pt>
                <c:pt idx="813">
                  <c:v>3.2519999999999998</c:v>
                </c:pt>
                <c:pt idx="814">
                  <c:v>3.2559999999999998</c:v>
                </c:pt>
                <c:pt idx="815">
                  <c:v>3.26</c:v>
                </c:pt>
                <c:pt idx="816">
                  <c:v>3.2639999999999998</c:v>
                </c:pt>
                <c:pt idx="817">
                  <c:v>3.2679999999999998</c:v>
                </c:pt>
                <c:pt idx="818">
                  <c:v>3.2719999999999998</c:v>
                </c:pt>
                <c:pt idx="819">
                  <c:v>3.2759999999999998</c:v>
                </c:pt>
                <c:pt idx="820">
                  <c:v>3.28</c:v>
                </c:pt>
                <c:pt idx="821">
                  <c:v>3.2839999999999998</c:v>
                </c:pt>
                <c:pt idx="822">
                  <c:v>3.2879999999999998</c:v>
                </c:pt>
                <c:pt idx="823">
                  <c:v>3.2919999999999998</c:v>
                </c:pt>
                <c:pt idx="824">
                  <c:v>3.2959999999999998</c:v>
                </c:pt>
                <c:pt idx="825">
                  <c:v>3.3</c:v>
                </c:pt>
                <c:pt idx="826">
                  <c:v>3.3039999999999998</c:v>
                </c:pt>
                <c:pt idx="827">
                  <c:v>3.3079999999999998</c:v>
                </c:pt>
                <c:pt idx="828">
                  <c:v>3.3119999999999998</c:v>
                </c:pt>
                <c:pt idx="829">
                  <c:v>3.3159999999999998</c:v>
                </c:pt>
                <c:pt idx="830">
                  <c:v>3.32</c:v>
                </c:pt>
                <c:pt idx="831">
                  <c:v>3.3239999999999998</c:v>
                </c:pt>
                <c:pt idx="832">
                  <c:v>3.3279999999999998</c:v>
                </c:pt>
                <c:pt idx="833">
                  <c:v>3.3319999999999999</c:v>
                </c:pt>
                <c:pt idx="834">
                  <c:v>3.3359999999999999</c:v>
                </c:pt>
                <c:pt idx="835">
                  <c:v>3.34</c:v>
                </c:pt>
                <c:pt idx="836">
                  <c:v>3.3439999999999999</c:v>
                </c:pt>
                <c:pt idx="837">
                  <c:v>3.3479999999999999</c:v>
                </c:pt>
                <c:pt idx="838">
                  <c:v>3.3519999999999999</c:v>
                </c:pt>
                <c:pt idx="839">
                  <c:v>3.3559999999999999</c:v>
                </c:pt>
                <c:pt idx="840">
                  <c:v>3.36</c:v>
                </c:pt>
                <c:pt idx="841">
                  <c:v>3.3639999999999999</c:v>
                </c:pt>
                <c:pt idx="842">
                  <c:v>3.3679999999999999</c:v>
                </c:pt>
                <c:pt idx="843">
                  <c:v>3.3719999999999999</c:v>
                </c:pt>
                <c:pt idx="844">
                  <c:v>3.3759999999999999</c:v>
                </c:pt>
                <c:pt idx="845">
                  <c:v>3.38</c:v>
                </c:pt>
                <c:pt idx="846">
                  <c:v>3.3839999999999999</c:v>
                </c:pt>
                <c:pt idx="847">
                  <c:v>3.3879999999999999</c:v>
                </c:pt>
                <c:pt idx="848">
                  <c:v>3.3919999999999999</c:v>
                </c:pt>
                <c:pt idx="849">
                  <c:v>3.3959999999999999</c:v>
                </c:pt>
                <c:pt idx="850">
                  <c:v>3.4</c:v>
                </c:pt>
                <c:pt idx="851">
                  <c:v>3.4039999999999999</c:v>
                </c:pt>
                <c:pt idx="852">
                  <c:v>3.4079999999999999</c:v>
                </c:pt>
                <c:pt idx="853">
                  <c:v>3.4119999999999999</c:v>
                </c:pt>
                <c:pt idx="854">
                  <c:v>3.4159999999999999</c:v>
                </c:pt>
                <c:pt idx="855">
                  <c:v>3.42</c:v>
                </c:pt>
                <c:pt idx="856">
                  <c:v>3.4239999999999999</c:v>
                </c:pt>
                <c:pt idx="857">
                  <c:v>3.4279999999999999</c:v>
                </c:pt>
                <c:pt idx="858">
                  <c:v>3.4319999999999999</c:v>
                </c:pt>
                <c:pt idx="859">
                  <c:v>3.4359999999999999</c:v>
                </c:pt>
                <c:pt idx="860">
                  <c:v>3.44</c:v>
                </c:pt>
                <c:pt idx="861">
                  <c:v>3.444</c:v>
                </c:pt>
                <c:pt idx="862">
                  <c:v>3.448</c:v>
                </c:pt>
                <c:pt idx="863">
                  <c:v>3.452</c:v>
                </c:pt>
                <c:pt idx="864">
                  <c:v>3.456</c:v>
                </c:pt>
                <c:pt idx="865">
                  <c:v>3.46</c:v>
                </c:pt>
                <c:pt idx="866">
                  <c:v>3.464</c:v>
                </c:pt>
                <c:pt idx="867">
                  <c:v>3.468</c:v>
                </c:pt>
                <c:pt idx="868">
                  <c:v>3.472</c:v>
                </c:pt>
                <c:pt idx="869">
                  <c:v>3.476</c:v>
                </c:pt>
                <c:pt idx="870">
                  <c:v>3.48</c:v>
                </c:pt>
                <c:pt idx="871">
                  <c:v>3.484</c:v>
                </c:pt>
                <c:pt idx="872">
                  <c:v>3.488</c:v>
                </c:pt>
                <c:pt idx="873">
                  <c:v>3.492</c:v>
                </c:pt>
                <c:pt idx="874">
                  <c:v>3.496</c:v>
                </c:pt>
                <c:pt idx="875">
                  <c:v>3.5</c:v>
                </c:pt>
                <c:pt idx="876">
                  <c:v>3.504</c:v>
                </c:pt>
                <c:pt idx="877">
                  <c:v>3.508</c:v>
                </c:pt>
                <c:pt idx="878">
                  <c:v>3.512</c:v>
                </c:pt>
                <c:pt idx="879">
                  <c:v>3.516</c:v>
                </c:pt>
                <c:pt idx="880">
                  <c:v>3.52</c:v>
                </c:pt>
                <c:pt idx="881">
                  <c:v>3.524</c:v>
                </c:pt>
                <c:pt idx="882">
                  <c:v>3.528</c:v>
                </c:pt>
                <c:pt idx="883">
                  <c:v>3.532</c:v>
                </c:pt>
                <c:pt idx="884">
                  <c:v>3.536</c:v>
                </c:pt>
                <c:pt idx="885">
                  <c:v>3.54</c:v>
                </c:pt>
                <c:pt idx="886">
                  <c:v>3.544</c:v>
                </c:pt>
                <c:pt idx="887">
                  <c:v>3.548</c:v>
                </c:pt>
                <c:pt idx="888">
                  <c:v>3.552</c:v>
                </c:pt>
                <c:pt idx="889">
                  <c:v>3.556</c:v>
                </c:pt>
                <c:pt idx="890">
                  <c:v>3.56</c:v>
                </c:pt>
                <c:pt idx="891">
                  <c:v>3.5640000000000001</c:v>
                </c:pt>
                <c:pt idx="892">
                  <c:v>3.5680000000000001</c:v>
                </c:pt>
                <c:pt idx="893">
                  <c:v>3.5720000000000001</c:v>
                </c:pt>
                <c:pt idx="894">
                  <c:v>3.5760000000000001</c:v>
                </c:pt>
                <c:pt idx="895">
                  <c:v>3.58</c:v>
                </c:pt>
                <c:pt idx="896">
                  <c:v>3.5840000000000001</c:v>
                </c:pt>
                <c:pt idx="897">
                  <c:v>3.5880000000000001</c:v>
                </c:pt>
                <c:pt idx="898">
                  <c:v>3.5920000000000001</c:v>
                </c:pt>
                <c:pt idx="899">
                  <c:v>3.5960000000000001</c:v>
                </c:pt>
                <c:pt idx="900">
                  <c:v>3.6</c:v>
                </c:pt>
                <c:pt idx="901">
                  <c:v>3.6040000000000001</c:v>
                </c:pt>
                <c:pt idx="902">
                  <c:v>3.6080000000000001</c:v>
                </c:pt>
                <c:pt idx="903">
                  <c:v>3.6120000000000001</c:v>
                </c:pt>
                <c:pt idx="904">
                  <c:v>3.6160000000000001</c:v>
                </c:pt>
                <c:pt idx="905">
                  <c:v>3.62</c:v>
                </c:pt>
                <c:pt idx="906">
                  <c:v>3.6240000000000001</c:v>
                </c:pt>
                <c:pt idx="907">
                  <c:v>3.6280000000000001</c:v>
                </c:pt>
                <c:pt idx="908">
                  <c:v>3.6320000000000001</c:v>
                </c:pt>
                <c:pt idx="909">
                  <c:v>3.6360000000000001</c:v>
                </c:pt>
                <c:pt idx="910">
                  <c:v>3.64</c:v>
                </c:pt>
                <c:pt idx="911">
                  <c:v>3.6440000000000001</c:v>
                </c:pt>
                <c:pt idx="912">
                  <c:v>3.6480000000000001</c:v>
                </c:pt>
                <c:pt idx="913">
                  <c:v>3.6520000000000001</c:v>
                </c:pt>
                <c:pt idx="914">
                  <c:v>3.6560000000000001</c:v>
                </c:pt>
                <c:pt idx="915">
                  <c:v>3.66</c:v>
                </c:pt>
                <c:pt idx="916">
                  <c:v>3.6640000000000001</c:v>
                </c:pt>
                <c:pt idx="917">
                  <c:v>3.6680000000000001</c:v>
                </c:pt>
                <c:pt idx="918">
                  <c:v>3.6720000000000002</c:v>
                </c:pt>
                <c:pt idx="919">
                  <c:v>3.6760000000000002</c:v>
                </c:pt>
                <c:pt idx="920">
                  <c:v>3.68</c:v>
                </c:pt>
                <c:pt idx="921">
                  <c:v>3.6840000000000002</c:v>
                </c:pt>
                <c:pt idx="922">
                  <c:v>3.6880000000000002</c:v>
                </c:pt>
                <c:pt idx="923">
                  <c:v>3.6920000000000002</c:v>
                </c:pt>
                <c:pt idx="924">
                  <c:v>3.6960000000000002</c:v>
                </c:pt>
                <c:pt idx="925">
                  <c:v>3.7</c:v>
                </c:pt>
                <c:pt idx="926">
                  <c:v>3.7040000000000002</c:v>
                </c:pt>
                <c:pt idx="927">
                  <c:v>3.7080000000000002</c:v>
                </c:pt>
                <c:pt idx="928">
                  <c:v>3.7120000000000002</c:v>
                </c:pt>
                <c:pt idx="929">
                  <c:v>3.7160000000000002</c:v>
                </c:pt>
                <c:pt idx="930">
                  <c:v>3.72</c:v>
                </c:pt>
                <c:pt idx="931">
                  <c:v>3.7240000000000002</c:v>
                </c:pt>
                <c:pt idx="932">
                  <c:v>3.7280000000000002</c:v>
                </c:pt>
                <c:pt idx="933">
                  <c:v>3.7320000000000002</c:v>
                </c:pt>
                <c:pt idx="934">
                  <c:v>3.7360000000000002</c:v>
                </c:pt>
                <c:pt idx="935">
                  <c:v>3.74</c:v>
                </c:pt>
                <c:pt idx="936">
                  <c:v>3.7440000000000002</c:v>
                </c:pt>
                <c:pt idx="937">
                  <c:v>3.7480000000000002</c:v>
                </c:pt>
                <c:pt idx="938">
                  <c:v>3.7519999999999998</c:v>
                </c:pt>
                <c:pt idx="939">
                  <c:v>3.7559999999999998</c:v>
                </c:pt>
                <c:pt idx="940">
                  <c:v>3.76</c:v>
                </c:pt>
                <c:pt idx="941">
                  <c:v>3.7639999999999998</c:v>
                </c:pt>
                <c:pt idx="942">
                  <c:v>3.7679999999999998</c:v>
                </c:pt>
                <c:pt idx="943">
                  <c:v>3.7719999999999998</c:v>
                </c:pt>
                <c:pt idx="944">
                  <c:v>3.7759999999999998</c:v>
                </c:pt>
                <c:pt idx="945">
                  <c:v>3.78</c:v>
                </c:pt>
                <c:pt idx="946">
                  <c:v>3.7839999999999998</c:v>
                </c:pt>
                <c:pt idx="947">
                  <c:v>3.7879999999999998</c:v>
                </c:pt>
                <c:pt idx="948">
                  <c:v>3.7919999999999998</c:v>
                </c:pt>
                <c:pt idx="949">
                  <c:v>3.7959999999999998</c:v>
                </c:pt>
                <c:pt idx="950">
                  <c:v>3.8</c:v>
                </c:pt>
                <c:pt idx="951">
                  <c:v>3.8039999999999998</c:v>
                </c:pt>
                <c:pt idx="952">
                  <c:v>3.8079999999999998</c:v>
                </c:pt>
                <c:pt idx="953">
                  <c:v>3.8119999999999998</c:v>
                </c:pt>
                <c:pt idx="954">
                  <c:v>3.8159999999999998</c:v>
                </c:pt>
                <c:pt idx="955">
                  <c:v>3.82</c:v>
                </c:pt>
                <c:pt idx="956">
                  <c:v>3.8239999999999998</c:v>
                </c:pt>
                <c:pt idx="957">
                  <c:v>3.8279999999999998</c:v>
                </c:pt>
                <c:pt idx="958">
                  <c:v>3.8319999999999999</c:v>
                </c:pt>
                <c:pt idx="959">
                  <c:v>3.8359999999999999</c:v>
                </c:pt>
                <c:pt idx="960">
                  <c:v>3.84</c:v>
                </c:pt>
                <c:pt idx="961">
                  <c:v>3.8439999999999999</c:v>
                </c:pt>
                <c:pt idx="962">
                  <c:v>3.8479999999999999</c:v>
                </c:pt>
                <c:pt idx="963">
                  <c:v>3.8519999999999999</c:v>
                </c:pt>
                <c:pt idx="964">
                  <c:v>3.8559999999999999</c:v>
                </c:pt>
                <c:pt idx="965">
                  <c:v>3.86</c:v>
                </c:pt>
                <c:pt idx="966">
                  <c:v>3.8639999999999999</c:v>
                </c:pt>
                <c:pt idx="967">
                  <c:v>3.8679999999999999</c:v>
                </c:pt>
                <c:pt idx="968">
                  <c:v>3.8719999999999999</c:v>
                </c:pt>
                <c:pt idx="969">
                  <c:v>3.8759999999999999</c:v>
                </c:pt>
                <c:pt idx="970">
                  <c:v>3.88</c:v>
                </c:pt>
                <c:pt idx="971">
                  <c:v>3.8839999999999999</c:v>
                </c:pt>
                <c:pt idx="972">
                  <c:v>3.8879999999999999</c:v>
                </c:pt>
                <c:pt idx="973">
                  <c:v>3.8919999999999999</c:v>
                </c:pt>
                <c:pt idx="974">
                  <c:v>3.8959999999999999</c:v>
                </c:pt>
                <c:pt idx="975">
                  <c:v>3.9</c:v>
                </c:pt>
                <c:pt idx="976">
                  <c:v>3.9039999999999999</c:v>
                </c:pt>
                <c:pt idx="977">
                  <c:v>3.9079999999999999</c:v>
                </c:pt>
                <c:pt idx="978">
                  <c:v>3.9119999999999999</c:v>
                </c:pt>
                <c:pt idx="979">
                  <c:v>3.9159999999999999</c:v>
                </c:pt>
                <c:pt idx="980">
                  <c:v>3.92</c:v>
                </c:pt>
                <c:pt idx="981">
                  <c:v>3.9239999999999999</c:v>
                </c:pt>
                <c:pt idx="982">
                  <c:v>3.9279999999999999</c:v>
                </c:pt>
                <c:pt idx="983">
                  <c:v>3.9319999999999999</c:v>
                </c:pt>
                <c:pt idx="984">
                  <c:v>3.9359999999999999</c:v>
                </c:pt>
                <c:pt idx="985">
                  <c:v>3.94</c:v>
                </c:pt>
                <c:pt idx="986">
                  <c:v>3.944</c:v>
                </c:pt>
                <c:pt idx="987">
                  <c:v>3.948</c:v>
                </c:pt>
                <c:pt idx="988">
                  <c:v>3.952</c:v>
                </c:pt>
                <c:pt idx="989">
                  <c:v>3.956</c:v>
                </c:pt>
                <c:pt idx="990">
                  <c:v>3.96</c:v>
                </c:pt>
                <c:pt idx="991">
                  <c:v>3.964</c:v>
                </c:pt>
                <c:pt idx="992">
                  <c:v>3.968</c:v>
                </c:pt>
                <c:pt idx="993">
                  <c:v>3.972</c:v>
                </c:pt>
                <c:pt idx="994">
                  <c:v>3.976</c:v>
                </c:pt>
                <c:pt idx="995">
                  <c:v>3.98</c:v>
                </c:pt>
                <c:pt idx="996">
                  <c:v>3.984</c:v>
                </c:pt>
                <c:pt idx="997">
                  <c:v>3.988</c:v>
                </c:pt>
                <c:pt idx="998">
                  <c:v>3.992</c:v>
                </c:pt>
                <c:pt idx="999">
                  <c:v>3.996</c:v>
                </c:pt>
                <c:pt idx="1000">
                  <c:v>4</c:v>
                </c:pt>
                <c:pt idx="1001">
                  <c:v>4.0039999999999996</c:v>
                </c:pt>
                <c:pt idx="1002">
                  <c:v>4.008</c:v>
                </c:pt>
                <c:pt idx="1003">
                  <c:v>4.0119999999999996</c:v>
                </c:pt>
                <c:pt idx="1004">
                  <c:v>4.016</c:v>
                </c:pt>
                <c:pt idx="1005">
                  <c:v>4.0199999999999996</c:v>
                </c:pt>
                <c:pt idx="1006">
                  <c:v>4.024</c:v>
                </c:pt>
                <c:pt idx="1007">
                  <c:v>4.0279999999999996</c:v>
                </c:pt>
                <c:pt idx="1008">
                  <c:v>4.032</c:v>
                </c:pt>
                <c:pt idx="1009">
                  <c:v>4.0359999999999996</c:v>
                </c:pt>
                <c:pt idx="1010">
                  <c:v>4.04</c:v>
                </c:pt>
                <c:pt idx="1011">
                  <c:v>4.0439999999999996</c:v>
                </c:pt>
                <c:pt idx="1012">
                  <c:v>4.048</c:v>
                </c:pt>
                <c:pt idx="1013">
                  <c:v>4.0519999999999996</c:v>
                </c:pt>
                <c:pt idx="1014">
                  <c:v>4.056</c:v>
                </c:pt>
                <c:pt idx="1015">
                  <c:v>4.0599999999999996</c:v>
                </c:pt>
                <c:pt idx="1016">
                  <c:v>4.0640000000000001</c:v>
                </c:pt>
                <c:pt idx="1017">
                  <c:v>4.0679999999999996</c:v>
                </c:pt>
                <c:pt idx="1018">
                  <c:v>4.0720000000000001</c:v>
                </c:pt>
                <c:pt idx="1019">
                  <c:v>4.0759999999999996</c:v>
                </c:pt>
                <c:pt idx="1020">
                  <c:v>4.08</c:v>
                </c:pt>
                <c:pt idx="1021">
                  <c:v>4.0839999999999996</c:v>
                </c:pt>
                <c:pt idx="1022">
                  <c:v>4.0880000000000001</c:v>
                </c:pt>
                <c:pt idx="1023">
                  <c:v>4.0919999999999996</c:v>
                </c:pt>
                <c:pt idx="1024">
                  <c:v>4.0960000000000001</c:v>
                </c:pt>
                <c:pt idx="1025">
                  <c:v>4.0999999999999996</c:v>
                </c:pt>
                <c:pt idx="1026">
                  <c:v>4.1040000000000001</c:v>
                </c:pt>
                <c:pt idx="1027">
                  <c:v>4.1079999999999997</c:v>
                </c:pt>
                <c:pt idx="1028">
                  <c:v>4.1120000000000001</c:v>
                </c:pt>
                <c:pt idx="1029">
                  <c:v>4.1159999999999997</c:v>
                </c:pt>
                <c:pt idx="1030">
                  <c:v>4.12</c:v>
                </c:pt>
                <c:pt idx="1031">
                  <c:v>4.1239999999999997</c:v>
                </c:pt>
                <c:pt idx="1032">
                  <c:v>4.1280000000000001</c:v>
                </c:pt>
                <c:pt idx="1033">
                  <c:v>4.1319999999999997</c:v>
                </c:pt>
                <c:pt idx="1034">
                  <c:v>4.1360000000000001</c:v>
                </c:pt>
                <c:pt idx="1035">
                  <c:v>4.1399999999999997</c:v>
                </c:pt>
                <c:pt idx="1036">
                  <c:v>4.1440000000000001</c:v>
                </c:pt>
                <c:pt idx="1037">
                  <c:v>4.1479999999999997</c:v>
                </c:pt>
                <c:pt idx="1038">
                  <c:v>4.1520000000000001</c:v>
                </c:pt>
                <c:pt idx="1039">
                  <c:v>4.1559999999999997</c:v>
                </c:pt>
                <c:pt idx="1040">
                  <c:v>4.16</c:v>
                </c:pt>
                <c:pt idx="1041">
                  <c:v>4.1639999999999997</c:v>
                </c:pt>
                <c:pt idx="1042">
                  <c:v>4.1680000000000001</c:v>
                </c:pt>
                <c:pt idx="1043">
                  <c:v>4.1719999999999997</c:v>
                </c:pt>
                <c:pt idx="1044">
                  <c:v>4.1760000000000002</c:v>
                </c:pt>
                <c:pt idx="1045">
                  <c:v>4.18</c:v>
                </c:pt>
                <c:pt idx="1046">
                  <c:v>4.1840000000000002</c:v>
                </c:pt>
                <c:pt idx="1047">
                  <c:v>4.1879999999999997</c:v>
                </c:pt>
                <c:pt idx="1048">
                  <c:v>4.1920000000000002</c:v>
                </c:pt>
                <c:pt idx="1049">
                  <c:v>4.1959999999999997</c:v>
                </c:pt>
                <c:pt idx="1050">
                  <c:v>4.2</c:v>
                </c:pt>
                <c:pt idx="1051">
                  <c:v>4.2039999999999997</c:v>
                </c:pt>
                <c:pt idx="1052">
                  <c:v>4.2080000000000002</c:v>
                </c:pt>
                <c:pt idx="1053">
                  <c:v>4.2119999999999997</c:v>
                </c:pt>
                <c:pt idx="1054">
                  <c:v>4.2160000000000002</c:v>
                </c:pt>
                <c:pt idx="1055">
                  <c:v>4.22</c:v>
                </c:pt>
                <c:pt idx="1056">
                  <c:v>4.2240000000000002</c:v>
                </c:pt>
                <c:pt idx="1057">
                  <c:v>4.2279999999999998</c:v>
                </c:pt>
                <c:pt idx="1058">
                  <c:v>4.2320000000000002</c:v>
                </c:pt>
                <c:pt idx="1059">
                  <c:v>4.2359999999999998</c:v>
                </c:pt>
                <c:pt idx="1060">
                  <c:v>4.24</c:v>
                </c:pt>
                <c:pt idx="1061">
                  <c:v>4.2439999999999998</c:v>
                </c:pt>
                <c:pt idx="1062">
                  <c:v>4.2480000000000002</c:v>
                </c:pt>
                <c:pt idx="1063">
                  <c:v>4.2519999999999998</c:v>
                </c:pt>
                <c:pt idx="1064">
                  <c:v>4.2560000000000002</c:v>
                </c:pt>
                <c:pt idx="1065">
                  <c:v>4.26</c:v>
                </c:pt>
                <c:pt idx="1066">
                  <c:v>4.2640000000000002</c:v>
                </c:pt>
                <c:pt idx="1067">
                  <c:v>4.2679999999999998</c:v>
                </c:pt>
                <c:pt idx="1068">
                  <c:v>4.2720000000000002</c:v>
                </c:pt>
                <c:pt idx="1069">
                  <c:v>4.2759999999999998</c:v>
                </c:pt>
                <c:pt idx="1070">
                  <c:v>4.28</c:v>
                </c:pt>
                <c:pt idx="1071">
                  <c:v>4.2839999999999998</c:v>
                </c:pt>
                <c:pt idx="1072">
                  <c:v>4.2880000000000003</c:v>
                </c:pt>
                <c:pt idx="1073">
                  <c:v>4.2919999999999998</c:v>
                </c:pt>
                <c:pt idx="1074">
                  <c:v>4.2960000000000003</c:v>
                </c:pt>
                <c:pt idx="1075">
                  <c:v>4.3</c:v>
                </c:pt>
                <c:pt idx="1076">
                  <c:v>4.3040000000000003</c:v>
                </c:pt>
                <c:pt idx="1077">
                  <c:v>4.3079999999999998</c:v>
                </c:pt>
                <c:pt idx="1078">
                  <c:v>4.3120000000000003</c:v>
                </c:pt>
                <c:pt idx="1079">
                  <c:v>4.3159999999999998</c:v>
                </c:pt>
                <c:pt idx="1080">
                  <c:v>4.32</c:v>
                </c:pt>
                <c:pt idx="1081">
                  <c:v>4.3239999999999998</c:v>
                </c:pt>
                <c:pt idx="1082">
                  <c:v>4.3280000000000003</c:v>
                </c:pt>
                <c:pt idx="1083">
                  <c:v>4.3319999999999999</c:v>
                </c:pt>
                <c:pt idx="1084">
                  <c:v>4.3360000000000003</c:v>
                </c:pt>
                <c:pt idx="1085">
                  <c:v>4.34</c:v>
                </c:pt>
                <c:pt idx="1086">
                  <c:v>4.3440000000000003</c:v>
                </c:pt>
                <c:pt idx="1087">
                  <c:v>4.3479999999999999</c:v>
                </c:pt>
                <c:pt idx="1088">
                  <c:v>4.3520000000000003</c:v>
                </c:pt>
                <c:pt idx="1089">
                  <c:v>4.3559999999999999</c:v>
                </c:pt>
                <c:pt idx="1090">
                  <c:v>4.3600000000000003</c:v>
                </c:pt>
                <c:pt idx="1091">
                  <c:v>4.3639999999999999</c:v>
                </c:pt>
                <c:pt idx="1092">
                  <c:v>4.3680000000000003</c:v>
                </c:pt>
                <c:pt idx="1093">
                  <c:v>4.3719999999999999</c:v>
                </c:pt>
                <c:pt idx="1094">
                  <c:v>4.3760000000000003</c:v>
                </c:pt>
                <c:pt idx="1095">
                  <c:v>4.38</c:v>
                </c:pt>
                <c:pt idx="1096">
                  <c:v>4.3840000000000003</c:v>
                </c:pt>
                <c:pt idx="1097">
                  <c:v>4.3879999999999999</c:v>
                </c:pt>
                <c:pt idx="1098">
                  <c:v>4.3920000000000003</c:v>
                </c:pt>
                <c:pt idx="1099">
                  <c:v>4.3959999999999999</c:v>
                </c:pt>
                <c:pt idx="1100">
                  <c:v>4.4000000000000004</c:v>
                </c:pt>
                <c:pt idx="1101">
                  <c:v>4.4039999999999999</c:v>
                </c:pt>
                <c:pt idx="1102">
                  <c:v>4.4080000000000004</c:v>
                </c:pt>
                <c:pt idx="1103">
                  <c:v>4.4119999999999999</c:v>
                </c:pt>
                <c:pt idx="1104">
                  <c:v>4.4160000000000004</c:v>
                </c:pt>
                <c:pt idx="1105">
                  <c:v>4.42</c:v>
                </c:pt>
                <c:pt idx="1106">
                  <c:v>4.4240000000000004</c:v>
                </c:pt>
                <c:pt idx="1107">
                  <c:v>4.4279999999999999</c:v>
                </c:pt>
                <c:pt idx="1108">
                  <c:v>4.4320000000000004</c:v>
                </c:pt>
                <c:pt idx="1109">
                  <c:v>4.4359999999999999</c:v>
                </c:pt>
                <c:pt idx="1110">
                  <c:v>4.4400000000000004</c:v>
                </c:pt>
                <c:pt idx="1111">
                  <c:v>4.444</c:v>
                </c:pt>
                <c:pt idx="1112">
                  <c:v>4.4480000000000004</c:v>
                </c:pt>
                <c:pt idx="1113">
                  <c:v>4.452</c:v>
                </c:pt>
                <c:pt idx="1114">
                  <c:v>4.4560000000000004</c:v>
                </c:pt>
                <c:pt idx="1115">
                  <c:v>4.46</c:v>
                </c:pt>
                <c:pt idx="1116">
                  <c:v>4.4640000000000004</c:v>
                </c:pt>
                <c:pt idx="1117">
                  <c:v>4.468</c:v>
                </c:pt>
                <c:pt idx="1118">
                  <c:v>4.4720000000000004</c:v>
                </c:pt>
                <c:pt idx="1119">
                  <c:v>4.476</c:v>
                </c:pt>
                <c:pt idx="1120">
                  <c:v>4.4800000000000004</c:v>
                </c:pt>
                <c:pt idx="1121">
                  <c:v>4.484</c:v>
                </c:pt>
                <c:pt idx="1122">
                  <c:v>4.4880000000000004</c:v>
                </c:pt>
                <c:pt idx="1123">
                  <c:v>4.492</c:v>
                </c:pt>
                <c:pt idx="1124">
                  <c:v>4.4960000000000004</c:v>
                </c:pt>
                <c:pt idx="1125">
                  <c:v>4.5</c:v>
                </c:pt>
                <c:pt idx="1126">
                  <c:v>4.5039999999999996</c:v>
                </c:pt>
                <c:pt idx="1127">
                  <c:v>4.508</c:v>
                </c:pt>
                <c:pt idx="1128">
                  <c:v>4.5119999999999996</c:v>
                </c:pt>
                <c:pt idx="1129">
                  <c:v>4.516</c:v>
                </c:pt>
                <c:pt idx="1130">
                  <c:v>4.5199999999999996</c:v>
                </c:pt>
                <c:pt idx="1131">
                  <c:v>4.524</c:v>
                </c:pt>
                <c:pt idx="1132">
                  <c:v>4.5279999999999996</c:v>
                </c:pt>
                <c:pt idx="1133">
                  <c:v>4.532</c:v>
                </c:pt>
                <c:pt idx="1134">
                  <c:v>4.5359999999999996</c:v>
                </c:pt>
                <c:pt idx="1135">
                  <c:v>4.54</c:v>
                </c:pt>
                <c:pt idx="1136">
                  <c:v>4.5439999999999996</c:v>
                </c:pt>
                <c:pt idx="1137">
                  <c:v>4.548</c:v>
                </c:pt>
                <c:pt idx="1138">
                  <c:v>4.5519999999999996</c:v>
                </c:pt>
                <c:pt idx="1139">
                  <c:v>4.556</c:v>
                </c:pt>
                <c:pt idx="1140">
                  <c:v>4.5599999999999996</c:v>
                </c:pt>
                <c:pt idx="1141">
                  <c:v>4.5640000000000001</c:v>
                </c:pt>
                <c:pt idx="1142">
                  <c:v>4.5679999999999996</c:v>
                </c:pt>
                <c:pt idx="1143">
                  <c:v>4.5720000000000001</c:v>
                </c:pt>
                <c:pt idx="1144">
                  <c:v>4.5759999999999996</c:v>
                </c:pt>
                <c:pt idx="1145">
                  <c:v>4.58</c:v>
                </c:pt>
                <c:pt idx="1146">
                  <c:v>4.5839999999999996</c:v>
                </c:pt>
                <c:pt idx="1147">
                  <c:v>4.5880000000000001</c:v>
                </c:pt>
                <c:pt idx="1148">
                  <c:v>4.5919999999999996</c:v>
                </c:pt>
                <c:pt idx="1149">
                  <c:v>4.5960000000000001</c:v>
                </c:pt>
                <c:pt idx="1150">
                  <c:v>4.5999999999999996</c:v>
                </c:pt>
                <c:pt idx="1151">
                  <c:v>4.6040000000000001</c:v>
                </c:pt>
                <c:pt idx="1152">
                  <c:v>4.6079999999999997</c:v>
                </c:pt>
                <c:pt idx="1153">
                  <c:v>4.6120000000000001</c:v>
                </c:pt>
                <c:pt idx="1154">
                  <c:v>4.6159999999999997</c:v>
                </c:pt>
                <c:pt idx="1155">
                  <c:v>4.62</c:v>
                </c:pt>
                <c:pt idx="1156">
                  <c:v>4.6239999999999997</c:v>
                </c:pt>
                <c:pt idx="1157">
                  <c:v>4.6280000000000001</c:v>
                </c:pt>
                <c:pt idx="1158">
                  <c:v>4.6319999999999997</c:v>
                </c:pt>
                <c:pt idx="1159">
                  <c:v>4.6360000000000001</c:v>
                </c:pt>
                <c:pt idx="1160">
                  <c:v>4.6399999999999997</c:v>
                </c:pt>
                <c:pt idx="1161">
                  <c:v>4.6440000000000001</c:v>
                </c:pt>
                <c:pt idx="1162">
                  <c:v>4.6479999999999997</c:v>
                </c:pt>
                <c:pt idx="1163">
                  <c:v>4.6520000000000001</c:v>
                </c:pt>
                <c:pt idx="1164">
                  <c:v>4.6559999999999997</c:v>
                </c:pt>
                <c:pt idx="1165">
                  <c:v>4.66</c:v>
                </c:pt>
                <c:pt idx="1166">
                  <c:v>4.6639999999999997</c:v>
                </c:pt>
                <c:pt idx="1167">
                  <c:v>4.6680000000000001</c:v>
                </c:pt>
                <c:pt idx="1168">
                  <c:v>4.6719999999999997</c:v>
                </c:pt>
                <c:pt idx="1169">
                  <c:v>4.6760000000000002</c:v>
                </c:pt>
                <c:pt idx="1170">
                  <c:v>4.68</c:v>
                </c:pt>
                <c:pt idx="1171">
                  <c:v>4.6840000000000002</c:v>
                </c:pt>
                <c:pt idx="1172">
                  <c:v>4.6879999999999997</c:v>
                </c:pt>
                <c:pt idx="1173">
                  <c:v>4.6920000000000002</c:v>
                </c:pt>
                <c:pt idx="1174">
                  <c:v>4.6959999999999997</c:v>
                </c:pt>
                <c:pt idx="1175">
                  <c:v>4.7</c:v>
                </c:pt>
                <c:pt idx="1176">
                  <c:v>4.7039999999999997</c:v>
                </c:pt>
                <c:pt idx="1177">
                  <c:v>4.7080000000000002</c:v>
                </c:pt>
                <c:pt idx="1178">
                  <c:v>4.7119999999999997</c:v>
                </c:pt>
                <c:pt idx="1179">
                  <c:v>4.7160000000000002</c:v>
                </c:pt>
                <c:pt idx="1180">
                  <c:v>4.72</c:v>
                </c:pt>
                <c:pt idx="1181">
                  <c:v>4.7240000000000002</c:v>
                </c:pt>
                <c:pt idx="1182">
                  <c:v>4.7279999999999998</c:v>
                </c:pt>
                <c:pt idx="1183">
                  <c:v>4.7320000000000002</c:v>
                </c:pt>
                <c:pt idx="1184">
                  <c:v>4.7359999999999998</c:v>
                </c:pt>
                <c:pt idx="1185">
                  <c:v>4.74</c:v>
                </c:pt>
                <c:pt idx="1186">
                  <c:v>4.7439999999999998</c:v>
                </c:pt>
                <c:pt idx="1187">
                  <c:v>4.7480000000000002</c:v>
                </c:pt>
                <c:pt idx="1188">
                  <c:v>4.7519999999999998</c:v>
                </c:pt>
                <c:pt idx="1189">
                  <c:v>4.7560000000000002</c:v>
                </c:pt>
                <c:pt idx="1190">
                  <c:v>4.76</c:v>
                </c:pt>
                <c:pt idx="1191">
                  <c:v>4.7640000000000002</c:v>
                </c:pt>
                <c:pt idx="1192">
                  <c:v>4.7679999999999998</c:v>
                </c:pt>
                <c:pt idx="1193">
                  <c:v>4.7720000000000002</c:v>
                </c:pt>
                <c:pt idx="1194">
                  <c:v>4.7759999999999998</c:v>
                </c:pt>
                <c:pt idx="1195">
                  <c:v>4.78</c:v>
                </c:pt>
                <c:pt idx="1196">
                  <c:v>4.7839999999999998</c:v>
                </c:pt>
                <c:pt idx="1197">
                  <c:v>4.7880000000000003</c:v>
                </c:pt>
                <c:pt idx="1198">
                  <c:v>4.7919999999999998</c:v>
                </c:pt>
                <c:pt idx="1199">
                  <c:v>4.7960000000000003</c:v>
                </c:pt>
                <c:pt idx="1200">
                  <c:v>4.8</c:v>
                </c:pt>
                <c:pt idx="1201">
                  <c:v>4.8040000000000003</c:v>
                </c:pt>
                <c:pt idx="1202">
                  <c:v>4.8079999999999998</c:v>
                </c:pt>
                <c:pt idx="1203">
                  <c:v>4.8120000000000003</c:v>
                </c:pt>
                <c:pt idx="1204">
                  <c:v>4.8159999999999998</c:v>
                </c:pt>
                <c:pt idx="1205">
                  <c:v>4.82</c:v>
                </c:pt>
                <c:pt idx="1206">
                  <c:v>4.8239999999999998</c:v>
                </c:pt>
                <c:pt idx="1207">
                  <c:v>4.8280000000000003</c:v>
                </c:pt>
                <c:pt idx="1208">
                  <c:v>4.8319999999999999</c:v>
                </c:pt>
                <c:pt idx="1209">
                  <c:v>4.8360000000000003</c:v>
                </c:pt>
                <c:pt idx="1210">
                  <c:v>4.84</c:v>
                </c:pt>
                <c:pt idx="1211">
                  <c:v>4.8440000000000003</c:v>
                </c:pt>
                <c:pt idx="1212">
                  <c:v>4.8479999999999999</c:v>
                </c:pt>
                <c:pt idx="1213">
                  <c:v>4.8520000000000003</c:v>
                </c:pt>
                <c:pt idx="1214">
                  <c:v>4.8559999999999999</c:v>
                </c:pt>
                <c:pt idx="1215">
                  <c:v>4.8600000000000003</c:v>
                </c:pt>
                <c:pt idx="1216">
                  <c:v>4.8639999999999999</c:v>
                </c:pt>
                <c:pt idx="1217">
                  <c:v>4.8680000000000003</c:v>
                </c:pt>
                <c:pt idx="1218">
                  <c:v>4.8719999999999999</c:v>
                </c:pt>
                <c:pt idx="1219">
                  <c:v>4.8760000000000003</c:v>
                </c:pt>
                <c:pt idx="1220">
                  <c:v>4.88</c:v>
                </c:pt>
                <c:pt idx="1221">
                  <c:v>4.8840000000000003</c:v>
                </c:pt>
                <c:pt idx="1222">
                  <c:v>4.8879999999999999</c:v>
                </c:pt>
                <c:pt idx="1223">
                  <c:v>4.8920000000000003</c:v>
                </c:pt>
                <c:pt idx="1224">
                  <c:v>4.8959999999999999</c:v>
                </c:pt>
                <c:pt idx="1225">
                  <c:v>4.9000000000000004</c:v>
                </c:pt>
                <c:pt idx="1226">
                  <c:v>4.9039999999999999</c:v>
                </c:pt>
                <c:pt idx="1227">
                  <c:v>4.9080000000000004</c:v>
                </c:pt>
                <c:pt idx="1228">
                  <c:v>4.9119999999999999</c:v>
                </c:pt>
                <c:pt idx="1229">
                  <c:v>4.9160000000000004</c:v>
                </c:pt>
                <c:pt idx="1230">
                  <c:v>4.92</c:v>
                </c:pt>
                <c:pt idx="1231">
                  <c:v>4.9240000000000004</c:v>
                </c:pt>
                <c:pt idx="1232">
                  <c:v>4.9279999999999999</c:v>
                </c:pt>
                <c:pt idx="1233">
                  <c:v>4.9320000000000004</c:v>
                </c:pt>
                <c:pt idx="1234">
                  <c:v>4.9359999999999999</c:v>
                </c:pt>
                <c:pt idx="1235">
                  <c:v>4.9400000000000004</c:v>
                </c:pt>
                <c:pt idx="1236">
                  <c:v>4.944</c:v>
                </c:pt>
                <c:pt idx="1237">
                  <c:v>4.9480000000000004</c:v>
                </c:pt>
                <c:pt idx="1238">
                  <c:v>4.952</c:v>
                </c:pt>
                <c:pt idx="1239">
                  <c:v>4.9560000000000004</c:v>
                </c:pt>
                <c:pt idx="1240">
                  <c:v>4.96</c:v>
                </c:pt>
                <c:pt idx="1241">
                  <c:v>4.9640000000000004</c:v>
                </c:pt>
                <c:pt idx="1242">
                  <c:v>4.968</c:v>
                </c:pt>
                <c:pt idx="1243">
                  <c:v>4.9720000000000004</c:v>
                </c:pt>
                <c:pt idx="1244">
                  <c:v>4.976</c:v>
                </c:pt>
                <c:pt idx="1245">
                  <c:v>4.9800000000000004</c:v>
                </c:pt>
                <c:pt idx="1246">
                  <c:v>4.984</c:v>
                </c:pt>
                <c:pt idx="1247">
                  <c:v>4.9880000000000004</c:v>
                </c:pt>
                <c:pt idx="1248">
                  <c:v>4.992</c:v>
                </c:pt>
                <c:pt idx="1249">
                  <c:v>4.9960000000000004</c:v>
                </c:pt>
              </c:numCache>
            </c:numRef>
          </c:xVal>
          <c:yVal>
            <c:numRef>
              <c:f>'Chart Data'!$B$2:$B$1251</c:f>
              <c:numCache>
                <c:formatCode>0</c:formatCode>
                <c:ptCount val="1250"/>
                <c:pt idx="0">
                  <c:v>107.98126999999999</c:v>
                </c:pt>
                <c:pt idx="1">
                  <c:v>91.373924000000002</c:v>
                </c:pt>
                <c:pt idx="2">
                  <c:v>86.300079999999994</c:v>
                </c:pt>
                <c:pt idx="3">
                  <c:v>97.587715000000003</c:v>
                </c:pt>
                <c:pt idx="4">
                  <c:v>99.889939999999996</c:v>
                </c:pt>
                <c:pt idx="5">
                  <c:v>87.21651</c:v>
                </c:pt>
                <c:pt idx="6">
                  <c:v>68.418685999999994</c:v>
                </c:pt>
                <c:pt idx="7">
                  <c:v>64.507130000000004</c:v>
                </c:pt>
                <c:pt idx="8">
                  <c:v>80.555689999999998</c:v>
                </c:pt>
                <c:pt idx="9">
                  <c:v>90.479860000000002</c:v>
                </c:pt>
                <c:pt idx="10">
                  <c:v>74.54307</c:v>
                </c:pt>
                <c:pt idx="11">
                  <c:v>54.001812000000001</c:v>
                </c:pt>
                <c:pt idx="12">
                  <c:v>51.476067</c:v>
                </c:pt>
                <c:pt idx="13">
                  <c:v>67.681079999999994</c:v>
                </c:pt>
                <c:pt idx="14">
                  <c:v>81.539159999999995</c:v>
                </c:pt>
                <c:pt idx="15">
                  <c:v>72.889039999999994</c:v>
                </c:pt>
                <c:pt idx="16">
                  <c:v>45.530501999999998</c:v>
                </c:pt>
                <c:pt idx="17">
                  <c:v>37.32741</c:v>
                </c:pt>
                <c:pt idx="18">
                  <c:v>60.752037000000001</c:v>
                </c:pt>
                <c:pt idx="19">
                  <c:v>77.225269999999995</c:v>
                </c:pt>
                <c:pt idx="20">
                  <c:v>63.054270000000002</c:v>
                </c:pt>
                <c:pt idx="21">
                  <c:v>45.262279999999997</c:v>
                </c:pt>
                <c:pt idx="22">
                  <c:v>42.065983000000003</c:v>
                </c:pt>
                <c:pt idx="23">
                  <c:v>55.611136999999999</c:v>
                </c:pt>
                <c:pt idx="24">
                  <c:v>69.804500000000004</c:v>
                </c:pt>
                <c:pt idx="25">
                  <c:v>68.619860000000003</c:v>
                </c:pt>
                <c:pt idx="26">
                  <c:v>54.314734999999999</c:v>
                </c:pt>
                <c:pt idx="27">
                  <c:v>49.017372000000002</c:v>
                </c:pt>
                <c:pt idx="28">
                  <c:v>62.830753000000001</c:v>
                </c:pt>
                <c:pt idx="29">
                  <c:v>71.302059999999997</c:v>
                </c:pt>
                <c:pt idx="30">
                  <c:v>65.669426000000001</c:v>
                </c:pt>
                <c:pt idx="31">
                  <c:v>60.349705</c:v>
                </c:pt>
                <c:pt idx="32">
                  <c:v>59.187415999999999</c:v>
                </c:pt>
                <c:pt idx="33">
                  <c:v>74.744230000000002</c:v>
                </c:pt>
                <c:pt idx="34">
                  <c:v>89.786959999999993</c:v>
                </c:pt>
                <c:pt idx="35">
                  <c:v>77.247630000000001</c:v>
                </c:pt>
                <c:pt idx="36">
                  <c:v>65.244739999999993</c:v>
                </c:pt>
                <c:pt idx="37">
                  <c:v>66.250569999999996</c:v>
                </c:pt>
                <c:pt idx="38">
                  <c:v>75.414789999999996</c:v>
                </c:pt>
                <c:pt idx="39">
                  <c:v>88.468199999999996</c:v>
                </c:pt>
                <c:pt idx="40">
                  <c:v>76.442959999999999</c:v>
                </c:pt>
                <c:pt idx="41">
                  <c:v>67.748140000000006</c:v>
                </c:pt>
                <c:pt idx="42">
                  <c:v>64.462429999999998</c:v>
                </c:pt>
                <c:pt idx="43">
                  <c:v>75.414789999999996</c:v>
                </c:pt>
                <c:pt idx="44">
                  <c:v>90.278694000000002</c:v>
                </c:pt>
                <c:pt idx="45">
                  <c:v>80.242760000000004</c:v>
                </c:pt>
                <c:pt idx="46">
                  <c:v>74.565414000000004</c:v>
                </c:pt>
                <c:pt idx="47">
                  <c:v>79.393394000000001</c:v>
                </c:pt>
                <c:pt idx="48">
                  <c:v>87.797646</c:v>
                </c:pt>
                <c:pt idx="49">
                  <c:v>110.73054</c:v>
                </c:pt>
                <c:pt idx="50">
                  <c:v>94.972560000000001</c:v>
                </c:pt>
                <c:pt idx="51">
                  <c:v>85.987160000000003</c:v>
                </c:pt>
                <c:pt idx="52">
                  <c:v>95.464293999999995</c:v>
                </c:pt>
                <c:pt idx="53">
                  <c:v>111.73636999999999</c:v>
                </c:pt>
                <c:pt idx="54">
                  <c:v>121.68289</c:v>
                </c:pt>
                <c:pt idx="55">
                  <c:v>109.38943500000001</c:v>
                </c:pt>
                <c:pt idx="56">
                  <c:v>94.279655000000005</c:v>
                </c:pt>
                <c:pt idx="57">
                  <c:v>86.255380000000002</c:v>
                </c:pt>
                <c:pt idx="58">
                  <c:v>96.112494999999996</c:v>
                </c:pt>
                <c:pt idx="59">
                  <c:v>109.99293</c:v>
                </c:pt>
                <c:pt idx="60">
                  <c:v>90.569270000000003</c:v>
                </c:pt>
                <c:pt idx="61">
                  <c:v>82.768510000000006</c:v>
                </c:pt>
                <c:pt idx="62">
                  <c:v>85.383660000000006</c:v>
                </c:pt>
                <c:pt idx="63">
                  <c:v>99.286445999999998</c:v>
                </c:pt>
                <c:pt idx="64">
                  <c:v>108.04832500000001</c:v>
                </c:pt>
                <c:pt idx="65">
                  <c:v>101.00753</c:v>
                </c:pt>
                <c:pt idx="66">
                  <c:v>88.512900000000002</c:v>
                </c:pt>
                <c:pt idx="67">
                  <c:v>83.796683999999999</c:v>
                </c:pt>
                <c:pt idx="68">
                  <c:v>92.782089999999997</c:v>
                </c:pt>
                <c:pt idx="69">
                  <c:v>105.16495500000001</c:v>
                </c:pt>
                <c:pt idx="70">
                  <c:v>95.464293999999995</c:v>
                </c:pt>
                <c:pt idx="71">
                  <c:v>80.443923999999996</c:v>
                </c:pt>
                <c:pt idx="72">
                  <c:v>80.39922</c:v>
                </c:pt>
                <c:pt idx="73">
                  <c:v>96.358369999999994</c:v>
                </c:pt>
                <c:pt idx="74">
                  <c:v>108.07068</c:v>
                </c:pt>
                <c:pt idx="75">
                  <c:v>98.302970000000002</c:v>
                </c:pt>
                <c:pt idx="76">
                  <c:v>89.831659999999999</c:v>
                </c:pt>
                <c:pt idx="77">
                  <c:v>87.149450000000002</c:v>
                </c:pt>
                <c:pt idx="78">
                  <c:v>92.290350000000004</c:v>
                </c:pt>
                <c:pt idx="79">
                  <c:v>91.932723999999993</c:v>
                </c:pt>
                <c:pt idx="80">
                  <c:v>75.235969999999995</c:v>
                </c:pt>
                <c:pt idx="81">
                  <c:v>59.433284999999998</c:v>
                </c:pt>
                <c:pt idx="82">
                  <c:v>56.840485000000001</c:v>
                </c:pt>
                <c:pt idx="83">
                  <c:v>65.915289999999999</c:v>
                </c:pt>
                <c:pt idx="84">
                  <c:v>80.041595000000001</c:v>
                </c:pt>
                <c:pt idx="85">
                  <c:v>73.112560000000002</c:v>
                </c:pt>
                <c:pt idx="86">
                  <c:v>56.907539999999997</c:v>
                </c:pt>
                <c:pt idx="87">
                  <c:v>65.892944</c:v>
                </c:pt>
                <c:pt idx="88">
                  <c:v>79.259285000000006</c:v>
                </c:pt>
                <c:pt idx="89">
                  <c:v>88.244680000000002</c:v>
                </c:pt>
                <c:pt idx="90">
                  <c:v>75.079505999999995</c:v>
                </c:pt>
                <c:pt idx="91">
                  <c:v>57.332222000000002</c:v>
                </c:pt>
                <c:pt idx="92">
                  <c:v>58.405106000000004</c:v>
                </c:pt>
                <c:pt idx="93">
                  <c:v>72.129080000000002</c:v>
                </c:pt>
                <c:pt idx="94">
                  <c:v>84.891919999999999</c:v>
                </c:pt>
                <c:pt idx="95">
                  <c:v>77.471146000000005</c:v>
                </c:pt>
                <c:pt idx="96">
                  <c:v>62.27196</c:v>
                </c:pt>
                <c:pt idx="97">
                  <c:v>62.741349999999997</c:v>
                </c:pt>
                <c:pt idx="98">
                  <c:v>77.471146000000005</c:v>
                </c:pt>
                <c:pt idx="99">
                  <c:v>86.009510000000006</c:v>
                </c:pt>
                <c:pt idx="100">
                  <c:v>68.932779999999994</c:v>
                </c:pt>
                <c:pt idx="101">
                  <c:v>59.790913000000003</c:v>
                </c:pt>
                <c:pt idx="102">
                  <c:v>67.412859999999995</c:v>
                </c:pt>
                <c:pt idx="103">
                  <c:v>86.344790000000003</c:v>
                </c:pt>
                <c:pt idx="104">
                  <c:v>93.89967</c:v>
                </c:pt>
                <c:pt idx="105">
                  <c:v>78.856949999999998</c:v>
                </c:pt>
                <c:pt idx="106">
                  <c:v>68.664559999999994</c:v>
                </c:pt>
                <c:pt idx="107">
                  <c:v>65.401210000000006</c:v>
                </c:pt>
                <c:pt idx="108">
                  <c:v>70.698570000000004</c:v>
                </c:pt>
                <c:pt idx="109">
                  <c:v>90.099879999999999</c:v>
                </c:pt>
                <c:pt idx="110">
                  <c:v>88.915239999999997</c:v>
                </c:pt>
                <c:pt idx="111">
                  <c:v>73.336074999999994</c:v>
                </c:pt>
                <c:pt idx="112">
                  <c:v>75.504189999999994</c:v>
                </c:pt>
                <c:pt idx="113">
                  <c:v>90.703379999999996</c:v>
                </c:pt>
                <c:pt idx="114">
                  <c:v>101.387505</c:v>
                </c:pt>
                <c:pt idx="115">
                  <c:v>86.411839999999998</c:v>
                </c:pt>
                <c:pt idx="116">
                  <c:v>67.323455999999993</c:v>
                </c:pt>
                <c:pt idx="117">
                  <c:v>64.775350000000003</c:v>
                </c:pt>
                <c:pt idx="118">
                  <c:v>81.11448</c:v>
                </c:pt>
                <c:pt idx="119">
                  <c:v>88.222335999999999</c:v>
                </c:pt>
                <c:pt idx="120">
                  <c:v>75.861819999999994</c:v>
                </c:pt>
                <c:pt idx="121">
                  <c:v>66.183520000000001</c:v>
                </c:pt>
                <c:pt idx="122">
                  <c:v>63.501305000000002</c:v>
                </c:pt>
                <c:pt idx="123">
                  <c:v>73.291370000000001</c:v>
                </c:pt>
                <c:pt idx="124">
                  <c:v>84.064909999999998</c:v>
                </c:pt>
                <c:pt idx="125">
                  <c:v>69.513919999999999</c:v>
                </c:pt>
                <c:pt idx="126">
                  <c:v>51.587822000000003</c:v>
                </c:pt>
                <c:pt idx="127">
                  <c:v>46.469276000000001</c:v>
                </c:pt>
                <c:pt idx="128">
                  <c:v>57.265166999999998</c:v>
                </c:pt>
                <c:pt idx="129">
                  <c:v>66.787009999999995</c:v>
                </c:pt>
                <c:pt idx="130">
                  <c:v>52.48189</c:v>
                </c:pt>
                <c:pt idx="131">
                  <c:v>31.359497000000001</c:v>
                </c:pt>
                <c:pt idx="132">
                  <c:v>27.783215999999999</c:v>
                </c:pt>
                <c:pt idx="133">
                  <c:v>42.624775</c:v>
                </c:pt>
                <c:pt idx="134">
                  <c:v>56.259340000000002</c:v>
                </c:pt>
                <c:pt idx="135">
                  <c:v>50.649050000000003</c:v>
                </c:pt>
                <c:pt idx="136">
                  <c:v>39.406123999999998</c:v>
                </c:pt>
                <c:pt idx="137">
                  <c:v>42.490665</c:v>
                </c:pt>
                <c:pt idx="138">
                  <c:v>55.924059999999997</c:v>
                </c:pt>
                <c:pt idx="139">
                  <c:v>67.748140000000006</c:v>
                </c:pt>
                <c:pt idx="140">
                  <c:v>61.668464999999998</c:v>
                </c:pt>
                <c:pt idx="141">
                  <c:v>54.024161999999997</c:v>
                </c:pt>
                <c:pt idx="142">
                  <c:v>55.164099999999998</c:v>
                </c:pt>
                <c:pt idx="143">
                  <c:v>66.161159999999995</c:v>
                </c:pt>
                <c:pt idx="144">
                  <c:v>74.744230000000002</c:v>
                </c:pt>
                <c:pt idx="145">
                  <c:v>65.132980000000003</c:v>
                </c:pt>
                <c:pt idx="146">
                  <c:v>55.544083000000001</c:v>
                </c:pt>
                <c:pt idx="147">
                  <c:v>52.124263999999997</c:v>
                </c:pt>
                <c:pt idx="148">
                  <c:v>62.540179999999999</c:v>
                </c:pt>
                <c:pt idx="149">
                  <c:v>71.726746000000006</c:v>
                </c:pt>
                <c:pt idx="150">
                  <c:v>74.833640000000003</c:v>
                </c:pt>
                <c:pt idx="151">
                  <c:v>73.693700000000007</c:v>
                </c:pt>
                <c:pt idx="152">
                  <c:v>82.388530000000003</c:v>
                </c:pt>
                <c:pt idx="153">
                  <c:v>89.228160000000003</c:v>
                </c:pt>
                <c:pt idx="154">
                  <c:v>89.451674999999994</c:v>
                </c:pt>
                <c:pt idx="155">
                  <c:v>71.883210000000005</c:v>
                </c:pt>
                <c:pt idx="156">
                  <c:v>51.431362</c:v>
                </c:pt>
                <c:pt idx="157">
                  <c:v>49.911439999999999</c:v>
                </c:pt>
                <c:pt idx="158">
                  <c:v>67.97166</c:v>
                </c:pt>
                <c:pt idx="159">
                  <c:v>91.686850000000007</c:v>
                </c:pt>
                <c:pt idx="160">
                  <c:v>87.708243999999993</c:v>
                </c:pt>
                <c:pt idx="161">
                  <c:v>75.995925999999997</c:v>
                </c:pt>
                <c:pt idx="162">
                  <c:v>72.889039999999994</c:v>
                </c:pt>
                <c:pt idx="163">
                  <c:v>88.490555000000001</c:v>
                </c:pt>
                <c:pt idx="164">
                  <c:v>103.779144</c:v>
                </c:pt>
                <c:pt idx="165">
                  <c:v>97.610060000000004</c:v>
                </c:pt>
                <c:pt idx="166">
                  <c:v>88.714070000000007</c:v>
                </c:pt>
                <c:pt idx="167">
                  <c:v>88.155270000000002</c:v>
                </c:pt>
                <c:pt idx="168">
                  <c:v>102.5498</c:v>
                </c:pt>
                <c:pt idx="169">
                  <c:v>116.47494</c:v>
                </c:pt>
                <c:pt idx="170">
                  <c:v>108.31655000000001</c:v>
                </c:pt>
                <c:pt idx="171">
                  <c:v>94.972560000000001</c:v>
                </c:pt>
                <c:pt idx="172">
                  <c:v>91.776259999999994</c:v>
                </c:pt>
                <c:pt idx="173">
                  <c:v>95.844279999999998</c:v>
                </c:pt>
                <c:pt idx="174">
                  <c:v>97.900634999999994</c:v>
                </c:pt>
                <c:pt idx="175">
                  <c:v>81.785033999999996</c:v>
                </c:pt>
                <c:pt idx="176">
                  <c:v>70.877380000000002</c:v>
                </c:pt>
                <c:pt idx="177">
                  <c:v>71.279709999999994</c:v>
                </c:pt>
                <c:pt idx="178">
                  <c:v>82.410880000000006</c:v>
                </c:pt>
                <c:pt idx="179">
                  <c:v>89.138756000000001</c:v>
                </c:pt>
                <c:pt idx="180">
                  <c:v>85.69659</c:v>
                </c:pt>
                <c:pt idx="181">
                  <c:v>69.469220000000007</c:v>
                </c:pt>
                <c:pt idx="182">
                  <c:v>62.718994000000002</c:v>
                </c:pt>
                <c:pt idx="183">
                  <c:v>64.663600000000002</c:v>
                </c:pt>
                <c:pt idx="184">
                  <c:v>69.268060000000006</c:v>
                </c:pt>
                <c:pt idx="185">
                  <c:v>53.822997999999998</c:v>
                </c:pt>
                <c:pt idx="186">
                  <c:v>29.191376000000002</c:v>
                </c:pt>
                <c:pt idx="187">
                  <c:v>40.344900000000003</c:v>
                </c:pt>
                <c:pt idx="188">
                  <c:v>59.366230000000002</c:v>
                </c:pt>
                <c:pt idx="189">
                  <c:v>66.652900000000002</c:v>
                </c:pt>
                <c:pt idx="190">
                  <c:v>55.320563999999997</c:v>
                </c:pt>
                <c:pt idx="191">
                  <c:v>40.479008</c:v>
                </c:pt>
                <c:pt idx="192">
                  <c:v>35.606327</c:v>
                </c:pt>
                <c:pt idx="193">
                  <c:v>40.702525999999999</c:v>
                </c:pt>
                <c:pt idx="194">
                  <c:v>37.46152</c:v>
                </c:pt>
                <c:pt idx="195">
                  <c:v>23.894013999999999</c:v>
                </c:pt>
                <c:pt idx="196">
                  <c:v>8.2701449999999994</c:v>
                </c:pt>
                <c:pt idx="197">
                  <c:v>12.718142</c:v>
                </c:pt>
                <c:pt idx="198">
                  <c:v>27.671457</c:v>
                </c:pt>
                <c:pt idx="199">
                  <c:v>39.428474000000001</c:v>
                </c:pt>
                <c:pt idx="200">
                  <c:v>31.158329999999999</c:v>
                </c:pt>
                <c:pt idx="201">
                  <c:v>13.701618</c:v>
                </c:pt>
                <c:pt idx="202">
                  <c:v>11.086465</c:v>
                </c:pt>
                <c:pt idx="203">
                  <c:v>18.641354</c:v>
                </c:pt>
                <c:pt idx="204">
                  <c:v>27.582049999999999</c:v>
                </c:pt>
                <c:pt idx="205">
                  <c:v>19.2225</c:v>
                </c:pt>
                <c:pt idx="206">
                  <c:v>10.572374</c:v>
                </c:pt>
                <c:pt idx="207">
                  <c:v>8.0242760000000004</c:v>
                </c:pt>
                <c:pt idx="208">
                  <c:v>10.058285</c:v>
                </c:pt>
                <c:pt idx="209">
                  <c:v>22.195281999999999</c:v>
                </c:pt>
                <c:pt idx="210">
                  <c:v>7.2643165999999999</c:v>
                </c:pt>
                <c:pt idx="211">
                  <c:v>3.1515957999999999</c:v>
                </c:pt>
                <c:pt idx="212">
                  <c:v>-0.49173837999999997</c:v>
                </c:pt>
                <c:pt idx="213">
                  <c:v>18.84252</c:v>
                </c:pt>
                <c:pt idx="214">
                  <c:v>32.097102999999997</c:v>
                </c:pt>
                <c:pt idx="215">
                  <c:v>27.671457</c:v>
                </c:pt>
                <c:pt idx="216">
                  <c:v>14.595688000000001</c:v>
                </c:pt>
                <c:pt idx="217">
                  <c:v>13.835729000000001</c:v>
                </c:pt>
                <c:pt idx="218">
                  <c:v>18.864871999999998</c:v>
                </c:pt>
                <c:pt idx="219">
                  <c:v>23.983421</c:v>
                </c:pt>
                <c:pt idx="220">
                  <c:v>5.4314736999999997</c:v>
                </c:pt>
                <c:pt idx="221">
                  <c:v>-8.9406975E-2</c:v>
                </c:pt>
                <c:pt idx="222">
                  <c:v>1.1846424</c:v>
                </c:pt>
                <c:pt idx="223">
                  <c:v>-2.0787122</c:v>
                </c:pt>
                <c:pt idx="224">
                  <c:v>9.9912290000000006</c:v>
                </c:pt>
                <c:pt idx="225">
                  <c:v>18.149616000000002</c:v>
                </c:pt>
                <c:pt idx="226">
                  <c:v>1.050532</c:v>
                </c:pt>
                <c:pt idx="227">
                  <c:v>1.7657877</c:v>
                </c:pt>
                <c:pt idx="228">
                  <c:v>10.795892</c:v>
                </c:pt>
                <c:pt idx="229">
                  <c:v>19.289555</c:v>
                </c:pt>
                <c:pt idx="230">
                  <c:v>12.405217</c:v>
                </c:pt>
                <c:pt idx="231">
                  <c:v>-0.5587936</c:v>
                </c:pt>
                <c:pt idx="232">
                  <c:v>-1.5422703</c:v>
                </c:pt>
                <c:pt idx="233">
                  <c:v>5.3867702</c:v>
                </c:pt>
                <c:pt idx="234">
                  <c:v>3.5986307000000002</c:v>
                </c:pt>
                <c:pt idx="235">
                  <c:v>-4.4032935999999996</c:v>
                </c:pt>
                <c:pt idx="236">
                  <c:v>-18.663706000000001</c:v>
                </c:pt>
                <c:pt idx="237">
                  <c:v>-12.718142</c:v>
                </c:pt>
                <c:pt idx="238">
                  <c:v>4.1797760000000004</c:v>
                </c:pt>
                <c:pt idx="239">
                  <c:v>18.686057999999999</c:v>
                </c:pt>
                <c:pt idx="240">
                  <c:v>2.3245814</c:v>
                </c:pt>
                <c:pt idx="241">
                  <c:v>-15.467407</c:v>
                </c:pt>
                <c:pt idx="242">
                  <c:v>-19.2225</c:v>
                </c:pt>
                <c:pt idx="243">
                  <c:v>-4.5374040000000004</c:v>
                </c:pt>
                <c:pt idx="244">
                  <c:v>4.2244796999999998</c:v>
                </c:pt>
                <c:pt idx="245">
                  <c:v>1.5422703</c:v>
                </c:pt>
                <c:pt idx="246">
                  <c:v>-3.5315753999999999</c:v>
                </c:pt>
                <c:pt idx="247">
                  <c:v>-4.6938662999999998</c:v>
                </c:pt>
                <c:pt idx="248">
                  <c:v>0.40233138000000002</c:v>
                </c:pt>
                <c:pt idx="249">
                  <c:v>-1.9893053000000001</c:v>
                </c:pt>
                <c:pt idx="250">
                  <c:v>-4.805625</c:v>
                </c:pt>
                <c:pt idx="251">
                  <c:v>-7.3090200000000003</c:v>
                </c:pt>
                <c:pt idx="252">
                  <c:v>-8.9854009999999995</c:v>
                </c:pt>
                <c:pt idx="253">
                  <c:v>-2.2798780000000001</c:v>
                </c:pt>
                <c:pt idx="254">
                  <c:v>2.4810436</c:v>
                </c:pt>
                <c:pt idx="255">
                  <c:v>-8.8736420000000003</c:v>
                </c:pt>
                <c:pt idx="256">
                  <c:v>-21.703543</c:v>
                </c:pt>
                <c:pt idx="257">
                  <c:v>-19.624829999999999</c:v>
                </c:pt>
                <c:pt idx="258">
                  <c:v>-2.883375</c:v>
                </c:pt>
                <c:pt idx="259">
                  <c:v>6.6608194999999997</c:v>
                </c:pt>
                <c:pt idx="260">
                  <c:v>-2.011657</c:v>
                </c:pt>
                <c:pt idx="261">
                  <c:v>-10.192394999999999</c:v>
                </c:pt>
                <c:pt idx="262">
                  <c:v>-9.4771389999999993</c:v>
                </c:pt>
                <c:pt idx="263">
                  <c:v>-3.2410028</c:v>
                </c:pt>
                <c:pt idx="264">
                  <c:v>8.6724770000000007</c:v>
                </c:pt>
                <c:pt idx="265">
                  <c:v>7.7337036000000001</c:v>
                </c:pt>
                <c:pt idx="266">
                  <c:v>3.1962993000000002</c:v>
                </c:pt>
                <c:pt idx="267">
                  <c:v>1.0058285</c:v>
                </c:pt>
                <c:pt idx="268">
                  <c:v>8.9406975E-2</c:v>
                </c:pt>
                <c:pt idx="269">
                  <c:v>8.9854009999999995</c:v>
                </c:pt>
                <c:pt idx="270">
                  <c:v>19.624829999999999</c:v>
                </c:pt>
                <c:pt idx="271">
                  <c:v>15.489758500000001</c:v>
                </c:pt>
                <c:pt idx="272">
                  <c:v>16.160309999999999</c:v>
                </c:pt>
                <c:pt idx="273">
                  <c:v>26.263297999999999</c:v>
                </c:pt>
                <c:pt idx="274">
                  <c:v>30.800702999999999</c:v>
                </c:pt>
                <c:pt idx="275">
                  <c:v>29.839576999999998</c:v>
                </c:pt>
                <c:pt idx="276">
                  <c:v>27.917328000000001</c:v>
                </c:pt>
                <c:pt idx="277">
                  <c:v>31.359497000000001</c:v>
                </c:pt>
                <c:pt idx="278">
                  <c:v>42.445959999999999</c:v>
                </c:pt>
                <c:pt idx="279">
                  <c:v>47.363346</c:v>
                </c:pt>
                <c:pt idx="280">
                  <c:v>44.949356000000002</c:v>
                </c:pt>
                <c:pt idx="281">
                  <c:v>47.005719999999997</c:v>
                </c:pt>
                <c:pt idx="282">
                  <c:v>57.175759999999997</c:v>
                </c:pt>
                <c:pt idx="283">
                  <c:v>68.038709999999995</c:v>
                </c:pt>
                <c:pt idx="284">
                  <c:v>78.924009999999996</c:v>
                </c:pt>
                <c:pt idx="285">
                  <c:v>78.76755</c:v>
                </c:pt>
                <c:pt idx="286">
                  <c:v>77.672309999999996</c:v>
                </c:pt>
                <c:pt idx="287">
                  <c:v>82.567345000000003</c:v>
                </c:pt>
                <c:pt idx="288">
                  <c:v>95.374889999999994</c:v>
                </c:pt>
                <c:pt idx="289">
                  <c:v>110.439964</c:v>
                </c:pt>
                <c:pt idx="290">
                  <c:v>112.47396999999999</c:v>
                </c:pt>
                <c:pt idx="291">
                  <c:v>103.8015</c:v>
                </c:pt>
                <c:pt idx="292">
                  <c:v>107.33307000000001</c:v>
                </c:pt>
                <c:pt idx="293">
                  <c:v>120.587654</c:v>
                </c:pt>
                <c:pt idx="294">
                  <c:v>133.68577999999999</c:v>
                </c:pt>
                <c:pt idx="295">
                  <c:v>126.712036</c:v>
                </c:pt>
                <c:pt idx="296">
                  <c:v>117.21254</c:v>
                </c:pt>
                <c:pt idx="297">
                  <c:v>119.00068</c:v>
                </c:pt>
                <c:pt idx="298">
                  <c:v>131.45060000000001</c:v>
                </c:pt>
                <c:pt idx="299">
                  <c:v>138.15612999999999</c:v>
                </c:pt>
                <c:pt idx="300">
                  <c:v>138.44669999999999</c:v>
                </c:pt>
                <c:pt idx="301">
                  <c:v>132.27762000000001</c:v>
                </c:pt>
                <c:pt idx="302">
                  <c:v>138.20084</c:v>
                </c:pt>
                <c:pt idx="303">
                  <c:v>152.95299</c:v>
                </c:pt>
                <c:pt idx="304">
                  <c:v>159.79262</c:v>
                </c:pt>
                <c:pt idx="305">
                  <c:v>151.29894999999999</c:v>
                </c:pt>
                <c:pt idx="306">
                  <c:v>144.41461000000001</c:v>
                </c:pt>
                <c:pt idx="307">
                  <c:v>147.05212</c:v>
                </c:pt>
                <c:pt idx="308">
                  <c:v>153.15414000000001</c:v>
                </c:pt>
                <c:pt idx="309">
                  <c:v>154.69642999999999</c:v>
                </c:pt>
                <c:pt idx="310">
                  <c:v>152.26008999999999</c:v>
                </c:pt>
                <c:pt idx="311">
                  <c:v>150.87427</c:v>
                </c:pt>
                <c:pt idx="312">
                  <c:v>164.15119999999999</c:v>
                </c:pt>
                <c:pt idx="313">
                  <c:v>175.52824000000001</c:v>
                </c:pt>
                <c:pt idx="314">
                  <c:v>181.42911000000001</c:v>
                </c:pt>
                <c:pt idx="315">
                  <c:v>174.96944999999999</c:v>
                </c:pt>
                <c:pt idx="316">
                  <c:v>167.45926</c:v>
                </c:pt>
                <c:pt idx="317">
                  <c:v>169.96266</c:v>
                </c:pt>
                <c:pt idx="318">
                  <c:v>176.75757999999999</c:v>
                </c:pt>
                <c:pt idx="319">
                  <c:v>189.45338000000001</c:v>
                </c:pt>
                <c:pt idx="320">
                  <c:v>187.66524000000001</c:v>
                </c:pt>
                <c:pt idx="321">
                  <c:v>183.48545999999999</c:v>
                </c:pt>
                <c:pt idx="322">
                  <c:v>187.59818999999999</c:v>
                </c:pt>
                <c:pt idx="323">
                  <c:v>198.30466999999999</c:v>
                </c:pt>
                <c:pt idx="324">
                  <c:v>200.02575999999999</c:v>
                </c:pt>
                <c:pt idx="325">
                  <c:v>197.70116999999999</c:v>
                </c:pt>
                <c:pt idx="326">
                  <c:v>201.56801999999999</c:v>
                </c:pt>
                <c:pt idx="327">
                  <c:v>203.7585</c:v>
                </c:pt>
                <c:pt idx="328">
                  <c:v>212.18510000000001</c:v>
                </c:pt>
                <c:pt idx="329">
                  <c:v>226.08788000000001</c:v>
                </c:pt>
                <c:pt idx="330">
                  <c:v>221.93047000000001</c:v>
                </c:pt>
                <c:pt idx="331">
                  <c:v>214.55438000000001</c:v>
                </c:pt>
                <c:pt idx="332">
                  <c:v>220.79052999999999</c:v>
                </c:pt>
                <c:pt idx="333">
                  <c:v>229.88767999999999</c:v>
                </c:pt>
                <c:pt idx="334">
                  <c:v>235.22975</c:v>
                </c:pt>
                <c:pt idx="335">
                  <c:v>223.20451</c:v>
                </c:pt>
                <c:pt idx="336">
                  <c:v>221.19286</c:v>
                </c:pt>
                <c:pt idx="337">
                  <c:v>225.23850999999999</c:v>
                </c:pt>
                <c:pt idx="338">
                  <c:v>239.67773</c:v>
                </c:pt>
                <c:pt idx="339">
                  <c:v>249.51253</c:v>
                </c:pt>
                <c:pt idx="340">
                  <c:v>234.80507</c:v>
                </c:pt>
                <c:pt idx="341">
                  <c:v>228.30070000000001</c:v>
                </c:pt>
                <c:pt idx="342">
                  <c:v>238.00136000000001</c:v>
                </c:pt>
                <c:pt idx="343">
                  <c:v>250.78657999999999</c:v>
                </c:pt>
                <c:pt idx="344">
                  <c:v>263.37060000000002</c:v>
                </c:pt>
                <c:pt idx="345">
                  <c:v>254.00522000000001</c:v>
                </c:pt>
                <c:pt idx="346">
                  <c:v>242.09173999999999</c:v>
                </c:pt>
                <c:pt idx="347">
                  <c:v>241.53294</c:v>
                </c:pt>
                <c:pt idx="348">
                  <c:v>257.89443999999997</c:v>
                </c:pt>
                <c:pt idx="349">
                  <c:v>268.6456</c:v>
                </c:pt>
                <c:pt idx="350">
                  <c:v>259.81668000000002</c:v>
                </c:pt>
                <c:pt idx="351">
                  <c:v>245.82447999999999</c:v>
                </c:pt>
                <c:pt idx="352">
                  <c:v>253.42407</c:v>
                </c:pt>
                <c:pt idx="353">
                  <c:v>264.93520000000001</c:v>
                </c:pt>
                <c:pt idx="354">
                  <c:v>270.79138</c:v>
                </c:pt>
                <c:pt idx="355">
                  <c:v>260.57663000000002</c:v>
                </c:pt>
                <c:pt idx="356">
                  <c:v>253.60289</c:v>
                </c:pt>
                <c:pt idx="357">
                  <c:v>259.97314</c:v>
                </c:pt>
                <c:pt idx="358">
                  <c:v>272.35602</c:v>
                </c:pt>
                <c:pt idx="359">
                  <c:v>279.53089999999997</c:v>
                </c:pt>
                <c:pt idx="360">
                  <c:v>270.61257999999998</c:v>
                </c:pt>
                <c:pt idx="361">
                  <c:v>258.74380000000002</c:v>
                </c:pt>
                <c:pt idx="362">
                  <c:v>259.63785000000001</c:v>
                </c:pt>
                <c:pt idx="363">
                  <c:v>265.73989999999998</c:v>
                </c:pt>
                <c:pt idx="364">
                  <c:v>268.75740000000002</c:v>
                </c:pt>
                <c:pt idx="365">
                  <c:v>262.27535999999998</c:v>
                </c:pt>
                <c:pt idx="366">
                  <c:v>259.41433999999998</c:v>
                </c:pt>
                <c:pt idx="367">
                  <c:v>263.01297</c:v>
                </c:pt>
                <c:pt idx="368">
                  <c:v>268.39974999999998</c:v>
                </c:pt>
                <c:pt idx="369">
                  <c:v>273.36182000000002</c:v>
                </c:pt>
                <c:pt idx="370">
                  <c:v>266.83510000000001</c:v>
                </c:pt>
                <c:pt idx="371">
                  <c:v>259.19083000000001</c:v>
                </c:pt>
                <c:pt idx="372">
                  <c:v>262.27535999999998</c:v>
                </c:pt>
                <c:pt idx="373">
                  <c:v>273.56299999999999</c:v>
                </c:pt>
                <c:pt idx="374">
                  <c:v>280.38028000000003</c:v>
                </c:pt>
                <c:pt idx="375">
                  <c:v>270.65726000000001</c:v>
                </c:pt>
                <c:pt idx="376">
                  <c:v>260.42016999999998</c:v>
                </c:pt>
                <c:pt idx="377">
                  <c:v>260.19666000000001</c:v>
                </c:pt>
                <c:pt idx="378">
                  <c:v>273.85358000000002</c:v>
                </c:pt>
                <c:pt idx="379">
                  <c:v>280.42500000000001</c:v>
                </c:pt>
                <c:pt idx="380">
                  <c:v>268.51150000000001</c:v>
                </c:pt>
                <c:pt idx="381">
                  <c:v>255.32397</c:v>
                </c:pt>
                <c:pt idx="382">
                  <c:v>263.77294999999998</c:v>
                </c:pt>
                <c:pt idx="383">
                  <c:v>280.98376000000002</c:v>
                </c:pt>
                <c:pt idx="384">
                  <c:v>290.4162</c:v>
                </c:pt>
                <c:pt idx="385">
                  <c:v>275.64172000000002</c:v>
                </c:pt>
                <c:pt idx="386">
                  <c:v>260.97897</c:v>
                </c:pt>
                <c:pt idx="387">
                  <c:v>262.27535999999998</c:v>
                </c:pt>
                <c:pt idx="388">
                  <c:v>265.38225999999997</c:v>
                </c:pt>
                <c:pt idx="389">
                  <c:v>267.50567999999998</c:v>
                </c:pt>
                <c:pt idx="390">
                  <c:v>260.88956000000002</c:v>
                </c:pt>
                <c:pt idx="391">
                  <c:v>251.36771999999999</c:v>
                </c:pt>
                <c:pt idx="392">
                  <c:v>244.39397</c:v>
                </c:pt>
                <c:pt idx="393">
                  <c:v>252.23944</c:v>
                </c:pt>
                <c:pt idx="394">
                  <c:v>260.26369999999997</c:v>
                </c:pt>
                <c:pt idx="395">
                  <c:v>242.69522000000001</c:v>
                </c:pt>
                <c:pt idx="396">
                  <c:v>233.37456</c:v>
                </c:pt>
                <c:pt idx="397">
                  <c:v>239.92361</c:v>
                </c:pt>
                <c:pt idx="398">
                  <c:v>246.51740000000001</c:v>
                </c:pt>
                <c:pt idx="399">
                  <c:v>249.73604</c:v>
                </c:pt>
                <c:pt idx="400">
                  <c:v>238.22488000000001</c:v>
                </c:pt>
                <c:pt idx="401">
                  <c:v>222.82452000000001</c:v>
                </c:pt>
                <c:pt idx="402">
                  <c:v>219.51646</c:v>
                </c:pt>
                <c:pt idx="403">
                  <c:v>235.00622999999999</c:v>
                </c:pt>
                <c:pt idx="404">
                  <c:v>240.66121999999999</c:v>
                </c:pt>
                <c:pt idx="405">
                  <c:v>226.51257000000001</c:v>
                </c:pt>
                <c:pt idx="406">
                  <c:v>219.15884</c:v>
                </c:pt>
                <c:pt idx="407">
                  <c:v>222.98098999999999</c:v>
                </c:pt>
                <c:pt idx="408">
                  <c:v>234.78271000000001</c:v>
                </c:pt>
                <c:pt idx="409">
                  <c:v>234.78271000000001</c:v>
                </c:pt>
                <c:pt idx="410">
                  <c:v>224.81383</c:v>
                </c:pt>
                <c:pt idx="411">
                  <c:v>214.77790999999999</c:v>
                </c:pt>
                <c:pt idx="412">
                  <c:v>220.58936</c:v>
                </c:pt>
                <c:pt idx="413">
                  <c:v>233.08398</c:v>
                </c:pt>
                <c:pt idx="414">
                  <c:v>237.10728</c:v>
                </c:pt>
                <c:pt idx="415">
                  <c:v>230.08885000000001</c:v>
                </c:pt>
                <c:pt idx="416">
                  <c:v>221.37165999999999</c:v>
                </c:pt>
                <c:pt idx="417">
                  <c:v>224.27739</c:v>
                </c:pt>
                <c:pt idx="418">
                  <c:v>232.92751999999999</c:v>
                </c:pt>
                <c:pt idx="419">
                  <c:v>238.40369000000001</c:v>
                </c:pt>
                <c:pt idx="420">
                  <c:v>228.27834999999999</c:v>
                </c:pt>
                <c:pt idx="421">
                  <c:v>219.56117</c:v>
                </c:pt>
                <c:pt idx="422">
                  <c:v>221.75165000000001</c:v>
                </c:pt>
                <c:pt idx="423">
                  <c:v>225.50674000000001</c:v>
                </c:pt>
                <c:pt idx="424">
                  <c:v>228.39009999999999</c:v>
                </c:pt>
                <c:pt idx="425">
                  <c:v>224.54561000000001</c:v>
                </c:pt>
                <c:pt idx="426">
                  <c:v>212.65448000000001</c:v>
                </c:pt>
                <c:pt idx="427">
                  <c:v>211.76042000000001</c:v>
                </c:pt>
                <c:pt idx="428">
                  <c:v>227.65251000000001</c:v>
                </c:pt>
                <c:pt idx="429">
                  <c:v>233.03927999999999</c:v>
                </c:pt>
                <c:pt idx="430">
                  <c:v>219.69528</c:v>
                </c:pt>
                <c:pt idx="431">
                  <c:v>211.87217999999999</c:v>
                </c:pt>
                <c:pt idx="432">
                  <c:v>212.98975999999999</c:v>
                </c:pt>
                <c:pt idx="433">
                  <c:v>223.00334000000001</c:v>
                </c:pt>
                <c:pt idx="434">
                  <c:v>220.27643</c:v>
                </c:pt>
                <c:pt idx="435">
                  <c:v>209.54759000000001</c:v>
                </c:pt>
                <c:pt idx="436">
                  <c:v>200.18222</c:v>
                </c:pt>
                <c:pt idx="437">
                  <c:v>200.51749000000001</c:v>
                </c:pt>
                <c:pt idx="438">
                  <c:v>209.59229999999999</c:v>
                </c:pt>
                <c:pt idx="439">
                  <c:v>212.85565</c:v>
                </c:pt>
                <c:pt idx="440">
                  <c:v>195.06366</c:v>
                </c:pt>
                <c:pt idx="441">
                  <c:v>182.18906000000001</c:v>
                </c:pt>
                <c:pt idx="442">
                  <c:v>179.66331</c:v>
                </c:pt>
                <c:pt idx="443">
                  <c:v>189.67689999999999</c:v>
                </c:pt>
                <c:pt idx="444">
                  <c:v>195.55539999999999</c:v>
                </c:pt>
                <c:pt idx="445">
                  <c:v>186.50294</c:v>
                </c:pt>
                <c:pt idx="446">
                  <c:v>180.46797000000001</c:v>
                </c:pt>
                <c:pt idx="447">
                  <c:v>194.48250999999999</c:v>
                </c:pt>
                <c:pt idx="448">
                  <c:v>211.26867999999999</c:v>
                </c:pt>
                <c:pt idx="449">
                  <c:v>214.53202999999999</c:v>
                </c:pt>
                <c:pt idx="450">
                  <c:v>201.12099000000001</c:v>
                </c:pt>
                <c:pt idx="451">
                  <c:v>207.89357000000001</c:v>
                </c:pt>
                <c:pt idx="452">
                  <c:v>238.47075000000001</c:v>
                </c:pt>
                <c:pt idx="453">
                  <c:v>273.54065000000003</c:v>
                </c:pt>
                <c:pt idx="454">
                  <c:v>317.88650000000001</c:v>
                </c:pt>
                <c:pt idx="455">
                  <c:v>360.66771999999997</c:v>
                </c:pt>
                <c:pt idx="456">
                  <c:v>390.28377999999998</c:v>
                </c:pt>
                <c:pt idx="457">
                  <c:v>401.3032</c:v>
                </c:pt>
                <c:pt idx="458">
                  <c:v>297.30054000000001</c:v>
                </c:pt>
                <c:pt idx="459">
                  <c:v>146.15805</c:v>
                </c:pt>
                <c:pt idx="460">
                  <c:v>40.479008</c:v>
                </c:pt>
                <c:pt idx="461">
                  <c:v>-35.539271999999997</c:v>
                </c:pt>
                <c:pt idx="462">
                  <c:v>-101.387505</c:v>
                </c:pt>
                <c:pt idx="463">
                  <c:v>-185.02773999999999</c:v>
                </c:pt>
                <c:pt idx="464">
                  <c:v>-281.36376999999999</c:v>
                </c:pt>
                <c:pt idx="465">
                  <c:v>-402.44315</c:v>
                </c:pt>
                <c:pt idx="466">
                  <c:v>-538.54290000000003</c:v>
                </c:pt>
                <c:pt idx="467">
                  <c:v>-672.31809999999996</c:v>
                </c:pt>
                <c:pt idx="468">
                  <c:v>-811.90470000000005</c:v>
                </c:pt>
                <c:pt idx="469">
                  <c:v>-971.94320000000005</c:v>
                </c:pt>
                <c:pt idx="470">
                  <c:v>-1147.2479000000001</c:v>
                </c:pt>
                <c:pt idx="471">
                  <c:v>-1321.6586</c:v>
                </c:pt>
                <c:pt idx="472">
                  <c:v>-1487.5755999999999</c:v>
                </c:pt>
                <c:pt idx="473">
                  <c:v>-1639.1875</c:v>
                </c:pt>
                <c:pt idx="474">
                  <c:v>-1765.8324</c:v>
                </c:pt>
                <c:pt idx="475">
                  <c:v>-1898.423</c:v>
                </c:pt>
                <c:pt idx="476">
                  <c:v>-2016.6638</c:v>
                </c:pt>
                <c:pt idx="477">
                  <c:v>-2105.7130999999999</c:v>
                </c:pt>
                <c:pt idx="478">
                  <c:v>-2175.8305999999998</c:v>
                </c:pt>
                <c:pt idx="479">
                  <c:v>-2227.4854</c:v>
                </c:pt>
                <c:pt idx="480">
                  <c:v>-2278.3580000000002</c:v>
                </c:pt>
                <c:pt idx="481">
                  <c:v>-2318.0770000000002</c:v>
                </c:pt>
                <c:pt idx="482">
                  <c:v>-2333.6116000000002</c:v>
                </c:pt>
                <c:pt idx="483">
                  <c:v>-2332.0021999999999</c:v>
                </c:pt>
                <c:pt idx="484">
                  <c:v>-2339.0875999999998</c:v>
                </c:pt>
                <c:pt idx="485">
                  <c:v>-2337.4560000000001</c:v>
                </c:pt>
                <c:pt idx="486">
                  <c:v>-2325.4531000000002</c:v>
                </c:pt>
                <c:pt idx="487">
                  <c:v>-2294.9652999999998</c:v>
                </c:pt>
                <c:pt idx="488">
                  <c:v>-2258.3533000000002</c:v>
                </c:pt>
                <c:pt idx="489">
                  <c:v>-2227.2395000000001</c:v>
                </c:pt>
                <c:pt idx="490">
                  <c:v>-2201.7139000000002</c:v>
                </c:pt>
                <c:pt idx="491">
                  <c:v>-2170.3766999999998</c:v>
                </c:pt>
                <c:pt idx="492">
                  <c:v>-2120.3760000000002</c:v>
                </c:pt>
                <c:pt idx="493">
                  <c:v>-2071.0010000000002</c:v>
                </c:pt>
                <c:pt idx="494">
                  <c:v>-2029.6278</c:v>
                </c:pt>
                <c:pt idx="495">
                  <c:v>-1989.6851999999999</c:v>
                </c:pt>
                <c:pt idx="496">
                  <c:v>-1943.0146</c:v>
                </c:pt>
                <c:pt idx="497">
                  <c:v>-1896.4784</c:v>
                </c:pt>
                <c:pt idx="498">
                  <c:v>-1852.7360000000001</c:v>
                </c:pt>
                <c:pt idx="499">
                  <c:v>-1800.88</c:v>
                </c:pt>
                <c:pt idx="500">
                  <c:v>-1765.5864999999999</c:v>
                </c:pt>
                <c:pt idx="501">
                  <c:v>-1736.5070000000001</c:v>
                </c:pt>
                <c:pt idx="502">
                  <c:v>-1684.6732</c:v>
                </c:pt>
                <c:pt idx="503">
                  <c:v>-1636.9299000000001</c:v>
                </c:pt>
                <c:pt idx="504">
                  <c:v>-1602.3965000000001</c:v>
                </c:pt>
                <c:pt idx="505">
                  <c:v>-1579.1954000000001</c:v>
                </c:pt>
                <c:pt idx="506">
                  <c:v>-1552.9767999999999</c:v>
                </c:pt>
                <c:pt idx="507">
                  <c:v>-1514.2189000000001</c:v>
                </c:pt>
                <c:pt idx="508">
                  <c:v>-1468.8448000000001</c:v>
                </c:pt>
                <c:pt idx="509">
                  <c:v>-1441.598</c:v>
                </c:pt>
                <c:pt idx="510">
                  <c:v>-1420.5651</c:v>
                </c:pt>
                <c:pt idx="511">
                  <c:v>-1394.5253</c:v>
                </c:pt>
                <c:pt idx="512">
                  <c:v>-1369.4467</c:v>
                </c:pt>
                <c:pt idx="513">
                  <c:v>-1344.2114999999999</c:v>
                </c:pt>
                <c:pt idx="514">
                  <c:v>-1318.8646000000001</c:v>
                </c:pt>
                <c:pt idx="515">
                  <c:v>-1307.3982000000001</c:v>
                </c:pt>
                <c:pt idx="516">
                  <c:v>-1290.232</c:v>
                </c:pt>
                <c:pt idx="517">
                  <c:v>-1253.6869999999999</c:v>
                </c:pt>
                <c:pt idx="518">
                  <c:v>-1208.2905000000001</c:v>
                </c:pt>
                <c:pt idx="519">
                  <c:v>-1173.8912</c:v>
                </c:pt>
                <c:pt idx="520">
                  <c:v>-1151.2489</c:v>
                </c:pt>
                <c:pt idx="521">
                  <c:v>-1127.0419999999999</c:v>
                </c:pt>
                <c:pt idx="522">
                  <c:v>-1103.4833000000001</c:v>
                </c:pt>
                <c:pt idx="523">
                  <c:v>-1068.5028</c:v>
                </c:pt>
                <c:pt idx="524">
                  <c:v>-1035.0645999999999</c:v>
                </c:pt>
                <c:pt idx="525">
                  <c:v>-1026.0344</c:v>
                </c:pt>
                <c:pt idx="526">
                  <c:v>-1009.74005</c:v>
                </c:pt>
                <c:pt idx="527">
                  <c:v>-988.81885</c:v>
                </c:pt>
                <c:pt idx="528">
                  <c:v>-969.32806000000005</c:v>
                </c:pt>
                <c:pt idx="529">
                  <c:v>-949.32324000000006</c:v>
                </c:pt>
                <c:pt idx="530">
                  <c:v>-943.80237</c:v>
                </c:pt>
                <c:pt idx="531">
                  <c:v>-940.89660000000003</c:v>
                </c:pt>
                <c:pt idx="532">
                  <c:v>-915.41565000000003</c:v>
                </c:pt>
                <c:pt idx="533">
                  <c:v>-882.22329999999999</c:v>
                </c:pt>
                <c:pt idx="534">
                  <c:v>-857.72577000000001</c:v>
                </c:pt>
                <c:pt idx="535">
                  <c:v>-850.23800000000006</c:v>
                </c:pt>
                <c:pt idx="536">
                  <c:v>-822.49945000000002</c:v>
                </c:pt>
                <c:pt idx="537">
                  <c:v>-795.90089999999998</c:v>
                </c:pt>
                <c:pt idx="538">
                  <c:v>-772.65509999999995</c:v>
                </c:pt>
                <c:pt idx="539">
                  <c:v>-749.78925000000004</c:v>
                </c:pt>
                <c:pt idx="540">
                  <c:v>-744.62599999999998</c:v>
                </c:pt>
                <c:pt idx="541">
                  <c:v>-733.67364999999995</c:v>
                </c:pt>
                <c:pt idx="542">
                  <c:v>-714.60760000000005</c:v>
                </c:pt>
                <c:pt idx="543">
                  <c:v>-694.26750000000004</c:v>
                </c:pt>
                <c:pt idx="544">
                  <c:v>-685.46094000000005</c:v>
                </c:pt>
                <c:pt idx="545">
                  <c:v>-683.62805000000003</c:v>
                </c:pt>
                <c:pt idx="546">
                  <c:v>-668.92065000000002</c:v>
                </c:pt>
                <c:pt idx="547">
                  <c:v>-649.72046</c:v>
                </c:pt>
                <c:pt idx="548">
                  <c:v>-621.04319999999996</c:v>
                </c:pt>
                <c:pt idx="549">
                  <c:v>-601.86540000000002</c:v>
                </c:pt>
                <c:pt idx="550">
                  <c:v>-597.70799999999997</c:v>
                </c:pt>
                <c:pt idx="551">
                  <c:v>-575.60209999999995</c:v>
                </c:pt>
                <c:pt idx="552">
                  <c:v>-545.98609999999996</c:v>
                </c:pt>
                <c:pt idx="553">
                  <c:v>-521.55560000000003</c:v>
                </c:pt>
                <c:pt idx="554">
                  <c:v>-498.48862000000003</c:v>
                </c:pt>
                <c:pt idx="555">
                  <c:v>-484.45170000000002</c:v>
                </c:pt>
                <c:pt idx="556">
                  <c:v>-483.02118000000002</c:v>
                </c:pt>
                <c:pt idx="557">
                  <c:v>-462.01053000000002</c:v>
                </c:pt>
                <c:pt idx="558">
                  <c:v>-430.71807999999999</c:v>
                </c:pt>
                <c:pt idx="559">
                  <c:v>-410.95916999999997</c:v>
                </c:pt>
                <c:pt idx="560">
                  <c:v>-405.32650000000001</c:v>
                </c:pt>
                <c:pt idx="561">
                  <c:v>-405.01357999999999</c:v>
                </c:pt>
                <c:pt idx="562">
                  <c:v>-379.10789999999997</c:v>
                </c:pt>
                <c:pt idx="563">
                  <c:v>-341.84755999999999</c:v>
                </c:pt>
                <c:pt idx="564">
                  <c:v>-324.65910000000002</c:v>
                </c:pt>
                <c:pt idx="565">
                  <c:v>-325.62020000000001</c:v>
                </c:pt>
                <c:pt idx="566">
                  <c:v>-316.92538000000002</c:v>
                </c:pt>
                <c:pt idx="567">
                  <c:v>-292.58431999999999</c:v>
                </c:pt>
                <c:pt idx="568">
                  <c:v>-268.66797000000003</c:v>
                </c:pt>
                <c:pt idx="569">
                  <c:v>-246.76326</c:v>
                </c:pt>
                <c:pt idx="570">
                  <c:v>-240.92944</c:v>
                </c:pt>
                <c:pt idx="571">
                  <c:v>-236.19086999999999</c:v>
                </c:pt>
                <c:pt idx="572">
                  <c:v>-211.69336000000001</c:v>
                </c:pt>
                <c:pt idx="573">
                  <c:v>-187.64287999999999</c:v>
                </c:pt>
                <c:pt idx="574">
                  <c:v>-176.66818000000001</c:v>
                </c:pt>
                <c:pt idx="575">
                  <c:v>-175.79646</c:v>
                </c:pt>
                <c:pt idx="576">
                  <c:v>-176.48936</c:v>
                </c:pt>
                <c:pt idx="577">
                  <c:v>-168.86742000000001</c:v>
                </c:pt>
                <c:pt idx="578">
                  <c:v>-151.79069999999999</c:v>
                </c:pt>
                <c:pt idx="579">
                  <c:v>-138.37965</c:v>
                </c:pt>
                <c:pt idx="580">
                  <c:v>-142.55941999999999</c:v>
                </c:pt>
                <c:pt idx="581">
                  <c:v>-146.06864999999999</c:v>
                </c:pt>
                <c:pt idx="582">
                  <c:v>-134.33398</c:v>
                </c:pt>
                <c:pt idx="583">
                  <c:v>-124.85684000000001</c:v>
                </c:pt>
                <c:pt idx="584">
                  <c:v>-117.83839</c:v>
                </c:pt>
                <c:pt idx="585">
                  <c:v>-113.97154</c:v>
                </c:pt>
                <c:pt idx="586">
                  <c:v>-125.43799</c:v>
                </c:pt>
                <c:pt idx="587">
                  <c:v>-123.24751999999999</c:v>
                </c:pt>
                <c:pt idx="588">
                  <c:v>-100.35933</c:v>
                </c:pt>
                <c:pt idx="589">
                  <c:v>-83.684929999999994</c:v>
                </c:pt>
                <c:pt idx="590">
                  <c:v>-86.076570000000004</c:v>
                </c:pt>
                <c:pt idx="591">
                  <c:v>-83.863740000000007</c:v>
                </c:pt>
                <c:pt idx="592">
                  <c:v>-71.838509999999999</c:v>
                </c:pt>
                <c:pt idx="593">
                  <c:v>-57.68985</c:v>
                </c:pt>
                <c:pt idx="594">
                  <c:v>-54.202976</c:v>
                </c:pt>
                <c:pt idx="595">
                  <c:v>-61.914332999999999</c:v>
                </c:pt>
                <c:pt idx="596">
                  <c:v>-62.696643999999999</c:v>
                </c:pt>
                <c:pt idx="597">
                  <c:v>-53.375959999999999</c:v>
                </c:pt>
                <c:pt idx="598">
                  <c:v>-31.895938999999998</c:v>
                </c:pt>
                <c:pt idx="599">
                  <c:v>-14.662744</c:v>
                </c:pt>
                <c:pt idx="600">
                  <c:v>-20.407143000000001</c:v>
                </c:pt>
                <c:pt idx="601">
                  <c:v>-30.532482000000002</c:v>
                </c:pt>
                <c:pt idx="602">
                  <c:v>-20.116569999999999</c:v>
                </c:pt>
                <c:pt idx="603">
                  <c:v>6.1020260000000004</c:v>
                </c:pt>
                <c:pt idx="604">
                  <c:v>12.695790000000001</c:v>
                </c:pt>
                <c:pt idx="605">
                  <c:v>6.2361364000000004</c:v>
                </c:pt>
                <c:pt idx="606">
                  <c:v>3.8892034999999998</c:v>
                </c:pt>
                <c:pt idx="607">
                  <c:v>12.204052000000001</c:v>
                </c:pt>
                <c:pt idx="608">
                  <c:v>34.22052</c:v>
                </c:pt>
                <c:pt idx="609">
                  <c:v>48.235059999999997</c:v>
                </c:pt>
                <c:pt idx="610">
                  <c:v>42.289496999999997</c:v>
                </c:pt>
                <c:pt idx="611">
                  <c:v>30.353666</c:v>
                </c:pt>
                <c:pt idx="612">
                  <c:v>40.858986000000002</c:v>
                </c:pt>
                <c:pt idx="613">
                  <c:v>50.917270000000002</c:v>
                </c:pt>
                <c:pt idx="614">
                  <c:v>59.522694000000001</c:v>
                </c:pt>
                <c:pt idx="615">
                  <c:v>56.415799999999997</c:v>
                </c:pt>
                <c:pt idx="616">
                  <c:v>43.049458000000001</c:v>
                </c:pt>
                <c:pt idx="617">
                  <c:v>46.201053999999999</c:v>
                </c:pt>
                <c:pt idx="618">
                  <c:v>58.002772999999998</c:v>
                </c:pt>
                <c:pt idx="619">
                  <c:v>64.641239999999996</c:v>
                </c:pt>
                <c:pt idx="620">
                  <c:v>56.728724999999997</c:v>
                </c:pt>
                <c:pt idx="621">
                  <c:v>41.55189</c:v>
                </c:pt>
                <c:pt idx="622">
                  <c:v>52.83952</c:v>
                </c:pt>
                <c:pt idx="623">
                  <c:v>63.52366</c:v>
                </c:pt>
                <c:pt idx="624">
                  <c:v>73.671350000000004</c:v>
                </c:pt>
                <c:pt idx="625">
                  <c:v>71.145600000000002</c:v>
                </c:pt>
                <c:pt idx="626">
                  <c:v>56.907539999999997</c:v>
                </c:pt>
                <c:pt idx="627">
                  <c:v>69.156295999999998</c:v>
                </c:pt>
                <c:pt idx="628">
                  <c:v>80.868610000000004</c:v>
                </c:pt>
                <c:pt idx="629">
                  <c:v>87.59648</c:v>
                </c:pt>
                <c:pt idx="630">
                  <c:v>76.331209999999999</c:v>
                </c:pt>
                <c:pt idx="631">
                  <c:v>58.896842999999997</c:v>
                </c:pt>
                <c:pt idx="632">
                  <c:v>58.360399999999998</c:v>
                </c:pt>
                <c:pt idx="633">
                  <c:v>66.518789999999996</c:v>
                </c:pt>
                <c:pt idx="634">
                  <c:v>76.241799999999998</c:v>
                </c:pt>
                <c:pt idx="635">
                  <c:v>66.697599999999994</c:v>
                </c:pt>
                <c:pt idx="636">
                  <c:v>58.181587</c:v>
                </c:pt>
                <c:pt idx="637">
                  <c:v>57.220463000000002</c:v>
                </c:pt>
                <c:pt idx="638">
                  <c:v>69.133939999999996</c:v>
                </c:pt>
                <c:pt idx="639">
                  <c:v>73.492530000000002</c:v>
                </c:pt>
                <c:pt idx="640">
                  <c:v>70.095070000000007</c:v>
                </c:pt>
                <c:pt idx="641">
                  <c:v>57.175759999999997</c:v>
                </c:pt>
                <c:pt idx="642">
                  <c:v>64.574190000000002</c:v>
                </c:pt>
                <c:pt idx="643">
                  <c:v>69.424515</c:v>
                </c:pt>
                <c:pt idx="644">
                  <c:v>78.812250000000006</c:v>
                </c:pt>
                <c:pt idx="645">
                  <c:v>76.308850000000007</c:v>
                </c:pt>
                <c:pt idx="646">
                  <c:v>61.221428000000003</c:v>
                </c:pt>
                <c:pt idx="647">
                  <c:v>61.333187000000002</c:v>
                </c:pt>
                <c:pt idx="648">
                  <c:v>76.644130000000004</c:v>
                </c:pt>
                <c:pt idx="649">
                  <c:v>88.535255000000006</c:v>
                </c:pt>
                <c:pt idx="650">
                  <c:v>75.727710000000002</c:v>
                </c:pt>
                <c:pt idx="651">
                  <c:v>60.17089</c:v>
                </c:pt>
                <c:pt idx="652">
                  <c:v>65.423550000000006</c:v>
                </c:pt>
                <c:pt idx="653">
                  <c:v>84.601349999999996</c:v>
                </c:pt>
                <c:pt idx="654">
                  <c:v>95.397239999999996</c:v>
                </c:pt>
                <c:pt idx="655">
                  <c:v>86.635360000000006</c:v>
                </c:pt>
                <c:pt idx="656">
                  <c:v>74.341899999999995</c:v>
                </c:pt>
                <c:pt idx="657">
                  <c:v>79.661609999999996</c:v>
                </c:pt>
                <c:pt idx="658">
                  <c:v>92.580924999999993</c:v>
                </c:pt>
                <c:pt idx="659">
                  <c:v>89.630489999999995</c:v>
                </c:pt>
                <c:pt idx="660">
                  <c:v>72.464354999999998</c:v>
                </c:pt>
                <c:pt idx="661">
                  <c:v>64.462429999999998</c:v>
                </c:pt>
                <c:pt idx="662">
                  <c:v>65.624719999999996</c:v>
                </c:pt>
                <c:pt idx="663">
                  <c:v>74.341899999999995</c:v>
                </c:pt>
                <c:pt idx="664">
                  <c:v>87.708243999999993</c:v>
                </c:pt>
                <c:pt idx="665">
                  <c:v>80.645089999999996</c:v>
                </c:pt>
                <c:pt idx="666">
                  <c:v>65.289444000000003</c:v>
                </c:pt>
                <c:pt idx="667">
                  <c:v>61.064964000000003</c:v>
                </c:pt>
                <c:pt idx="668">
                  <c:v>72.039670000000001</c:v>
                </c:pt>
                <c:pt idx="669">
                  <c:v>80.287459999999996</c:v>
                </c:pt>
                <c:pt idx="670">
                  <c:v>71.659689999999998</c:v>
                </c:pt>
                <c:pt idx="671">
                  <c:v>61.377890000000001</c:v>
                </c:pt>
                <c:pt idx="672">
                  <c:v>62.070793000000002</c:v>
                </c:pt>
                <c:pt idx="673">
                  <c:v>74.073679999999996</c:v>
                </c:pt>
                <c:pt idx="674">
                  <c:v>80.175704999999994</c:v>
                </c:pt>
                <c:pt idx="675">
                  <c:v>59.589750000000002</c:v>
                </c:pt>
                <c:pt idx="676">
                  <c:v>48.458579999999998</c:v>
                </c:pt>
                <c:pt idx="677">
                  <c:v>53.174796999999998</c:v>
                </c:pt>
                <c:pt idx="678">
                  <c:v>62.674289999999999</c:v>
                </c:pt>
                <c:pt idx="679">
                  <c:v>66.339969999999994</c:v>
                </c:pt>
                <c:pt idx="680">
                  <c:v>56.885185</c:v>
                </c:pt>
                <c:pt idx="681">
                  <c:v>34.488742999999999</c:v>
                </c:pt>
                <c:pt idx="682">
                  <c:v>40.210790000000003</c:v>
                </c:pt>
                <c:pt idx="683">
                  <c:v>55.834656000000003</c:v>
                </c:pt>
                <c:pt idx="684">
                  <c:v>62.316659999999999</c:v>
                </c:pt>
                <c:pt idx="685">
                  <c:v>54.940586000000003</c:v>
                </c:pt>
                <c:pt idx="686">
                  <c:v>42.267147000000001</c:v>
                </c:pt>
                <c:pt idx="687">
                  <c:v>35.628680000000003</c:v>
                </c:pt>
                <c:pt idx="688">
                  <c:v>46.89396</c:v>
                </c:pt>
                <c:pt idx="689">
                  <c:v>57.533386</c:v>
                </c:pt>
                <c:pt idx="690">
                  <c:v>55.611136999999999</c:v>
                </c:pt>
                <c:pt idx="691">
                  <c:v>44.658783</c:v>
                </c:pt>
                <c:pt idx="692">
                  <c:v>51.431362</c:v>
                </c:pt>
                <c:pt idx="693">
                  <c:v>72.21848</c:v>
                </c:pt>
                <c:pt idx="694">
                  <c:v>82.969669999999994</c:v>
                </c:pt>
                <c:pt idx="695">
                  <c:v>72.173779999999994</c:v>
                </c:pt>
                <c:pt idx="696">
                  <c:v>63.970689999999998</c:v>
                </c:pt>
                <c:pt idx="697">
                  <c:v>68.128110000000007</c:v>
                </c:pt>
                <c:pt idx="698">
                  <c:v>77.605255</c:v>
                </c:pt>
                <c:pt idx="699">
                  <c:v>87.752944999999997</c:v>
                </c:pt>
                <c:pt idx="700">
                  <c:v>89.094049999999996</c:v>
                </c:pt>
                <c:pt idx="701">
                  <c:v>89.429329999999993</c:v>
                </c:pt>
                <c:pt idx="702">
                  <c:v>97.967690000000005</c:v>
                </c:pt>
                <c:pt idx="703">
                  <c:v>114.19504999999999</c:v>
                </c:pt>
                <c:pt idx="704">
                  <c:v>120.85587</c:v>
                </c:pt>
                <c:pt idx="705">
                  <c:v>114.68680000000001</c:v>
                </c:pt>
                <c:pt idx="706">
                  <c:v>107.95892000000001</c:v>
                </c:pt>
                <c:pt idx="707">
                  <c:v>116.60905</c:v>
                </c:pt>
                <c:pt idx="708">
                  <c:v>139.98896999999999</c:v>
                </c:pt>
                <c:pt idx="709">
                  <c:v>152.46124</c:v>
                </c:pt>
                <c:pt idx="710">
                  <c:v>143.40878000000001</c:v>
                </c:pt>
                <c:pt idx="711">
                  <c:v>143.98992999999999</c:v>
                </c:pt>
                <c:pt idx="712">
                  <c:v>165.60406</c:v>
                </c:pt>
                <c:pt idx="713">
                  <c:v>191.21915999999999</c:v>
                </c:pt>
                <c:pt idx="714">
                  <c:v>204.29494</c:v>
                </c:pt>
                <c:pt idx="715">
                  <c:v>197.52234999999999</c:v>
                </c:pt>
                <c:pt idx="716">
                  <c:v>181.74202</c:v>
                </c:pt>
                <c:pt idx="717">
                  <c:v>184.20070999999999</c:v>
                </c:pt>
                <c:pt idx="718">
                  <c:v>192.58262999999999</c:v>
                </c:pt>
                <c:pt idx="719">
                  <c:v>190.07921999999999</c:v>
                </c:pt>
                <c:pt idx="720">
                  <c:v>173.85186999999999</c:v>
                </c:pt>
                <c:pt idx="721">
                  <c:v>152.95299</c:v>
                </c:pt>
                <c:pt idx="722">
                  <c:v>153.08709999999999</c:v>
                </c:pt>
                <c:pt idx="723">
                  <c:v>167.14635000000001</c:v>
                </c:pt>
                <c:pt idx="724">
                  <c:v>172.80133000000001</c:v>
                </c:pt>
                <c:pt idx="725">
                  <c:v>160.57491999999999</c:v>
                </c:pt>
                <c:pt idx="726">
                  <c:v>147.38740000000001</c:v>
                </c:pt>
                <c:pt idx="727">
                  <c:v>158.54092</c:v>
                </c:pt>
                <c:pt idx="728">
                  <c:v>177.04816</c:v>
                </c:pt>
                <c:pt idx="729">
                  <c:v>184.69246000000001</c:v>
                </c:pt>
                <c:pt idx="730">
                  <c:v>178.09870000000001</c:v>
                </c:pt>
                <c:pt idx="731">
                  <c:v>172.48840000000001</c:v>
                </c:pt>
                <c:pt idx="732">
                  <c:v>180.57973999999999</c:v>
                </c:pt>
                <c:pt idx="733">
                  <c:v>202.41739000000001</c:v>
                </c:pt>
                <c:pt idx="734">
                  <c:v>219.85175000000001</c:v>
                </c:pt>
                <c:pt idx="735">
                  <c:v>215.40375</c:v>
                </c:pt>
                <c:pt idx="736">
                  <c:v>209.18996999999999</c:v>
                </c:pt>
                <c:pt idx="737">
                  <c:v>224.99265</c:v>
                </c:pt>
                <c:pt idx="738">
                  <c:v>249.40075999999999</c:v>
                </c:pt>
                <c:pt idx="739">
                  <c:v>255.97218000000001</c:v>
                </c:pt>
                <c:pt idx="740">
                  <c:v>255.21222</c:v>
                </c:pt>
                <c:pt idx="741">
                  <c:v>253.78171</c:v>
                </c:pt>
                <c:pt idx="742">
                  <c:v>265.22579999999999</c:v>
                </c:pt>
                <c:pt idx="743">
                  <c:v>283.37540000000001</c:v>
                </c:pt>
                <c:pt idx="744">
                  <c:v>302.44144</c:v>
                </c:pt>
                <c:pt idx="745">
                  <c:v>307.49295000000001</c:v>
                </c:pt>
                <c:pt idx="746">
                  <c:v>297.76992999999999</c:v>
                </c:pt>
                <c:pt idx="747">
                  <c:v>308.18585000000002</c:v>
                </c:pt>
                <c:pt idx="748">
                  <c:v>334.24799999999999</c:v>
                </c:pt>
                <c:pt idx="749">
                  <c:v>345.26740000000001</c:v>
                </c:pt>
                <c:pt idx="750">
                  <c:v>341.33346999999998</c:v>
                </c:pt>
                <c:pt idx="751">
                  <c:v>335.00792999999999</c:v>
                </c:pt>
                <c:pt idx="752">
                  <c:v>346.16147000000001</c:v>
                </c:pt>
                <c:pt idx="753">
                  <c:v>374.45877000000002</c:v>
                </c:pt>
                <c:pt idx="754">
                  <c:v>395</c:v>
                </c:pt>
                <c:pt idx="755">
                  <c:v>383.51119999999997</c:v>
                </c:pt>
                <c:pt idx="756">
                  <c:v>372.93884000000003</c:v>
                </c:pt>
                <c:pt idx="757">
                  <c:v>399.7833</c:v>
                </c:pt>
                <c:pt idx="758">
                  <c:v>414.46838000000002</c:v>
                </c:pt>
                <c:pt idx="759">
                  <c:v>424.34784000000002</c:v>
                </c:pt>
                <c:pt idx="760">
                  <c:v>410.13213999999999</c:v>
                </c:pt>
                <c:pt idx="761">
                  <c:v>398.26337000000001</c:v>
                </c:pt>
                <c:pt idx="762">
                  <c:v>416.65884</c:v>
                </c:pt>
                <c:pt idx="763">
                  <c:v>448.10775999999998</c:v>
                </c:pt>
                <c:pt idx="764">
                  <c:v>453.51688000000001</c:v>
                </c:pt>
                <c:pt idx="765">
                  <c:v>440.53052000000002</c:v>
                </c:pt>
                <c:pt idx="766">
                  <c:v>430.94162</c:v>
                </c:pt>
                <c:pt idx="767">
                  <c:v>440.84343999999999</c:v>
                </c:pt>
                <c:pt idx="768">
                  <c:v>464.82684</c:v>
                </c:pt>
                <c:pt idx="769">
                  <c:v>475.35451999999998</c:v>
                </c:pt>
                <c:pt idx="770">
                  <c:v>457.36135999999999</c:v>
                </c:pt>
                <c:pt idx="771">
                  <c:v>447.37015000000002</c:v>
                </c:pt>
                <c:pt idx="772">
                  <c:v>459.08246000000003</c:v>
                </c:pt>
                <c:pt idx="773">
                  <c:v>478.34967</c:v>
                </c:pt>
                <c:pt idx="774">
                  <c:v>485.12222000000003</c:v>
                </c:pt>
                <c:pt idx="775">
                  <c:v>477.54498000000001</c:v>
                </c:pt>
                <c:pt idx="776">
                  <c:v>460.69177000000002</c:v>
                </c:pt>
                <c:pt idx="777">
                  <c:v>468.55959999999999</c:v>
                </c:pt>
                <c:pt idx="778">
                  <c:v>497.59453999999999</c:v>
                </c:pt>
                <c:pt idx="779">
                  <c:v>510.13385</c:v>
                </c:pt>
                <c:pt idx="780">
                  <c:v>486.06099999999998</c:v>
                </c:pt>
                <c:pt idx="781">
                  <c:v>472.87347</c:v>
                </c:pt>
                <c:pt idx="782">
                  <c:v>483.95992999999999</c:v>
                </c:pt>
                <c:pt idx="783">
                  <c:v>498.46625</c:v>
                </c:pt>
                <c:pt idx="784">
                  <c:v>504.32242000000002</c:v>
                </c:pt>
                <c:pt idx="785">
                  <c:v>494.86759999999998</c:v>
                </c:pt>
                <c:pt idx="786">
                  <c:v>483.49056999999999</c:v>
                </c:pt>
                <c:pt idx="787">
                  <c:v>496.20873999999998</c:v>
                </c:pt>
                <c:pt idx="788">
                  <c:v>521.35442999999998</c:v>
                </c:pt>
                <c:pt idx="789">
                  <c:v>530.69745</c:v>
                </c:pt>
                <c:pt idx="790">
                  <c:v>520.92975000000001</c:v>
                </c:pt>
                <c:pt idx="791">
                  <c:v>510.58089999999999</c:v>
                </c:pt>
                <c:pt idx="792">
                  <c:v>525.22130000000004</c:v>
                </c:pt>
                <c:pt idx="793">
                  <c:v>545.33780000000002</c:v>
                </c:pt>
                <c:pt idx="794">
                  <c:v>552.73626999999999</c:v>
                </c:pt>
                <c:pt idx="795">
                  <c:v>553.00450000000001</c:v>
                </c:pt>
                <c:pt idx="796">
                  <c:v>550.09875</c:v>
                </c:pt>
                <c:pt idx="797">
                  <c:v>550.74694999999997</c:v>
                </c:pt>
                <c:pt idx="798">
                  <c:v>564.58270000000005</c:v>
                </c:pt>
                <c:pt idx="799">
                  <c:v>569.83540000000005</c:v>
                </c:pt>
                <c:pt idx="800">
                  <c:v>561.22990000000004</c:v>
                </c:pt>
                <c:pt idx="801">
                  <c:v>553.51859999999999</c:v>
                </c:pt>
                <c:pt idx="802">
                  <c:v>557.74303999999995</c:v>
                </c:pt>
                <c:pt idx="803">
                  <c:v>565.25323000000003</c:v>
                </c:pt>
                <c:pt idx="804">
                  <c:v>569.92474000000004</c:v>
                </c:pt>
                <c:pt idx="805">
                  <c:v>559.30769999999995</c:v>
                </c:pt>
                <c:pt idx="806">
                  <c:v>546.03075999999999</c:v>
                </c:pt>
                <c:pt idx="807">
                  <c:v>555.19494999999995</c:v>
                </c:pt>
                <c:pt idx="808">
                  <c:v>573.61279999999999</c:v>
                </c:pt>
                <c:pt idx="809">
                  <c:v>575.02099999999996</c:v>
                </c:pt>
                <c:pt idx="810">
                  <c:v>556.22313999999994</c:v>
                </c:pt>
                <c:pt idx="811">
                  <c:v>546.18719999999996</c:v>
                </c:pt>
                <c:pt idx="812">
                  <c:v>549.54</c:v>
                </c:pt>
                <c:pt idx="813">
                  <c:v>558.86066000000005</c:v>
                </c:pt>
                <c:pt idx="814">
                  <c:v>561.69934000000001</c:v>
                </c:pt>
                <c:pt idx="815">
                  <c:v>549.11530000000005</c:v>
                </c:pt>
                <c:pt idx="816">
                  <c:v>537.73829999999998</c:v>
                </c:pt>
                <c:pt idx="817">
                  <c:v>543.16974000000005</c:v>
                </c:pt>
                <c:pt idx="818">
                  <c:v>554.50210000000004</c:v>
                </c:pt>
                <c:pt idx="819">
                  <c:v>556.40200000000004</c:v>
                </c:pt>
                <c:pt idx="820">
                  <c:v>539.54876999999999</c:v>
                </c:pt>
                <c:pt idx="821">
                  <c:v>521.28734999999995</c:v>
                </c:pt>
                <c:pt idx="822">
                  <c:v>529.37869999999998</c:v>
                </c:pt>
                <c:pt idx="823">
                  <c:v>543.72850000000005</c:v>
                </c:pt>
                <c:pt idx="824">
                  <c:v>548.46709999999996</c:v>
                </c:pt>
                <c:pt idx="825">
                  <c:v>530.80920000000003</c:v>
                </c:pt>
                <c:pt idx="826">
                  <c:v>510.78206999999998</c:v>
                </c:pt>
                <c:pt idx="827">
                  <c:v>515.52059999999994</c:v>
                </c:pt>
                <c:pt idx="828">
                  <c:v>527.12114999999994</c:v>
                </c:pt>
                <c:pt idx="829">
                  <c:v>522.22613999999999</c:v>
                </c:pt>
                <c:pt idx="830">
                  <c:v>509.91034000000002</c:v>
                </c:pt>
                <c:pt idx="831">
                  <c:v>492.99007999999998</c:v>
                </c:pt>
                <c:pt idx="832">
                  <c:v>497.12515000000002</c:v>
                </c:pt>
                <c:pt idx="833">
                  <c:v>508.52454</c:v>
                </c:pt>
                <c:pt idx="834">
                  <c:v>504.21066000000002</c:v>
                </c:pt>
                <c:pt idx="835">
                  <c:v>496.2758</c:v>
                </c:pt>
                <c:pt idx="836">
                  <c:v>480.54012999999998</c:v>
                </c:pt>
                <c:pt idx="837">
                  <c:v>483.15526999999997</c:v>
                </c:pt>
                <c:pt idx="838">
                  <c:v>495.51580000000001</c:v>
                </c:pt>
                <c:pt idx="839">
                  <c:v>494.44292999999999</c:v>
                </c:pt>
                <c:pt idx="840">
                  <c:v>479.31079999999997</c:v>
                </c:pt>
                <c:pt idx="841">
                  <c:v>464.82684</c:v>
                </c:pt>
                <c:pt idx="842">
                  <c:v>459.46242999999998</c:v>
                </c:pt>
                <c:pt idx="843">
                  <c:v>470.25833</c:v>
                </c:pt>
                <c:pt idx="844">
                  <c:v>474.32634999999999</c:v>
                </c:pt>
                <c:pt idx="845">
                  <c:v>463.26224000000002</c:v>
                </c:pt>
                <c:pt idx="846">
                  <c:v>454.32153</c:v>
                </c:pt>
                <c:pt idx="847">
                  <c:v>448.26422000000002</c:v>
                </c:pt>
                <c:pt idx="848">
                  <c:v>459.93182000000002</c:v>
                </c:pt>
                <c:pt idx="849">
                  <c:v>462.32346000000001</c:v>
                </c:pt>
                <c:pt idx="850">
                  <c:v>446.69959999999998</c:v>
                </c:pt>
                <c:pt idx="851">
                  <c:v>436.39544999999998</c:v>
                </c:pt>
                <c:pt idx="852">
                  <c:v>443.48093</c:v>
                </c:pt>
                <c:pt idx="853">
                  <c:v>452.19812000000002</c:v>
                </c:pt>
                <c:pt idx="854">
                  <c:v>450.36525999999998</c:v>
                </c:pt>
                <c:pt idx="855">
                  <c:v>437.42360000000002</c:v>
                </c:pt>
                <c:pt idx="856">
                  <c:v>428.10293999999999</c:v>
                </c:pt>
                <c:pt idx="857">
                  <c:v>431.29921999999999</c:v>
                </c:pt>
                <c:pt idx="858">
                  <c:v>440.26229999999998</c:v>
                </c:pt>
                <c:pt idx="859">
                  <c:v>445.64904999999999</c:v>
                </c:pt>
                <c:pt idx="860">
                  <c:v>439.34586000000002</c:v>
                </c:pt>
                <c:pt idx="861">
                  <c:v>419.34106000000003</c:v>
                </c:pt>
                <c:pt idx="862">
                  <c:v>419.18459999999999</c:v>
                </c:pt>
                <c:pt idx="863">
                  <c:v>436.10485999999997</c:v>
                </c:pt>
                <c:pt idx="864">
                  <c:v>435.14373999999998</c:v>
                </c:pt>
                <c:pt idx="865">
                  <c:v>414.37896999999998</c:v>
                </c:pt>
                <c:pt idx="866">
                  <c:v>410.13213999999999</c:v>
                </c:pt>
                <c:pt idx="867">
                  <c:v>422.58206000000001</c:v>
                </c:pt>
                <c:pt idx="868">
                  <c:v>427.45474000000002</c:v>
                </c:pt>
                <c:pt idx="869">
                  <c:v>420.23514</c:v>
                </c:pt>
                <c:pt idx="870">
                  <c:v>402.89017000000001</c:v>
                </c:pt>
                <c:pt idx="871">
                  <c:v>383.44414999999998</c:v>
                </c:pt>
                <c:pt idx="872">
                  <c:v>384.36059999999998</c:v>
                </c:pt>
                <c:pt idx="873">
                  <c:v>390.28377999999998</c:v>
                </c:pt>
                <c:pt idx="874">
                  <c:v>383.48885999999999</c:v>
                </c:pt>
                <c:pt idx="875">
                  <c:v>370.18957999999998</c:v>
                </c:pt>
                <c:pt idx="876">
                  <c:v>353.78339999999997</c:v>
                </c:pt>
                <c:pt idx="877">
                  <c:v>364.35577000000001</c:v>
                </c:pt>
                <c:pt idx="878">
                  <c:v>369.56371999999999</c:v>
                </c:pt>
                <c:pt idx="879">
                  <c:v>360.46658000000002</c:v>
                </c:pt>
                <c:pt idx="880">
                  <c:v>347.25668000000002</c:v>
                </c:pt>
                <c:pt idx="881">
                  <c:v>336.93018000000001</c:v>
                </c:pt>
                <c:pt idx="882">
                  <c:v>344.23919999999998</c:v>
                </c:pt>
                <c:pt idx="883">
                  <c:v>355.92917</c:v>
                </c:pt>
                <c:pt idx="884">
                  <c:v>354.49865999999997</c:v>
                </c:pt>
                <c:pt idx="885">
                  <c:v>342.96514999999999</c:v>
                </c:pt>
                <c:pt idx="886">
                  <c:v>320.92633000000001</c:v>
                </c:pt>
                <c:pt idx="887">
                  <c:v>318.28881999999999</c:v>
                </c:pt>
                <c:pt idx="888">
                  <c:v>323.92147999999997</c:v>
                </c:pt>
                <c:pt idx="889">
                  <c:v>321.10516000000001</c:v>
                </c:pt>
                <c:pt idx="890">
                  <c:v>298.82047</c:v>
                </c:pt>
                <c:pt idx="891">
                  <c:v>290.14798000000002</c:v>
                </c:pt>
                <c:pt idx="892">
                  <c:v>298.30637000000002</c:v>
                </c:pt>
                <c:pt idx="893">
                  <c:v>291.86908</c:v>
                </c:pt>
                <c:pt idx="894">
                  <c:v>283.26364000000001</c:v>
                </c:pt>
                <c:pt idx="895">
                  <c:v>278.2792</c:v>
                </c:pt>
                <c:pt idx="896">
                  <c:v>267.95269999999999</c:v>
                </c:pt>
                <c:pt idx="897">
                  <c:v>267.88565</c:v>
                </c:pt>
                <c:pt idx="898">
                  <c:v>274.90410000000003</c:v>
                </c:pt>
                <c:pt idx="899">
                  <c:v>270.21024</c:v>
                </c:pt>
                <c:pt idx="900">
                  <c:v>256.46393</c:v>
                </c:pt>
                <c:pt idx="901">
                  <c:v>248.01495</c:v>
                </c:pt>
                <c:pt idx="902">
                  <c:v>252.19472999999999</c:v>
                </c:pt>
                <c:pt idx="903">
                  <c:v>253.80405999999999</c:v>
                </c:pt>
                <c:pt idx="904">
                  <c:v>242.38230999999999</c:v>
                </c:pt>
                <c:pt idx="905">
                  <c:v>218.35418999999999</c:v>
                </c:pt>
                <c:pt idx="906">
                  <c:v>203.7585</c:v>
                </c:pt>
                <c:pt idx="907">
                  <c:v>202.46209999999999</c:v>
                </c:pt>
                <c:pt idx="908">
                  <c:v>206.66422</c:v>
                </c:pt>
                <c:pt idx="909">
                  <c:v>202.68561</c:v>
                </c:pt>
                <c:pt idx="910">
                  <c:v>195.04132000000001</c:v>
                </c:pt>
                <c:pt idx="911">
                  <c:v>190.12393</c:v>
                </c:pt>
                <c:pt idx="912">
                  <c:v>199.01992999999999</c:v>
                </c:pt>
                <c:pt idx="913">
                  <c:v>218.35418999999999</c:v>
                </c:pt>
                <c:pt idx="914">
                  <c:v>215.29199</c:v>
                </c:pt>
                <c:pt idx="915">
                  <c:v>205.27841000000001</c:v>
                </c:pt>
                <c:pt idx="916">
                  <c:v>199.77987999999999</c:v>
                </c:pt>
                <c:pt idx="917">
                  <c:v>207.15595999999999</c:v>
                </c:pt>
                <c:pt idx="918">
                  <c:v>219.00237999999999</c:v>
                </c:pt>
                <c:pt idx="919">
                  <c:v>203.46793</c:v>
                </c:pt>
                <c:pt idx="920">
                  <c:v>174.65652</c:v>
                </c:pt>
                <c:pt idx="921">
                  <c:v>149.37671</c:v>
                </c:pt>
                <c:pt idx="922">
                  <c:v>137.53029000000001</c:v>
                </c:pt>
                <c:pt idx="923">
                  <c:v>130.93652</c:v>
                </c:pt>
                <c:pt idx="924">
                  <c:v>113.34569</c:v>
                </c:pt>
                <c:pt idx="925">
                  <c:v>79.616910000000004</c:v>
                </c:pt>
                <c:pt idx="926">
                  <c:v>41.015450000000001</c:v>
                </c:pt>
                <c:pt idx="927">
                  <c:v>8.9183450000000004</c:v>
                </c:pt>
                <c:pt idx="928">
                  <c:v>-28.163197</c:v>
                </c:pt>
                <c:pt idx="929">
                  <c:v>-81.181529999999995</c:v>
                </c:pt>
                <c:pt idx="930">
                  <c:v>-118.46424</c:v>
                </c:pt>
                <c:pt idx="931">
                  <c:v>-150.74016</c:v>
                </c:pt>
                <c:pt idx="932">
                  <c:v>-172.82368</c:v>
                </c:pt>
                <c:pt idx="933">
                  <c:v>-197.25414000000001</c:v>
                </c:pt>
                <c:pt idx="934">
                  <c:v>-236.74966000000001</c:v>
                </c:pt>
                <c:pt idx="935">
                  <c:v>-275.79816</c:v>
                </c:pt>
                <c:pt idx="936">
                  <c:v>-304.40839999999997</c:v>
                </c:pt>
                <c:pt idx="937">
                  <c:v>-316.92538000000002</c:v>
                </c:pt>
                <c:pt idx="938">
                  <c:v>-320.63576999999998</c:v>
                </c:pt>
                <c:pt idx="939">
                  <c:v>-335.54437000000001</c:v>
                </c:pt>
                <c:pt idx="940">
                  <c:v>-359.61721999999997</c:v>
                </c:pt>
                <c:pt idx="941">
                  <c:v>-374.32465000000002</c:v>
                </c:pt>
                <c:pt idx="942">
                  <c:v>-375.10696000000002</c:v>
                </c:pt>
                <c:pt idx="943">
                  <c:v>-377.18567000000002</c:v>
                </c:pt>
                <c:pt idx="944">
                  <c:v>-390.30615</c:v>
                </c:pt>
                <c:pt idx="945">
                  <c:v>-404.32067999999998</c:v>
                </c:pt>
                <c:pt idx="946">
                  <c:v>-412.09910000000002</c:v>
                </c:pt>
                <c:pt idx="947">
                  <c:v>-408.18752999999998</c:v>
                </c:pt>
                <c:pt idx="948">
                  <c:v>-404.72302000000002</c:v>
                </c:pt>
                <c:pt idx="949">
                  <c:v>-404.00774999999999</c:v>
                </c:pt>
                <c:pt idx="950">
                  <c:v>-408.96985000000001</c:v>
                </c:pt>
                <c:pt idx="951">
                  <c:v>-412.97082999999998</c:v>
                </c:pt>
                <c:pt idx="952">
                  <c:v>-397.95044000000001</c:v>
                </c:pt>
                <c:pt idx="953">
                  <c:v>-392.16135000000003</c:v>
                </c:pt>
                <c:pt idx="954">
                  <c:v>-387.73570000000001</c:v>
                </c:pt>
                <c:pt idx="955">
                  <c:v>-385.20996000000002</c:v>
                </c:pt>
                <c:pt idx="956">
                  <c:v>-384.27118000000002</c:v>
                </c:pt>
                <c:pt idx="957">
                  <c:v>-360.66771999999997</c:v>
                </c:pt>
                <c:pt idx="958">
                  <c:v>-350.67649999999998</c:v>
                </c:pt>
                <c:pt idx="959">
                  <c:v>-354.81157999999999</c:v>
                </c:pt>
                <c:pt idx="960">
                  <c:v>-361.29358000000002</c:v>
                </c:pt>
                <c:pt idx="961">
                  <c:v>-361.78530000000001</c:v>
                </c:pt>
                <c:pt idx="962">
                  <c:v>-349.06716999999998</c:v>
                </c:pt>
                <c:pt idx="963">
                  <c:v>-338.38306</c:v>
                </c:pt>
                <c:pt idx="964">
                  <c:v>-327.94479999999999</c:v>
                </c:pt>
                <c:pt idx="965">
                  <c:v>-323.42971999999997</c:v>
                </c:pt>
                <c:pt idx="966">
                  <c:v>-321.28397000000001</c:v>
                </c:pt>
                <c:pt idx="967">
                  <c:v>-305.79422</c:v>
                </c:pt>
                <c:pt idx="968">
                  <c:v>-293.67957000000001</c:v>
                </c:pt>
                <c:pt idx="969">
                  <c:v>-286.21408000000002</c:v>
                </c:pt>
                <c:pt idx="970">
                  <c:v>-278.99448000000001</c:v>
                </c:pt>
                <c:pt idx="971">
                  <c:v>-265.18110000000001</c:v>
                </c:pt>
                <c:pt idx="972">
                  <c:v>-235.47561999999999</c:v>
                </c:pt>
                <c:pt idx="973">
                  <c:v>-226.66901999999999</c:v>
                </c:pt>
                <c:pt idx="974">
                  <c:v>-219.69528</c:v>
                </c:pt>
                <c:pt idx="975">
                  <c:v>-217.08011999999999</c:v>
                </c:pt>
                <c:pt idx="976">
                  <c:v>-210.66517999999999</c:v>
                </c:pt>
                <c:pt idx="977">
                  <c:v>-187.32996</c:v>
                </c:pt>
                <c:pt idx="978">
                  <c:v>-171.08025000000001</c:v>
                </c:pt>
                <c:pt idx="979">
                  <c:v>-167.97336000000001</c:v>
                </c:pt>
                <c:pt idx="980">
                  <c:v>-157.22217000000001</c:v>
                </c:pt>
                <c:pt idx="981">
                  <c:v>-140.23484999999999</c:v>
                </c:pt>
                <c:pt idx="982">
                  <c:v>-121.325264</c:v>
                </c:pt>
                <c:pt idx="983">
                  <c:v>-111.959885</c:v>
                </c:pt>
                <c:pt idx="984">
                  <c:v>-101.40985999999999</c:v>
                </c:pt>
                <c:pt idx="985">
                  <c:v>-93.989080000000001</c:v>
                </c:pt>
                <c:pt idx="986">
                  <c:v>-83.036730000000006</c:v>
                </c:pt>
                <c:pt idx="987">
                  <c:v>-62.62959</c:v>
                </c:pt>
                <c:pt idx="988">
                  <c:v>-48.168007000000003</c:v>
                </c:pt>
                <c:pt idx="989">
                  <c:v>-35.360460000000003</c:v>
                </c:pt>
                <c:pt idx="990">
                  <c:v>-41.171913000000004</c:v>
                </c:pt>
                <c:pt idx="991">
                  <c:v>-42.758884000000002</c:v>
                </c:pt>
                <c:pt idx="992">
                  <c:v>-20.384789999999999</c:v>
                </c:pt>
                <c:pt idx="993">
                  <c:v>-3.7774445999999999</c:v>
                </c:pt>
                <c:pt idx="994">
                  <c:v>-3.2410028</c:v>
                </c:pt>
                <c:pt idx="995">
                  <c:v>4.4703487E-2</c:v>
                </c:pt>
                <c:pt idx="996">
                  <c:v>8.8289384999999996</c:v>
                </c:pt>
                <c:pt idx="997">
                  <c:v>22.664667000000001</c:v>
                </c:pt>
                <c:pt idx="998">
                  <c:v>33.639373999999997</c:v>
                </c:pt>
                <c:pt idx="999">
                  <c:v>32.700603000000001</c:v>
                </c:pt>
                <c:pt idx="1000">
                  <c:v>25.570395000000001</c:v>
                </c:pt>
                <c:pt idx="1001">
                  <c:v>22.396446000000001</c:v>
                </c:pt>
                <c:pt idx="1002">
                  <c:v>32.946472</c:v>
                </c:pt>
                <c:pt idx="1003">
                  <c:v>50.783160000000002</c:v>
                </c:pt>
                <c:pt idx="1004">
                  <c:v>51.520766999999999</c:v>
                </c:pt>
                <c:pt idx="1005">
                  <c:v>38.690869999999997</c:v>
                </c:pt>
                <c:pt idx="1006">
                  <c:v>41.507187000000002</c:v>
                </c:pt>
                <c:pt idx="1007">
                  <c:v>56.885185</c:v>
                </c:pt>
                <c:pt idx="1008">
                  <c:v>60.617927999999999</c:v>
                </c:pt>
                <c:pt idx="1009">
                  <c:v>56.907539999999997</c:v>
                </c:pt>
                <c:pt idx="1010">
                  <c:v>52.370136000000002</c:v>
                </c:pt>
                <c:pt idx="1011">
                  <c:v>49.553814000000003</c:v>
                </c:pt>
                <c:pt idx="1012">
                  <c:v>58.360399999999998</c:v>
                </c:pt>
                <c:pt idx="1013">
                  <c:v>71.592635999999999</c:v>
                </c:pt>
                <c:pt idx="1014">
                  <c:v>59.500340000000001</c:v>
                </c:pt>
                <c:pt idx="1015">
                  <c:v>48.145657</c:v>
                </c:pt>
                <c:pt idx="1016">
                  <c:v>76.53237</c:v>
                </c:pt>
                <c:pt idx="1017">
                  <c:v>86.702415000000002</c:v>
                </c:pt>
                <c:pt idx="1018">
                  <c:v>87.015334999999993</c:v>
                </c:pt>
                <c:pt idx="1019">
                  <c:v>95.218429999999998</c:v>
                </c:pt>
                <c:pt idx="1020">
                  <c:v>101.342804</c:v>
                </c:pt>
                <c:pt idx="1021">
                  <c:v>92.580924999999993</c:v>
                </c:pt>
                <c:pt idx="1022">
                  <c:v>103.64503499999999</c:v>
                </c:pt>
                <c:pt idx="1023">
                  <c:v>112.36221</c:v>
                </c:pt>
                <c:pt idx="1024">
                  <c:v>110.171745</c:v>
                </c:pt>
                <c:pt idx="1025">
                  <c:v>108.20479</c:v>
                </c:pt>
                <c:pt idx="1026">
                  <c:v>106.26018500000001</c:v>
                </c:pt>
                <c:pt idx="1027">
                  <c:v>121.54877999999999</c:v>
                </c:pt>
                <c:pt idx="1028">
                  <c:v>131.85293999999999</c:v>
                </c:pt>
                <c:pt idx="1029">
                  <c:v>138.04436999999999</c:v>
                </c:pt>
                <c:pt idx="1030">
                  <c:v>132.18822</c:v>
                </c:pt>
                <c:pt idx="1031">
                  <c:v>135.74214000000001</c:v>
                </c:pt>
                <c:pt idx="1032">
                  <c:v>142.06769</c:v>
                </c:pt>
                <c:pt idx="1033">
                  <c:v>149.15317999999999</c:v>
                </c:pt>
                <c:pt idx="1034">
                  <c:v>158.98795999999999</c:v>
                </c:pt>
                <c:pt idx="1035">
                  <c:v>160.97726</c:v>
                </c:pt>
                <c:pt idx="1036">
                  <c:v>156.79749000000001</c:v>
                </c:pt>
                <c:pt idx="1037">
                  <c:v>173.42719</c:v>
                </c:pt>
                <c:pt idx="1038">
                  <c:v>185.18419</c:v>
                </c:pt>
                <c:pt idx="1039">
                  <c:v>189.05104</c:v>
                </c:pt>
                <c:pt idx="1040">
                  <c:v>189.52043</c:v>
                </c:pt>
                <c:pt idx="1041">
                  <c:v>195.6448</c:v>
                </c:pt>
                <c:pt idx="1042">
                  <c:v>210.2405</c:v>
                </c:pt>
                <c:pt idx="1043">
                  <c:v>233.62042</c:v>
                </c:pt>
                <c:pt idx="1044">
                  <c:v>237.39786000000001</c:v>
                </c:pt>
                <c:pt idx="1045">
                  <c:v>231.3629</c:v>
                </c:pt>
                <c:pt idx="1046">
                  <c:v>226.73607999999999</c:v>
                </c:pt>
                <c:pt idx="1047">
                  <c:v>235.78854000000001</c:v>
                </c:pt>
                <c:pt idx="1048">
                  <c:v>254.56401</c:v>
                </c:pt>
                <c:pt idx="1049">
                  <c:v>260.15195</c:v>
                </c:pt>
                <c:pt idx="1050">
                  <c:v>242.2482</c:v>
                </c:pt>
                <c:pt idx="1051">
                  <c:v>241.86821</c:v>
                </c:pt>
                <c:pt idx="1052">
                  <c:v>261.09073000000001</c:v>
                </c:pt>
                <c:pt idx="1053">
                  <c:v>279.01679999999999</c:v>
                </c:pt>
                <c:pt idx="1054">
                  <c:v>294.39479999999998</c:v>
                </c:pt>
                <c:pt idx="1055">
                  <c:v>281.60962000000001</c:v>
                </c:pt>
                <c:pt idx="1056">
                  <c:v>272.37835999999999</c:v>
                </c:pt>
                <c:pt idx="1057">
                  <c:v>284.82828000000001</c:v>
                </c:pt>
                <c:pt idx="1058">
                  <c:v>314.33258000000001</c:v>
                </c:pt>
                <c:pt idx="1059">
                  <c:v>330.47052000000002</c:v>
                </c:pt>
                <c:pt idx="1060">
                  <c:v>313.75143000000003</c:v>
                </c:pt>
                <c:pt idx="1061">
                  <c:v>303.49196999999998</c:v>
                </c:pt>
                <c:pt idx="1062">
                  <c:v>318.33353</c:v>
                </c:pt>
                <c:pt idx="1063">
                  <c:v>340.14882999999998</c:v>
                </c:pt>
                <c:pt idx="1064">
                  <c:v>334.87380000000002</c:v>
                </c:pt>
                <c:pt idx="1065">
                  <c:v>317.17122999999998</c:v>
                </c:pt>
                <c:pt idx="1066">
                  <c:v>325.17316</c:v>
                </c:pt>
                <c:pt idx="1067">
                  <c:v>341.37817000000001</c:v>
                </c:pt>
                <c:pt idx="1068">
                  <c:v>349.60363999999998</c:v>
                </c:pt>
                <c:pt idx="1069">
                  <c:v>343.27807999999999</c:v>
                </c:pt>
                <c:pt idx="1070">
                  <c:v>343.16631999999998</c:v>
                </c:pt>
                <c:pt idx="1071">
                  <c:v>336.37139999999999</c:v>
                </c:pt>
                <c:pt idx="1072">
                  <c:v>332.77276999999998</c:v>
                </c:pt>
                <c:pt idx="1073">
                  <c:v>361.18182000000002</c:v>
                </c:pt>
                <c:pt idx="1074">
                  <c:v>367.64148</c:v>
                </c:pt>
                <c:pt idx="1075">
                  <c:v>352.50934000000001</c:v>
                </c:pt>
                <c:pt idx="1076">
                  <c:v>352.84464000000003</c:v>
                </c:pt>
                <c:pt idx="1077">
                  <c:v>370.77071999999998</c:v>
                </c:pt>
                <c:pt idx="1078">
                  <c:v>390.55200000000002</c:v>
                </c:pt>
                <c:pt idx="1079">
                  <c:v>383.06418000000002</c:v>
                </c:pt>
                <c:pt idx="1080">
                  <c:v>392.18369999999999</c:v>
                </c:pt>
                <c:pt idx="1081">
                  <c:v>384.85232999999999</c:v>
                </c:pt>
                <c:pt idx="1082">
                  <c:v>403.82895000000002</c:v>
                </c:pt>
                <c:pt idx="1083">
                  <c:v>410.13213999999999</c:v>
                </c:pt>
                <c:pt idx="1084">
                  <c:v>396.05054000000001</c:v>
                </c:pt>
                <c:pt idx="1085">
                  <c:v>379.19733000000002</c:v>
                </c:pt>
                <c:pt idx="1086">
                  <c:v>377.09625</c:v>
                </c:pt>
                <c:pt idx="1087">
                  <c:v>386.39460000000003</c:v>
                </c:pt>
                <c:pt idx="1088">
                  <c:v>398.82213999999999</c:v>
                </c:pt>
                <c:pt idx="1089">
                  <c:v>392.85424999999998</c:v>
                </c:pt>
                <c:pt idx="1090">
                  <c:v>384.33823000000001</c:v>
                </c:pt>
                <c:pt idx="1091">
                  <c:v>382.68419999999998</c:v>
                </c:pt>
                <c:pt idx="1092">
                  <c:v>393.52478000000002</c:v>
                </c:pt>
                <c:pt idx="1093">
                  <c:v>408.61219999999997</c:v>
                </c:pt>
                <c:pt idx="1094">
                  <c:v>416.9941</c:v>
                </c:pt>
                <c:pt idx="1095">
                  <c:v>393.56950000000001</c:v>
                </c:pt>
                <c:pt idx="1096">
                  <c:v>390.35086000000001</c:v>
                </c:pt>
                <c:pt idx="1097">
                  <c:v>390.5967</c:v>
                </c:pt>
                <c:pt idx="1098">
                  <c:v>397.14578</c:v>
                </c:pt>
                <c:pt idx="1099">
                  <c:v>392.25072999999998</c:v>
                </c:pt>
                <c:pt idx="1100">
                  <c:v>376.5598</c:v>
                </c:pt>
                <c:pt idx="1101">
                  <c:v>362.59</c:v>
                </c:pt>
                <c:pt idx="1102">
                  <c:v>372.73766999999998</c:v>
                </c:pt>
                <c:pt idx="1103">
                  <c:v>371.70949999999999</c:v>
                </c:pt>
                <c:pt idx="1104">
                  <c:v>356.97969999999998</c:v>
                </c:pt>
                <c:pt idx="1105">
                  <c:v>347.99430000000001</c:v>
                </c:pt>
                <c:pt idx="1106">
                  <c:v>330.33643000000001</c:v>
                </c:pt>
                <c:pt idx="1107">
                  <c:v>338.85244999999998</c:v>
                </c:pt>
                <c:pt idx="1108">
                  <c:v>345.51324</c:v>
                </c:pt>
                <c:pt idx="1109">
                  <c:v>335.03026999999997</c:v>
                </c:pt>
                <c:pt idx="1110">
                  <c:v>322.51330000000002</c:v>
                </c:pt>
                <c:pt idx="1111">
                  <c:v>312.47739999999999</c:v>
                </c:pt>
                <c:pt idx="1112">
                  <c:v>319.00409999999999</c:v>
                </c:pt>
                <c:pt idx="1113">
                  <c:v>324.81554999999997</c:v>
                </c:pt>
                <c:pt idx="1114">
                  <c:v>315.04782</c:v>
                </c:pt>
                <c:pt idx="1115">
                  <c:v>307.58233999999999</c:v>
                </c:pt>
                <c:pt idx="1116">
                  <c:v>296.40645999999998</c:v>
                </c:pt>
                <c:pt idx="1117">
                  <c:v>305.07895000000002</c:v>
                </c:pt>
                <c:pt idx="1118">
                  <c:v>307.87292000000002</c:v>
                </c:pt>
                <c:pt idx="1119">
                  <c:v>299.64749999999998</c:v>
                </c:pt>
                <c:pt idx="1120">
                  <c:v>281.58728000000002</c:v>
                </c:pt>
                <c:pt idx="1121">
                  <c:v>271.64075000000003</c:v>
                </c:pt>
                <c:pt idx="1122">
                  <c:v>272.93713000000002</c:v>
                </c:pt>
                <c:pt idx="1123">
                  <c:v>279.57562000000001</c:v>
                </c:pt>
                <c:pt idx="1124">
                  <c:v>272.69128000000001</c:v>
                </c:pt>
                <c:pt idx="1125">
                  <c:v>253.75935000000001</c:v>
                </c:pt>
                <c:pt idx="1126">
                  <c:v>235.36385999999999</c:v>
                </c:pt>
                <c:pt idx="1127">
                  <c:v>238.06842</c:v>
                </c:pt>
                <c:pt idx="1128">
                  <c:v>244.70689999999999</c:v>
                </c:pt>
                <c:pt idx="1129">
                  <c:v>243.70105000000001</c:v>
                </c:pt>
                <c:pt idx="1130">
                  <c:v>229.64182</c:v>
                </c:pt>
                <c:pt idx="1131">
                  <c:v>213.12387000000001</c:v>
                </c:pt>
                <c:pt idx="1132">
                  <c:v>210.79929000000001</c:v>
                </c:pt>
                <c:pt idx="1133">
                  <c:v>235.72148000000001</c:v>
                </c:pt>
                <c:pt idx="1134">
                  <c:v>240.95179999999999</c:v>
                </c:pt>
                <c:pt idx="1135">
                  <c:v>217.54951</c:v>
                </c:pt>
                <c:pt idx="1136">
                  <c:v>197.87998999999999</c:v>
                </c:pt>
                <c:pt idx="1137">
                  <c:v>202.35033000000001</c:v>
                </c:pt>
                <c:pt idx="1138">
                  <c:v>225.35028</c:v>
                </c:pt>
                <c:pt idx="1139">
                  <c:v>224.65736000000001</c:v>
                </c:pt>
                <c:pt idx="1140">
                  <c:v>212.58743000000001</c:v>
                </c:pt>
                <c:pt idx="1141">
                  <c:v>204.89843999999999</c:v>
                </c:pt>
                <c:pt idx="1142">
                  <c:v>205.97130999999999</c:v>
                </c:pt>
                <c:pt idx="1143">
                  <c:v>216.90132</c:v>
                </c:pt>
                <c:pt idx="1144">
                  <c:v>221.48343</c:v>
                </c:pt>
                <c:pt idx="1145">
                  <c:v>216.27547000000001</c:v>
                </c:pt>
                <c:pt idx="1146">
                  <c:v>203.08794</c:v>
                </c:pt>
                <c:pt idx="1147">
                  <c:v>203.95966000000001</c:v>
                </c:pt>
                <c:pt idx="1148">
                  <c:v>197.03062</c:v>
                </c:pt>
                <c:pt idx="1149">
                  <c:v>207.17831000000001</c:v>
                </c:pt>
                <c:pt idx="1150">
                  <c:v>213.07916</c:v>
                </c:pt>
                <c:pt idx="1151">
                  <c:v>202.30563000000001</c:v>
                </c:pt>
                <c:pt idx="1152">
                  <c:v>203.98201</c:v>
                </c:pt>
                <c:pt idx="1153">
                  <c:v>219.71763999999999</c:v>
                </c:pt>
                <c:pt idx="1154">
                  <c:v>217.90715</c:v>
                </c:pt>
                <c:pt idx="1155">
                  <c:v>203.53496999999999</c:v>
                </c:pt>
                <c:pt idx="1156">
                  <c:v>184.13367</c:v>
                </c:pt>
                <c:pt idx="1157">
                  <c:v>183.88779</c:v>
                </c:pt>
                <c:pt idx="1158">
                  <c:v>200.42809</c:v>
                </c:pt>
                <c:pt idx="1159">
                  <c:v>197.99173999999999</c:v>
                </c:pt>
                <c:pt idx="1160">
                  <c:v>163.4136</c:v>
                </c:pt>
                <c:pt idx="1161">
                  <c:v>164.93351999999999</c:v>
                </c:pt>
                <c:pt idx="1162">
                  <c:v>172.91309000000001</c:v>
                </c:pt>
                <c:pt idx="1163">
                  <c:v>178.43397999999999</c:v>
                </c:pt>
                <c:pt idx="1164">
                  <c:v>180.57973999999999</c:v>
                </c:pt>
                <c:pt idx="1165">
                  <c:v>164.37473</c:v>
                </c:pt>
                <c:pt idx="1166">
                  <c:v>142.91704999999999</c:v>
                </c:pt>
                <c:pt idx="1167">
                  <c:v>152.75182000000001</c:v>
                </c:pt>
                <c:pt idx="1168">
                  <c:v>162.60892999999999</c:v>
                </c:pt>
                <c:pt idx="1169">
                  <c:v>159.34558000000001</c:v>
                </c:pt>
                <c:pt idx="1170">
                  <c:v>153.04239000000001</c:v>
                </c:pt>
                <c:pt idx="1171">
                  <c:v>146.69449</c:v>
                </c:pt>
                <c:pt idx="1172">
                  <c:v>152.99768</c:v>
                </c:pt>
                <c:pt idx="1173">
                  <c:v>163.4136</c:v>
                </c:pt>
                <c:pt idx="1174">
                  <c:v>164.35237000000001</c:v>
                </c:pt>
                <c:pt idx="1175">
                  <c:v>154.56229999999999</c:v>
                </c:pt>
                <c:pt idx="1176">
                  <c:v>128.90251000000001</c:v>
                </c:pt>
                <c:pt idx="1177">
                  <c:v>128.81309999999999</c:v>
                </c:pt>
                <c:pt idx="1178">
                  <c:v>136.74797000000001</c:v>
                </c:pt>
                <c:pt idx="1179">
                  <c:v>146.13570000000001</c:v>
                </c:pt>
                <c:pt idx="1180">
                  <c:v>148.25912</c:v>
                </c:pt>
                <c:pt idx="1181">
                  <c:v>140.86069000000001</c:v>
                </c:pt>
                <c:pt idx="1182">
                  <c:v>144.41461000000001</c:v>
                </c:pt>
                <c:pt idx="1183">
                  <c:v>149.15317999999999</c:v>
                </c:pt>
                <c:pt idx="1184">
                  <c:v>149.82374999999999</c:v>
                </c:pt>
                <c:pt idx="1185">
                  <c:v>150.89662000000001</c:v>
                </c:pt>
                <c:pt idx="1186">
                  <c:v>140.16779</c:v>
                </c:pt>
                <c:pt idx="1187">
                  <c:v>136.68091000000001</c:v>
                </c:pt>
                <c:pt idx="1188">
                  <c:v>144.16874999999999</c:v>
                </c:pt>
                <c:pt idx="1189">
                  <c:v>150.85191</c:v>
                </c:pt>
                <c:pt idx="1190">
                  <c:v>143.74405999999999</c:v>
                </c:pt>
                <c:pt idx="1191">
                  <c:v>137.21736000000001</c:v>
                </c:pt>
                <c:pt idx="1192">
                  <c:v>145.24163999999999</c:v>
                </c:pt>
                <c:pt idx="1193">
                  <c:v>153.42236</c:v>
                </c:pt>
                <c:pt idx="1194">
                  <c:v>149.48846</c:v>
                </c:pt>
                <c:pt idx="1195">
                  <c:v>138.04436999999999</c:v>
                </c:pt>
                <c:pt idx="1196">
                  <c:v>129.99773999999999</c:v>
                </c:pt>
                <c:pt idx="1197">
                  <c:v>132.72466</c:v>
                </c:pt>
                <c:pt idx="1198">
                  <c:v>148.19206</c:v>
                </c:pt>
                <c:pt idx="1199">
                  <c:v>144.57107999999999</c:v>
                </c:pt>
                <c:pt idx="1200">
                  <c:v>137.77615</c:v>
                </c:pt>
                <c:pt idx="1201">
                  <c:v>134.5128</c:v>
                </c:pt>
                <c:pt idx="1202">
                  <c:v>146.6498</c:v>
                </c:pt>
                <c:pt idx="1203">
                  <c:v>159.21146999999999</c:v>
                </c:pt>
                <c:pt idx="1204">
                  <c:v>160.08319</c:v>
                </c:pt>
                <c:pt idx="1205">
                  <c:v>145.91219000000001</c:v>
                </c:pt>
                <c:pt idx="1206">
                  <c:v>138.42435</c:v>
                </c:pt>
                <c:pt idx="1207">
                  <c:v>147.05212</c:v>
                </c:pt>
                <c:pt idx="1208">
                  <c:v>158.67502999999999</c:v>
                </c:pt>
                <c:pt idx="1209">
                  <c:v>152.68476999999999</c:v>
                </c:pt>
                <c:pt idx="1210">
                  <c:v>146.71683999999999</c:v>
                </c:pt>
                <c:pt idx="1211">
                  <c:v>140.12307999999999</c:v>
                </c:pt>
                <c:pt idx="1212">
                  <c:v>148.01324</c:v>
                </c:pt>
                <c:pt idx="1213">
                  <c:v>159.85965999999999</c:v>
                </c:pt>
                <c:pt idx="1214">
                  <c:v>163.45830000000001</c:v>
                </c:pt>
                <c:pt idx="1215">
                  <c:v>164.03944000000001</c:v>
                </c:pt>
                <c:pt idx="1216">
                  <c:v>167.05692999999999</c:v>
                </c:pt>
                <c:pt idx="1217">
                  <c:v>171.05788999999999</c:v>
                </c:pt>
                <c:pt idx="1218">
                  <c:v>176.1541</c:v>
                </c:pt>
                <c:pt idx="1219">
                  <c:v>182.34551999999999</c:v>
                </c:pt>
                <c:pt idx="1220">
                  <c:v>175.84117000000001</c:v>
                </c:pt>
                <c:pt idx="1221">
                  <c:v>161.89367999999999</c:v>
                </c:pt>
                <c:pt idx="1222">
                  <c:v>167.124</c:v>
                </c:pt>
                <c:pt idx="1223">
                  <c:v>180.11035000000001</c:v>
                </c:pt>
                <c:pt idx="1224">
                  <c:v>178.881</c:v>
                </c:pt>
                <c:pt idx="1225">
                  <c:v>174.92474000000001</c:v>
                </c:pt>
                <c:pt idx="1226">
                  <c:v>174.61181999999999</c:v>
                </c:pt>
                <c:pt idx="1227">
                  <c:v>185.25125</c:v>
                </c:pt>
                <c:pt idx="1228">
                  <c:v>200.78569999999999</c:v>
                </c:pt>
                <c:pt idx="1229">
                  <c:v>199.77987999999999</c:v>
                </c:pt>
                <c:pt idx="1230">
                  <c:v>181.11618000000001</c:v>
                </c:pt>
                <c:pt idx="1231">
                  <c:v>173.13660999999999</c:v>
                </c:pt>
                <c:pt idx="1232">
                  <c:v>176.44467</c:v>
                </c:pt>
                <c:pt idx="1233">
                  <c:v>192.85085000000001</c:v>
                </c:pt>
                <c:pt idx="1234">
                  <c:v>196.22595000000001</c:v>
                </c:pt>
                <c:pt idx="1235">
                  <c:v>174.76828</c:v>
                </c:pt>
                <c:pt idx="1236">
                  <c:v>151.14249000000001</c:v>
                </c:pt>
                <c:pt idx="1237">
                  <c:v>145.53220999999999</c:v>
                </c:pt>
                <c:pt idx="1238">
                  <c:v>154.29408000000001</c:v>
                </c:pt>
                <c:pt idx="1239">
                  <c:v>145.10753</c:v>
                </c:pt>
                <c:pt idx="1240">
                  <c:v>117.63722</c:v>
                </c:pt>
                <c:pt idx="1241">
                  <c:v>104.96378</c:v>
                </c:pt>
                <c:pt idx="1242">
                  <c:v>124.58862000000001</c:v>
                </c:pt>
                <c:pt idx="1243">
                  <c:v>140.50307000000001</c:v>
                </c:pt>
                <c:pt idx="1244">
                  <c:v>143.36409</c:v>
                </c:pt>
                <c:pt idx="1245">
                  <c:v>131.09298999999999</c:v>
                </c:pt>
                <c:pt idx="1246">
                  <c:v>124.87919599999999</c:v>
                </c:pt>
                <c:pt idx="1247">
                  <c:v>125.72856</c:v>
                </c:pt>
                <c:pt idx="1248">
                  <c:v>136.50210000000001</c:v>
                </c:pt>
                <c:pt idx="1249">
                  <c:v>140.65952999999999</c:v>
                </c:pt>
              </c:numCache>
            </c:numRef>
          </c:yVal>
          <c:smooth val="1"/>
          <c:extLst>
            <c:ext xmlns:c16="http://schemas.microsoft.com/office/drawing/2014/chart" uri="{C3380CC4-5D6E-409C-BE32-E72D297353CC}">
              <c16:uniqueId val="{00000000-1570-4012-8962-AA80DB6B6A12}"/>
            </c:ext>
          </c:extLst>
        </c:ser>
        <c:ser>
          <c:idx val="1"/>
          <c:order val="1"/>
          <c:tx>
            <c:v>Filtered Ch1</c:v>
          </c:tx>
          <c:spPr>
            <a:ln w="20955">
              <a:solidFill>
                <a:srgbClr val="176B87"/>
              </a:solidFill>
            </a:ln>
          </c:spPr>
          <c:marker>
            <c:symbol val="none"/>
          </c:marker>
          <c:xVal>
            <c:numRef>
              <c:f>'Chart Data'!$C$2:$C$1251</c:f>
              <c:numCache>
                <c:formatCode>General</c:formatCode>
                <c:ptCount val="1250"/>
                <c:pt idx="0">
                  <c:v>0</c:v>
                </c:pt>
                <c:pt idx="1">
                  <c:v>4.0000000000000001E-3</c:v>
                </c:pt>
                <c:pt idx="2">
                  <c:v>8.0000000000000002E-3</c:v>
                </c:pt>
                <c:pt idx="3">
                  <c:v>1.2E-2</c:v>
                </c:pt>
                <c:pt idx="4">
                  <c:v>1.6E-2</c:v>
                </c:pt>
                <c:pt idx="5">
                  <c:v>0.02</c:v>
                </c:pt>
                <c:pt idx="6">
                  <c:v>2.4E-2</c:v>
                </c:pt>
                <c:pt idx="7">
                  <c:v>2.8000000000000001E-2</c:v>
                </c:pt>
                <c:pt idx="8">
                  <c:v>3.2000000000000001E-2</c:v>
                </c:pt>
                <c:pt idx="9">
                  <c:v>3.5999999999999997E-2</c:v>
                </c:pt>
                <c:pt idx="10">
                  <c:v>0.04</c:v>
                </c:pt>
                <c:pt idx="11">
                  <c:v>4.3999999999999997E-2</c:v>
                </c:pt>
                <c:pt idx="12">
                  <c:v>4.8000000000000001E-2</c:v>
                </c:pt>
                <c:pt idx="13">
                  <c:v>5.1999999999999998E-2</c:v>
                </c:pt>
                <c:pt idx="14">
                  <c:v>5.6000000000000001E-2</c:v>
                </c:pt>
                <c:pt idx="15">
                  <c:v>0.06</c:v>
                </c:pt>
                <c:pt idx="16">
                  <c:v>6.4000000000000001E-2</c:v>
                </c:pt>
                <c:pt idx="17">
                  <c:v>6.8000000000000005E-2</c:v>
                </c:pt>
                <c:pt idx="18">
                  <c:v>7.1999999999999995E-2</c:v>
                </c:pt>
                <c:pt idx="19">
                  <c:v>7.5999999999999998E-2</c:v>
                </c:pt>
                <c:pt idx="20">
                  <c:v>0.08</c:v>
                </c:pt>
                <c:pt idx="21">
                  <c:v>8.4000000000000005E-2</c:v>
                </c:pt>
                <c:pt idx="22">
                  <c:v>8.7999999999999995E-2</c:v>
                </c:pt>
                <c:pt idx="23">
                  <c:v>9.1999999999999998E-2</c:v>
                </c:pt>
                <c:pt idx="24">
                  <c:v>9.6000000000000002E-2</c:v>
                </c:pt>
                <c:pt idx="25">
                  <c:v>0.1</c:v>
                </c:pt>
                <c:pt idx="26">
                  <c:v>0.104</c:v>
                </c:pt>
                <c:pt idx="27">
                  <c:v>0.108</c:v>
                </c:pt>
                <c:pt idx="28">
                  <c:v>0.112</c:v>
                </c:pt>
                <c:pt idx="29">
                  <c:v>0.11600000000000001</c:v>
                </c:pt>
                <c:pt idx="30">
                  <c:v>0.12</c:v>
                </c:pt>
                <c:pt idx="31">
                  <c:v>0.124</c:v>
                </c:pt>
                <c:pt idx="32">
                  <c:v>0.128</c:v>
                </c:pt>
                <c:pt idx="33">
                  <c:v>0.13200000000000001</c:v>
                </c:pt>
                <c:pt idx="34">
                  <c:v>0.13600000000000001</c:v>
                </c:pt>
                <c:pt idx="35">
                  <c:v>0.14000000000000001</c:v>
                </c:pt>
                <c:pt idx="36">
                  <c:v>0.14399999999999999</c:v>
                </c:pt>
                <c:pt idx="37">
                  <c:v>0.14799999999999999</c:v>
                </c:pt>
                <c:pt idx="38">
                  <c:v>0.152</c:v>
                </c:pt>
                <c:pt idx="39">
                  <c:v>0.156</c:v>
                </c:pt>
                <c:pt idx="40">
                  <c:v>0.16</c:v>
                </c:pt>
                <c:pt idx="41">
                  <c:v>0.16400000000000001</c:v>
                </c:pt>
                <c:pt idx="42">
                  <c:v>0.16800000000000001</c:v>
                </c:pt>
                <c:pt idx="43">
                  <c:v>0.17199999999999999</c:v>
                </c:pt>
                <c:pt idx="44">
                  <c:v>0.17599999999999999</c:v>
                </c:pt>
                <c:pt idx="45">
                  <c:v>0.18</c:v>
                </c:pt>
                <c:pt idx="46">
                  <c:v>0.184</c:v>
                </c:pt>
                <c:pt idx="47">
                  <c:v>0.188</c:v>
                </c:pt>
                <c:pt idx="48">
                  <c:v>0.192</c:v>
                </c:pt>
                <c:pt idx="49">
                  <c:v>0.19600000000000001</c:v>
                </c:pt>
                <c:pt idx="50">
                  <c:v>0.2</c:v>
                </c:pt>
                <c:pt idx="51">
                  <c:v>0.20399999999999999</c:v>
                </c:pt>
                <c:pt idx="52">
                  <c:v>0.20799999999999999</c:v>
                </c:pt>
                <c:pt idx="53">
                  <c:v>0.21199999999999999</c:v>
                </c:pt>
                <c:pt idx="54">
                  <c:v>0.216</c:v>
                </c:pt>
                <c:pt idx="55">
                  <c:v>0.22</c:v>
                </c:pt>
                <c:pt idx="56">
                  <c:v>0.224</c:v>
                </c:pt>
                <c:pt idx="57">
                  <c:v>0.22800000000000001</c:v>
                </c:pt>
                <c:pt idx="58">
                  <c:v>0.23200000000000001</c:v>
                </c:pt>
                <c:pt idx="59">
                  <c:v>0.23599999999999999</c:v>
                </c:pt>
                <c:pt idx="60">
                  <c:v>0.24</c:v>
                </c:pt>
                <c:pt idx="61">
                  <c:v>0.24399999999999999</c:v>
                </c:pt>
                <c:pt idx="62">
                  <c:v>0.248</c:v>
                </c:pt>
                <c:pt idx="63">
                  <c:v>0.252</c:v>
                </c:pt>
                <c:pt idx="64">
                  <c:v>0.25600000000000001</c:v>
                </c:pt>
                <c:pt idx="65">
                  <c:v>0.26</c:v>
                </c:pt>
                <c:pt idx="66">
                  <c:v>0.26400000000000001</c:v>
                </c:pt>
                <c:pt idx="67">
                  <c:v>0.26800000000000002</c:v>
                </c:pt>
                <c:pt idx="68">
                  <c:v>0.27200000000000002</c:v>
                </c:pt>
                <c:pt idx="69">
                  <c:v>0.27600000000000002</c:v>
                </c:pt>
                <c:pt idx="70">
                  <c:v>0.28000000000000003</c:v>
                </c:pt>
                <c:pt idx="71">
                  <c:v>0.28399999999999997</c:v>
                </c:pt>
                <c:pt idx="72">
                  <c:v>0.28799999999999998</c:v>
                </c:pt>
                <c:pt idx="73">
                  <c:v>0.29199999999999998</c:v>
                </c:pt>
                <c:pt idx="74">
                  <c:v>0.29599999999999999</c:v>
                </c:pt>
                <c:pt idx="75">
                  <c:v>0.3</c:v>
                </c:pt>
                <c:pt idx="76">
                  <c:v>0.30399999999999999</c:v>
                </c:pt>
                <c:pt idx="77">
                  <c:v>0.308</c:v>
                </c:pt>
                <c:pt idx="78">
                  <c:v>0.312</c:v>
                </c:pt>
                <c:pt idx="79">
                  <c:v>0.316</c:v>
                </c:pt>
                <c:pt idx="80">
                  <c:v>0.32</c:v>
                </c:pt>
                <c:pt idx="81">
                  <c:v>0.32400000000000001</c:v>
                </c:pt>
                <c:pt idx="82">
                  <c:v>0.32800000000000001</c:v>
                </c:pt>
                <c:pt idx="83">
                  <c:v>0.33200000000000002</c:v>
                </c:pt>
                <c:pt idx="84">
                  <c:v>0.33600000000000002</c:v>
                </c:pt>
                <c:pt idx="85">
                  <c:v>0.34</c:v>
                </c:pt>
                <c:pt idx="86">
                  <c:v>0.34399999999999997</c:v>
                </c:pt>
                <c:pt idx="87">
                  <c:v>0.34799999999999998</c:v>
                </c:pt>
                <c:pt idx="88">
                  <c:v>0.35199999999999998</c:v>
                </c:pt>
                <c:pt idx="89">
                  <c:v>0.35599999999999998</c:v>
                </c:pt>
                <c:pt idx="90">
                  <c:v>0.36</c:v>
                </c:pt>
                <c:pt idx="91">
                  <c:v>0.36399999999999999</c:v>
                </c:pt>
                <c:pt idx="92">
                  <c:v>0.36799999999999999</c:v>
                </c:pt>
                <c:pt idx="93">
                  <c:v>0.372</c:v>
                </c:pt>
                <c:pt idx="94">
                  <c:v>0.376</c:v>
                </c:pt>
                <c:pt idx="95">
                  <c:v>0.38</c:v>
                </c:pt>
                <c:pt idx="96">
                  <c:v>0.38400000000000001</c:v>
                </c:pt>
                <c:pt idx="97">
                  <c:v>0.38800000000000001</c:v>
                </c:pt>
                <c:pt idx="98">
                  <c:v>0.39200000000000002</c:v>
                </c:pt>
                <c:pt idx="99">
                  <c:v>0.39600000000000002</c:v>
                </c:pt>
                <c:pt idx="100">
                  <c:v>0.4</c:v>
                </c:pt>
                <c:pt idx="101">
                  <c:v>0.40400000000000003</c:v>
                </c:pt>
                <c:pt idx="102">
                  <c:v>0.40799999999999997</c:v>
                </c:pt>
                <c:pt idx="103">
                  <c:v>0.41199999999999998</c:v>
                </c:pt>
                <c:pt idx="104">
                  <c:v>0.41599999999999998</c:v>
                </c:pt>
                <c:pt idx="105">
                  <c:v>0.42</c:v>
                </c:pt>
                <c:pt idx="106">
                  <c:v>0.42399999999999999</c:v>
                </c:pt>
                <c:pt idx="107">
                  <c:v>0.42799999999999999</c:v>
                </c:pt>
                <c:pt idx="108">
                  <c:v>0.432</c:v>
                </c:pt>
                <c:pt idx="109">
                  <c:v>0.436</c:v>
                </c:pt>
                <c:pt idx="110">
                  <c:v>0.44</c:v>
                </c:pt>
                <c:pt idx="111">
                  <c:v>0.44400000000000001</c:v>
                </c:pt>
                <c:pt idx="112">
                  <c:v>0.44800000000000001</c:v>
                </c:pt>
                <c:pt idx="113">
                  <c:v>0.45200000000000001</c:v>
                </c:pt>
                <c:pt idx="114">
                  <c:v>0.45600000000000002</c:v>
                </c:pt>
                <c:pt idx="115">
                  <c:v>0.46</c:v>
                </c:pt>
                <c:pt idx="116">
                  <c:v>0.46400000000000002</c:v>
                </c:pt>
                <c:pt idx="117">
                  <c:v>0.46800000000000003</c:v>
                </c:pt>
                <c:pt idx="118">
                  <c:v>0.47199999999999998</c:v>
                </c:pt>
                <c:pt idx="119">
                  <c:v>0.47599999999999998</c:v>
                </c:pt>
                <c:pt idx="120">
                  <c:v>0.48</c:v>
                </c:pt>
                <c:pt idx="121">
                  <c:v>0.48399999999999999</c:v>
                </c:pt>
                <c:pt idx="122">
                  <c:v>0.48799999999999999</c:v>
                </c:pt>
                <c:pt idx="123">
                  <c:v>0.49199999999999999</c:v>
                </c:pt>
                <c:pt idx="124">
                  <c:v>0.496</c:v>
                </c:pt>
                <c:pt idx="125">
                  <c:v>0.5</c:v>
                </c:pt>
                <c:pt idx="126">
                  <c:v>0.504</c:v>
                </c:pt>
                <c:pt idx="127">
                  <c:v>0.50800000000000001</c:v>
                </c:pt>
                <c:pt idx="128">
                  <c:v>0.51200000000000001</c:v>
                </c:pt>
                <c:pt idx="129">
                  <c:v>0.51600000000000001</c:v>
                </c:pt>
                <c:pt idx="130">
                  <c:v>0.52</c:v>
                </c:pt>
                <c:pt idx="131">
                  <c:v>0.52400000000000002</c:v>
                </c:pt>
                <c:pt idx="132">
                  <c:v>0.52800000000000002</c:v>
                </c:pt>
                <c:pt idx="133">
                  <c:v>0.53200000000000003</c:v>
                </c:pt>
                <c:pt idx="134">
                  <c:v>0.53600000000000003</c:v>
                </c:pt>
                <c:pt idx="135">
                  <c:v>0.54</c:v>
                </c:pt>
                <c:pt idx="136">
                  <c:v>0.54400000000000004</c:v>
                </c:pt>
                <c:pt idx="137">
                  <c:v>0.54800000000000004</c:v>
                </c:pt>
                <c:pt idx="138">
                  <c:v>0.55200000000000005</c:v>
                </c:pt>
                <c:pt idx="139">
                  <c:v>0.55600000000000005</c:v>
                </c:pt>
                <c:pt idx="140">
                  <c:v>0.56000000000000005</c:v>
                </c:pt>
                <c:pt idx="141">
                  <c:v>0.56399999999999995</c:v>
                </c:pt>
                <c:pt idx="142">
                  <c:v>0.56799999999999995</c:v>
                </c:pt>
                <c:pt idx="143">
                  <c:v>0.57199999999999995</c:v>
                </c:pt>
                <c:pt idx="144">
                  <c:v>0.57599999999999996</c:v>
                </c:pt>
                <c:pt idx="145">
                  <c:v>0.57999999999999996</c:v>
                </c:pt>
                <c:pt idx="146">
                  <c:v>0.58399999999999996</c:v>
                </c:pt>
                <c:pt idx="147">
                  <c:v>0.58799999999999997</c:v>
                </c:pt>
                <c:pt idx="148">
                  <c:v>0.59199999999999997</c:v>
                </c:pt>
                <c:pt idx="149">
                  <c:v>0.59599999999999997</c:v>
                </c:pt>
                <c:pt idx="150">
                  <c:v>0.6</c:v>
                </c:pt>
                <c:pt idx="151">
                  <c:v>0.60399999999999998</c:v>
                </c:pt>
                <c:pt idx="152">
                  <c:v>0.60799999999999998</c:v>
                </c:pt>
                <c:pt idx="153">
                  <c:v>0.61199999999999999</c:v>
                </c:pt>
                <c:pt idx="154">
                  <c:v>0.61599999999999999</c:v>
                </c:pt>
                <c:pt idx="155">
                  <c:v>0.62</c:v>
                </c:pt>
                <c:pt idx="156">
                  <c:v>0.624</c:v>
                </c:pt>
                <c:pt idx="157">
                  <c:v>0.628</c:v>
                </c:pt>
                <c:pt idx="158">
                  <c:v>0.63200000000000001</c:v>
                </c:pt>
                <c:pt idx="159">
                  <c:v>0.63600000000000001</c:v>
                </c:pt>
                <c:pt idx="160">
                  <c:v>0.64</c:v>
                </c:pt>
                <c:pt idx="161">
                  <c:v>0.64400000000000002</c:v>
                </c:pt>
                <c:pt idx="162">
                  <c:v>0.64800000000000002</c:v>
                </c:pt>
                <c:pt idx="163">
                  <c:v>0.65200000000000002</c:v>
                </c:pt>
                <c:pt idx="164">
                  <c:v>0.65600000000000003</c:v>
                </c:pt>
                <c:pt idx="165">
                  <c:v>0.66</c:v>
                </c:pt>
                <c:pt idx="166">
                  <c:v>0.66400000000000003</c:v>
                </c:pt>
                <c:pt idx="167">
                  <c:v>0.66800000000000004</c:v>
                </c:pt>
                <c:pt idx="168">
                  <c:v>0.67200000000000004</c:v>
                </c:pt>
                <c:pt idx="169">
                  <c:v>0.67600000000000005</c:v>
                </c:pt>
                <c:pt idx="170">
                  <c:v>0.68</c:v>
                </c:pt>
                <c:pt idx="171">
                  <c:v>0.68400000000000005</c:v>
                </c:pt>
                <c:pt idx="172">
                  <c:v>0.68799999999999994</c:v>
                </c:pt>
                <c:pt idx="173">
                  <c:v>0.69199999999999995</c:v>
                </c:pt>
                <c:pt idx="174">
                  <c:v>0.69599999999999995</c:v>
                </c:pt>
                <c:pt idx="175">
                  <c:v>0.7</c:v>
                </c:pt>
                <c:pt idx="176">
                  <c:v>0.70399999999999996</c:v>
                </c:pt>
                <c:pt idx="177">
                  <c:v>0.70799999999999996</c:v>
                </c:pt>
                <c:pt idx="178">
                  <c:v>0.71199999999999997</c:v>
                </c:pt>
                <c:pt idx="179">
                  <c:v>0.71599999999999997</c:v>
                </c:pt>
                <c:pt idx="180">
                  <c:v>0.72</c:v>
                </c:pt>
                <c:pt idx="181">
                  <c:v>0.72399999999999998</c:v>
                </c:pt>
                <c:pt idx="182">
                  <c:v>0.72799999999999998</c:v>
                </c:pt>
                <c:pt idx="183">
                  <c:v>0.73199999999999998</c:v>
                </c:pt>
                <c:pt idx="184">
                  <c:v>0.73599999999999999</c:v>
                </c:pt>
                <c:pt idx="185">
                  <c:v>0.74</c:v>
                </c:pt>
                <c:pt idx="186">
                  <c:v>0.74399999999999999</c:v>
                </c:pt>
                <c:pt idx="187">
                  <c:v>0.748</c:v>
                </c:pt>
                <c:pt idx="188">
                  <c:v>0.752</c:v>
                </c:pt>
                <c:pt idx="189">
                  <c:v>0.75600000000000001</c:v>
                </c:pt>
                <c:pt idx="190">
                  <c:v>0.76</c:v>
                </c:pt>
                <c:pt idx="191">
                  <c:v>0.76400000000000001</c:v>
                </c:pt>
                <c:pt idx="192">
                  <c:v>0.76800000000000002</c:v>
                </c:pt>
                <c:pt idx="193">
                  <c:v>0.77200000000000002</c:v>
                </c:pt>
                <c:pt idx="194">
                  <c:v>0.77600000000000002</c:v>
                </c:pt>
                <c:pt idx="195">
                  <c:v>0.78</c:v>
                </c:pt>
                <c:pt idx="196">
                  <c:v>0.78400000000000003</c:v>
                </c:pt>
                <c:pt idx="197">
                  <c:v>0.78800000000000003</c:v>
                </c:pt>
                <c:pt idx="198">
                  <c:v>0.79200000000000004</c:v>
                </c:pt>
                <c:pt idx="199">
                  <c:v>0.79600000000000004</c:v>
                </c:pt>
                <c:pt idx="200">
                  <c:v>0.8</c:v>
                </c:pt>
                <c:pt idx="201">
                  <c:v>0.80400000000000005</c:v>
                </c:pt>
                <c:pt idx="202">
                  <c:v>0.80800000000000005</c:v>
                </c:pt>
                <c:pt idx="203">
                  <c:v>0.81200000000000006</c:v>
                </c:pt>
                <c:pt idx="204">
                  <c:v>0.81599999999999995</c:v>
                </c:pt>
                <c:pt idx="205">
                  <c:v>0.82</c:v>
                </c:pt>
                <c:pt idx="206">
                  <c:v>0.82399999999999995</c:v>
                </c:pt>
                <c:pt idx="207">
                  <c:v>0.82799999999999996</c:v>
                </c:pt>
                <c:pt idx="208">
                  <c:v>0.83199999999999996</c:v>
                </c:pt>
                <c:pt idx="209">
                  <c:v>0.83599999999999997</c:v>
                </c:pt>
                <c:pt idx="210">
                  <c:v>0.84</c:v>
                </c:pt>
                <c:pt idx="211">
                  <c:v>0.84399999999999997</c:v>
                </c:pt>
                <c:pt idx="212">
                  <c:v>0.84799999999999998</c:v>
                </c:pt>
                <c:pt idx="213">
                  <c:v>0.85199999999999998</c:v>
                </c:pt>
                <c:pt idx="214">
                  <c:v>0.85599999999999998</c:v>
                </c:pt>
                <c:pt idx="215">
                  <c:v>0.86</c:v>
                </c:pt>
                <c:pt idx="216">
                  <c:v>0.86399999999999999</c:v>
                </c:pt>
                <c:pt idx="217">
                  <c:v>0.86799999999999999</c:v>
                </c:pt>
                <c:pt idx="218">
                  <c:v>0.872</c:v>
                </c:pt>
                <c:pt idx="219">
                  <c:v>0.876</c:v>
                </c:pt>
                <c:pt idx="220">
                  <c:v>0.88</c:v>
                </c:pt>
                <c:pt idx="221">
                  <c:v>0.88400000000000001</c:v>
                </c:pt>
                <c:pt idx="222">
                  <c:v>0.88800000000000001</c:v>
                </c:pt>
                <c:pt idx="223">
                  <c:v>0.89200000000000002</c:v>
                </c:pt>
                <c:pt idx="224">
                  <c:v>0.89600000000000002</c:v>
                </c:pt>
                <c:pt idx="225">
                  <c:v>0.9</c:v>
                </c:pt>
                <c:pt idx="226">
                  <c:v>0.90400000000000003</c:v>
                </c:pt>
                <c:pt idx="227">
                  <c:v>0.90800000000000003</c:v>
                </c:pt>
                <c:pt idx="228">
                  <c:v>0.91200000000000003</c:v>
                </c:pt>
                <c:pt idx="229">
                  <c:v>0.91600000000000004</c:v>
                </c:pt>
                <c:pt idx="230">
                  <c:v>0.92</c:v>
                </c:pt>
                <c:pt idx="231">
                  <c:v>0.92400000000000004</c:v>
                </c:pt>
                <c:pt idx="232">
                  <c:v>0.92800000000000005</c:v>
                </c:pt>
                <c:pt idx="233">
                  <c:v>0.93200000000000005</c:v>
                </c:pt>
                <c:pt idx="234">
                  <c:v>0.93600000000000005</c:v>
                </c:pt>
                <c:pt idx="235">
                  <c:v>0.94</c:v>
                </c:pt>
                <c:pt idx="236">
                  <c:v>0.94399999999999995</c:v>
                </c:pt>
                <c:pt idx="237">
                  <c:v>0.94799999999999995</c:v>
                </c:pt>
                <c:pt idx="238">
                  <c:v>0.95199999999999996</c:v>
                </c:pt>
                <c:pt idx="239">
                  <c:v>0.95599999999999996</c:v>
                </c:pt>
                <c:pt idx="240">
                  <c:v>0.96</c:v>
                </c:pt>
                <c:pt idx="241">
                  <c:v>0.96399999999999997</c:v>
                </c:pt>
                <c:pt idx="242">
                  <c:v>0.96799999999999997</c:v>
                </c:pt>
                <c:pt idx="243">
                  <c:v>0.97199999999999998</c:v>
                </c:pt>
                <c:pt idx="244">
                  <c:v>0.97599999999999998</c:v>
                </c:pt>
                <c:pt idx="245">
                  <c:v>0.98</c:v>
                </c:pt>
                <c:pt idx="246">
                  <c:v>0.98399999999999999</c:v>
                </c:pt>
                <c:pt idx="247">
                  <c:v>0.98799999999999999</c:v>
                </c:pt>
                <c:pt idx="248">
                  <c:v>0.99199999999999999</c:v>
                </c:pt>
                <c:pt idx="249">
                  <c:v>0.996</c:v>
                </c:pt>
                <c:pt idx="250">
                  <c:v>1</c:v>
                </c:pt>
                <c:pt idx="251">
                  <c:v>1.004</c:v>
                </c:pt>
                <c:pt idx="252">
                  <c:v>1.008</c:v>
                </c:pt>
                <c:pt idx="253">
                  <c:v>1.012</c:v>
                </c:pt>
                <c:pt idx="254">
                  <c:v>1.016</c:v>
                </c:pt>
                <c:pt idx="255">
                  <c:v>1.02</c:v>
                </c:pt>
                <c:pt idx="256">
                  <c:v>1.024</c:v>
                </c:pt>
                <c:pt idx="257">
                  <c:v>1.028</c:v>
                </c:pt>
                <c:pt idx="258">
                  <c:v>1.032</c:v>
                </c:pt>
                <c:pt idx="259">
                  <c:v>1.036</c:v>
                </c:pt>
                <c:pt idx="260">
                  <c:v>1.04</c:v>
                </c:pt>
                <c:pt idx="261">
                  <c:v>1.044</c:v>
                </c:pt>
                <c:pt idx="262">
                  <c:v>1.048</c:v>
                </c:pt>
                <c:pt idx="263">
                  <c:v>1.052</c:v>
                </c:pt>
                <c:pt idx="264">
                  <c:v>1.056</c:v>
                </c:pt>
                <c:pt idx="265">
                  <c:v>1.06</c:v>
                </c:pt>
                <c:pt idx="266">
                  <c:v>1.0640000000000001</c:v>
                </c:pt>
                <c:pt idx="267">
                  <c:v>1.0680000000000001</c:v>
                </c:pt>
                <c:pt idx="268">
                  <c:v>1.0720000000000001</c:v>
                </c:pt>
                <c:pt idx="269">
                  <c:v>1.0760000000000001</c:v>
                </c:pt>
                <c:pt idx="270">
                  <c:v>1.08</c:v>
                </c:pt>
                <c:pt idx="271">
                  <c:v>1.0840000000000001</c:v>
                </c:pt>
                <c:pt idx="272">
                  <c:v>1.0880000000000001</c:v>
                </c:pt>
                <c:pt idx="273">
                  <c:v>1.0920000000000001</c:v>
                </c:pt>
                <c:pt idx="274">
                  <c:v>1.0960000000000001</c:v>
                </c:pt>
                <c:pt idx="275">
                  <c:v>1.1000000000000001</c:v>
                </c:pt>
                <c:pt idx="276">
                  <c:v>1.1040000000000001</c:v>
                </c:pt>
                <c:pt idx="277">
                  <c:v>1.1080000000000001</c:v>
                </c:pt>
                <c:pt idx="278">
                  <c:v>1.1120000000000001</c:v>
                </c:pt>
                <c:pt idx="279">
                  <c:v>1.1160000000000001</c:v>
                </c:pt>
                <c:pt idx="280">
                  <c:v>1.1200000000000001</c:v>
                </c:pt>
                <c:pt idx="281">
                  <c:v>1.1240000000000001</c:v>
                </c:pt>
                <c:pt idx="282">
                  <c:v>1.1279999999999999</c:v>
                </c:pt>
                <c:pt idx="283">
                  <c:v>1.1319999999999999</c:v>
                </c:pt>
                <c:pt idx="284">
                  <c:v>1.1359999999999999</c:v>
                </c:pt>
                <c:pt idx="285">
                  <c:v>1.1399999999999999</c:v>
                </c:pt>
                <c:pt idx="286">
                  <c:v>1.1439999999999999</c:v>
                </c:pt>
                <c:pt idx="287">
                  <c:v>1.1479999999999999</c:v>
                </c:pt>
                <c:pt idx="288">
                  <c:v>1.1519999999999999</c:v>
                </c:pt>
                <c:pt idx="289">
                  <c:v>1.1559999999999999</c:v>
                </c:pt>
                <c:pt idx="290">
                  <c:v>1.1599999999999999</c:v>
                </c:pt>
                <c:pt idx="291">
                  <c:v>1.1639999999999999</c:v>
                </c:pt>
                <c:pt idx="292">
                  <c:v>1.1679999999999999</c:v>
                </c:pt>
                <c:pt idx="293">
                  <c:v>1.1719999999999999</c:v>
                </c:pt>
                <c:pt idx="294">
                  <c:v>1.1759999999999999</c:v>
                </c:pt>
                <c:pt idx="295">
                  <c:v>1.18</c:v>
                </c:pt>
                <c:pt idx="296">
                  <c:v>1.1839999999999999</c:v>
                </c:pt>
                <c:pt idx="297">
                  <c:v>1.1879999999999999</c:v>
                </c:pt>
                <c:pt idx="298">
                  <c:v>1.1919999999999999</c:v>
                </c:pt>
                <c:pt idx="299">
                  <c:v>1.196</c:v>
                </c:pt>
                <c:pt idx="300">
                  <c:v>1.2</c:v>
                </c:pt>
                <c:pt idx="301">
                  <c:v>1.204</c:v>
                </c:pt>
                <c:pt idx="302">
                  <c:v>1.208</c:v>
                </c:pt>
                <c:pt idx="303">
                  <c:v>1.212</c:v>
                </c:pt>
                <c:pt idx="304">
                  <c:v>1.216</c:v>
                </c:pt>
                <c:pt idx="305">
                  <c:v>1.22</c:v>
                </c:pt>
                <c:pt idx="306">
                  <c:v>1.224</c:v>
                </c:pt>
                <c:pt idx="307">
                  <c:v>1.228</c:v>
                </c:pt>
                <c:pt idx="308">
                  <c:v>1.232</c:v>
                </c:pt>
                <c:pt idx="309">
                  <c:v>1.236</c:v>
                </c:pt>
                <c:pt idx="310">
                  <c:v>1.24</c:v>
                </c:pt>
                <c:pt idx="311">
                  <c:v>1.244</c:v>
                </c:pt>
                <c:pt idx="312">
                  <c:v>1.248</c:v>
                </c:pt>
                <c:pt idx="313">
                  <c:v>1.252</c:v>
                </c:pt>
                <c:pt idx="314">
                  <c:v>1.256</c:v>
                </c:pt>
                <c:pt idx="315">
                  <c:v>1.26</c:v>
                </c:pt>
                <c:pt idx="316">
                  <c:v>1.264</c:v>
                </c:pt>
                <c:pt idx="317">
                  <c:v>1.268</c:v>
                </c:pt>
                <c:pt idx="318">
                  <c:v>1.272</c:v>
                </c:pt>
                <c:pt idx="319">
                  <c:v>1.276</c:v>
                </c:pt>
                <c:pt idx="320">
                  <c:v>1.28</c:v>
                </c:pt>
                <c:pt idx="321">
                  <c:v>1.284</c:v>
                </c:pt>
                <c:pt idx="322">
                  <c:v>1.288</c:v>
                </c:pt>
                <c:pt idx="323">
                  <c:v>1.292</c:v>
                </c:pt>
                <c:pt idx="324">
                  <c:v>1.296</c:v>
                </c:pt>
                <c:pt idx="325">
                  <c:v>1.3</c:v>
                </c:pt>
                <c:pt idx="326">
                  <c:v>1.304</c:v>
                </c:pt>
                <c:pt idx="327">
                  <c:v>1.3080000000000001</c:v>
                </c:pt>
                <c:pt idx="328">
                  <c:v>1.3120000000000001</c:v>
                </c:pt>
                <c:pt idx="329">
                  <c:v>1.3160000000000001</c:v>
                </c:pt>
                <c:pt idx="330">
                  <c:v>1.32</c:v>
                </c:pt>
                <c:pt idx="331">
                  <c:v>1.3240000000000001</c:v>
                </c:pt>
                <c:pt idx="332">
                  <c:v>1.3280000000000001</c:v>
                </c:pt>
                <c:pt idx="333">
                  <c:v>1.3320000000000001</c:v>
                </c:pt>
                <c:pt idx="334">
                  <c:v>1.3360000000000001</c:v>
                </c:pt>
                <c:pt idx="335">
                  <c:v>1.34</c:v>
                </c:pt>
                <c:pt idx="336">
                  <c:v>1.3440000000000001</c:v>
                </c:pt>
                <c:pt idx="337">
                  <c:v>1.3480000000000001</c:v>
                </c:pt>
                <c:pt idx="338">
                  <c:v>1.3520000000000001</c:v>
                </c:pt>
                <c:pt idx="339">
                  <c:v>1.3560000000000001</c:v>
                </c:pt>
                <c:pt idx="340">
                  <c:v>1.36</c:v>
                </c:pt>
                <c:pt idx="341">
                  <c:v>1.3640000000000001</c:v>
                </c:pt>
                <c:pt idx="342">
                  <c:v>1.3680000000000001</c:v>
                </c:pt>
                <c:pt idx="343">
                  <c:v>1.3720000000000001</c:v>
                </c:pt>
                <c:pt idx="344">
                  <c:v>1.3759999999999999</c:v>
                </c:pt>
                <c:pt idx="345">
                  <c:v>1.38</c:v>
                </c:pt>
                <c:pt idx="346">
                  <c:v>1.3839999999999999</c:v>
                </c:pt>
                <c:pt idx="347">
                  <c:v>1.3879999999999999</c:v>
                </c:pt>
                <c:pt idx="348">
                  <c:v>1.3919999999999999</c:v>
                </c:pt>
                <c:pt idx="349">
                  <c:v>1.3959999999999999</c:v>
                </c:pt>
                <c:pt idx="350">
                  <c:v>1.4</c:v>
                </c:pt>
                <c:pt idx="351">
                  <c:v>1.4039999999999999</c:v>
                </c:pt>
                <c:pt idx="352">
                  <c:v>1.4079999999999999</c:v>
                </c:pt>
                <c:pt idx="353">
                  <c:v>1.4119999999999999</c:v>
                </c:pt>
                <c:pt idx="354">
                  <c:v>1.4159999999999999</c:v>
                </c:pt>
                <c:pt idx="355">
                  <c:v>1.42</c:v>
                </c:pt>
                <c:pt idx="356">
                  <c:v>1.4239999999999999</c:v>
                </c:pt>
                <c:pt idx="357">
                  <c:v>1.4279999999999999</c:v>
                </c:pt>
                <c:pt idx="358">
                  <c:v>1.4319999999999999</c:v>
                </c:pt>
                <c:pt idx="359">
                  <c:v>1.4359999999999999</c:v>
                </c:pt>
                <c:pt idx="360">
                  <c:v>1.44</c:v>
                </c:pt>
                <c:pt idx="361">
                  <c:v>1.444</c:v>
                </c:pt>
                <c:pt idx="362">
                  <c:v>1.448</c:v>
                </c:pt>
                <c:pt idx="363">
                  <c:v>1.452</c:v>
                </c:pt>
                <c:pt idx="364">
                  <c:v>1.456</c:v>
                </c:pt>
                <c:pt idx="365">
                  <c:v>1.46</c:v>
                </c:pt>
                <c:pt idx="366">
                  <c:v>1.464</c:v>
                </c:pt>
                <c:pt idx="367">
                  <c:v>1.468</c:v>
                </c:pt>
                <c:pt idx="368">
                  <c:v>1.472</c:v>
                </c:pt>
                <c:pt idx="369">
                  <c:v>1.476</c:v>
                </c:pt>
                <c:pt idx="370">
                  <c:v>1.48</c:v>
                </c:pt>
                <c:pt idx="371">
                  <c:v>1.484</c:v>
                </c:pt>
                <c:pt idx="372">
                  <c:v>1.488</c:v>
                </c:pt>
                <c:pt idx="373">
                  <c:v>1.492</c:v>
                </c:pt>
                <c:pt idx="374">
                  <c:v>1.496</c:v>
                </c:pt>
                <c:pt idx="375">
                  <c:v>1.5</c:v>
                </c:pt>
                <c:pt idx="376">
                  <c:v>1.504</c:v>
                </c:pt>
                <c:pt idx="377">
                  <c:v>1.508</c:v>
                </c:pt>
                <c:pt idx="378">
                  <c:v>1.512</c:v>
                </c:pt>
                <c:pt idx="379">
                  <c:v>1.516</c:v>
                </c:pt>
                <c:pt idx="380">
                  <c:v>1.52</c:v>
                </c:pt>
                <c:pt idx="381">
                  <c:v>1.524</c:v>
                </c:pt>
                <c:pt idx="382">
                  <c:v>1.528</c:v>
                </c:pt>
                <c:pt idx="383">
                  <c:v>1.532</c:v>
                </c:pt>
                <c:pt idx="384">
                  <c:v>1.536</c:v>
                </c:pt>
                <c:pt idx="385">
                  <c:v>1.54</c:v>
                </c:pt>
                <c:pt idx="386">
                  <c:v>1.544</c:v>
                </c:pt>
                <c:pt idx="387">
                  <c:v>1.548</c:v>
                </c:pt>
                <c:pt idx="388">
                  <c:v>1.552</c:v>
                </c:pt>
                <c:pt idx="389">
                  <c:v>1.556</c:v>
                </c:pt>
                <c:pt idx="390">
                  <c:v>1.56</c:v>
                </c:pt>
                <c:pt idx="391">
                  <c:v>1.5640000000000001</c:v>
                </c:pt>
                <c:pt idx="392">
                  <c:v>1.5680000000000001</c:v>
                </c:pt>
                <c:pt idx="393">
                  <c:v>1.5720000000000001</c:v>
                </c:pt>
                <c:pt idx="394">
                  <c:v>1.5760000000000001</c:v>
                </c:pt>
                <c:pt idx="395">
                  <c:v>1.58</c:v>
                </c:pt>
                <c:pt idx="396">
                  <c:v>1.5840000000000001</c:v>
                </c:pt>
                <c:pt idx="397">
                  <c:v>1.5880000000000001</c:v>
                </c:pt>
                <c:pt idx="398">
                  <c:v>1.5920000000000001</c:v>
                </c:pt>
                <c:pt idx="399">
                  <c:v>1.5960000000000001</c:v>
                </c:pt>
                <c:pt idx="400">
                  <c:v>1.6</c:v>
                </c:pt>
                <c:pt idx="401">
                  <c:v>1.6040000000000001</c:v>
                </c:pt>
                <c:pt idx="402">
                  <c:v>1.6080000000000001</c:v>
                </c:pt>
                <c:pt idx="403">
                  <c:v>1.6120000000000001</c:v>
                </c:pt>
                <c:pt idx="404">
                  <c:v>1.6160000000000001</c:v>
                </c:pt>
                <c:pt idx="405">
                  <c:v>1.62</c:v>
                </c:pt>
                <c:pt idx="406">
                  <c:v>1.6240000000000001</c:v>
                </c:pt>
                <c:pt idx="407">
                  <c:v>1.6279999999999999</c:v>
                </c:pt>
                <c:pt idx="408">
                  <c:v>1.6319999999999999</c:v>
                </c:pt>
                <c:pt idx="409">
                  <c:v>1.6359999999999999</c:v>
                </c:pt>
                <c:pt idx="410">
                  <c:v>1.64</c:v>
                </c:pt>
                <c:pt idx="411">
                  <c:v>1.6439999999999999</c:v>
                </c:pt>
                <c:pt idx="412">
                  <c:v>1.6479999999999999</c:v>
                </c:pt>
                <c:pt idx="413">
                  <c:v>1.6519999999999999</c:v>
                </c:pt>
                <c:pt idx="414">
                  <c:v>1.6559999999999999</c:v>
                </c:pt>
                <c:pt idx="415">
                  <c:v>1.66</c:v>
                </c:pt>
                <c:pt idx="416">
                  <c:v>1.6639999999999999</c:v>
                </c:pt>
                <c:pt idx="417">
                  <c:v>1.6679999999999999</c:v>
                </c:pt>
                <c:pt idx="418">
                  <c:v>1.6719999999999999</c:v>
                </c:pt>
                <c:pt idx="419">
                  <c:v>1.6759999999999999</c:v>
                </c:pt>
                <c:pt idx="420">
                  <c:v>1.68</c:v>
                </c:pt>
                <c:pt idx="421">
                  <c:v>1.6839999999999999</c:v>
                </c:pt>
                <c:pt idx="422">
                  <c:v>1.6879999999999999</c:v>
                </c:pt>
                <c:pt idx="423">
                  <c:v>1.6919999999999999</c:v>
                </c:pt>
                <c:pt idx="424">
                  <c:v>1.696</c:v>
                </c:pt>
                <c:pt idx="425">
                  <c:v>1.7</c:v>
                </c:pt>
                <c:pt idx="426">
                  <c:v>1.704</c:v>
                </c:pt>
                <c:pt idx="427">
                  <c:v>1.708</c:v>
                </c:pt>
                <c:pt idx="428">
                  <c:v>1.712</c:v>
                </c:pt>
                <c:pt idx="429">
                  <c:v>1.716</c:v>
                </c:pt>
                <c:pt idx="430">
                  <c:v>1.72</c:v>
                </c:pt>
                <c:pt idx="431">
                  <c:v>1.724</c:v>
                </c:pt>
                <c:pt idx="432">
                  <c:v>1.728</c:v>
                </c:pt>
                <c:pt idx="433">
                  <c:v>1.732</c:v>
                </c:pt>
                <c:pt idx="434">
                  <c:v>1.736</c:v>
                </c:pt>
                <c:pt idx="435">
                  <c:v>1.74</c:v>
                </c:pt>
                <c:pt idx="436">
                  <c:v>1.744</c:v>
                </c:pt>
                <c:pt idx="437">
                  <c:v>1.748</c:v>
                </c:pt>
                <c:pt idx="438">
                  <c:v>1.752</c:v>
                </c:pt>
                <c:pt idx="439">
                  <c:v>1.756</c:v>
                </c:pt>
                <c:pt idx="440">
                  <c:v>1.76</c:v>
                </c:pt>
                <c:pt idx="441">
                  <c:v>1.764</c:v>
                </c:pt>
                <c:pt idx="442">
                  <c:v>1.768</c:v>
                </c:pt>
                <c:pt idx="443">
                  <c:v>1.772</c:v>
                </c:pt>
                <c:pt idx="444">
                  <c:v>1.776</c:v>
                </c:pt>
                <c:pt idx="445">
                  <c:v>1.78</c:v>
                </c:pt>
                <c:pt idx="446">
                  <c:v>1.784</c:v>
                </c:pt>
                <c:pt idx="447">
                  <c:v>1.788</c:v>
                </c:pt>
                <c:pt idx="448">
                  <c:v>1.792</c:v>
                </c:pt>
                <c:pt idx="449">
                  <c:v>1.796</c:v>
                </c:pt>
                <c:pt idx="450">
                  <c:v>1.8</c:v>
                </c:pt>
                <c:pt idx="451">
                  <c:v>1.804</c:v>
                </c:pt>
                <c:pt idx="452">
                  <c:v>1.8080000000000001</c:v>
                </c:pt>
                <c:pt idx="453">
                  <c:v>1.8120000000000001</c:v>
                </c:pt>
                <c:pt idx="454">
                  <c:v>1.8160000000000001</c:v>
                </c:pt>
                <c:pt idx="455">
                  <c:v>1.82</c:v>
                </c:pt>
                <c:pt idx="456">
                  <c:v>1.8240000000000001</c:v>
                </c:pt>
                <c:pt idx="457">
                  <c:v>1.8280000000000001</c:v>
                </c:pt>
                <c:pt idx="458">
                  <c:v>1.8320000000000001</c:v>
                </c:pt>
                <c:pt idx="459">
                  <c:v>1.8360000000000001</c:v>
                </c:pt>
                <c:pt idx="460">
                  <c:v>1.84</c:v>
                </c:pt>
                <c:pt idx="461">
                  <c:v>1.8440000000000001</c:v>
                </c:pt>
                <c:pt idx="462">
                  <c:v>1.8480000000000001</c:v>
                </c:pt>
                <c:pt idx="463">
                  <c:v>1.8520000000000001</c:v>
                </c:pt>
                <c:pt idx="464">
                  <c:v>1.8560000000000001</c:v>
                </c:pt>
                <c:pt idx="465">
                  <c:v>1.86</c:v>
                </c:pt>
                <c:pt idx="466">
                  <c:v>1.8640000000000001</c:v>
                </c:pt>
                <c:pt idx="467">
                  <c:v>1.8680000000000001</c:v>
                </c:pt>
                <c:pt idx="468">
                  <c:v>1.8720000000000001</c:v>
                </c:pt>
                <c:pt idx="469">
                  <c:v>1.8759999999999999</c:v>
                </c:pt>
                <c:pt idx="470">
                  <c:v>1.88</c:v>
                </c:pt>
                <c:pt idx="471">
                  <c:v>1.8839999999999999</c:v>
                </c:pt>
                <c:pt idx="472">
                  <c:v>1.8879999999999999</c:v>
                </c:pt>
                <c:pt idx="473">
                  <c:v>1.8919999999999999</c:v>
                </c:pt>
                <c:pt idx="474">
                  <c:v>1.8959999999999999</c:v>
                </c:pt>
                <c:pt idx="475">
                  <c:v>1.9</c:v>
                </c:pt>
                <c:pt idx="476">
                  <c:v>1.9039999999999999</c:v>
                </c:pt>
                <c:pt idx="477">
                  <c:v>1.9079999999999999</c:v>
                </c:pt>
                <c:pt idx="478">
                  <c:v>1.9119999999999999</c:v>
                </c:pt>
                <c:pt idx="479">
                  <c:v>1.9159999999999999</c:v>
                </c:pt>
                <c:pt idx="480">
                  <c:v>1.92</c:v>
                </c:pt>
                <c:pt idx="481">
                  <c:v>1.9239999999999999</c:v>
                </c:pt>
                <c:pt idx="482">
                  <c:v>1.9279999999999999</c:v>
                </c:pt>
                <c:pt idx="483">
                  <c:v>1.9319999999999999</c:v>
                </c:pt>
                <c:pt idx="484">
                  <c:v>1.9359999999999999</c:v>
                </c:pt>
                <c:pt idx="485">
                  <c:v>1.94</c:v>
                </c:pt>
                <c:pt idx="486">
                  <c:v>1.944</c:v>
                </c:pt>
                <c:pt idx="487">
                  <c:v>1.948</c:v>
                </c:pt>
                <c:pt idx="488">
                  <c:v>1.952</c:v>
                </c:pt>
                <c:pt idx="489">
                  <c:v>1.956</c:v>
                </c:pt>
                <c:pt idx="490">
                  <c:v>1.96</c:v>
                </c:pt>
                <c:pt idx="491">
                  <c:v>1.964</c:v>
                </c:pt>
                <c:pt idx="492">
                  <c:v>1.968</c:v>
                </c:pt>
                <c:pt idx="493">
                  <c:v>1.972</c:v>
                </c:pt>
                <c:pt idx="494">
                  <c:v>1.976</c:v>
                </c:pt>
                <c:pt idx="495">
                  <c:v>1.98</c:v>
                </c:pt>
                <c:pt idx="496">
                  <c:v>1.984</c:v>
                </c:pt>
                <c:pt idx="497">
                  <c:v>1.988</c:v>
                </c:pt>
                <c:pt idx="498">
                  <c:v>1.992</c:v>
                </c:pt>
                <c:pt idx="499">
                  <c:v>1.996</c:v>
                </c:pt>
                <c:pt idx="500">
                  <c:v>2</c:v>
                </c:pt>
                <c:pt idx="501">
                  <c:v>2.004</c:v>
                </c:pt>
                <c:pt idx="502">
                  <c:v>2.008</c:v>
                </c:pt>
                <c:pt idx="503">
                  <c:v>2.012</c:v>
                </c:pt>
                <c:pt idx="504">
                  <c:v>2.016</c:v>
                </c:pt>
                <c:pt idx="505">
                  <c:v>2.02</c:v>
                </c:pt>
                <c:pt idx="506">
                  <c:v>2.024</c:v>
                </c:pt>
                <c:pt idx="507">
                  <c:v>2.028</c:v>
                </c:pt>
                <c:pt idx="508">
                  <c:v>2.032</c:v>
                </c:pt>
                <c:pt idx="509">
                  <c:v>2.036</c:v>
                </c:pt>
                <c:pt idx="510">
                  <c:v>2.04</c:v>
                </c:pt>
                <c:pt idx="511">
                  <c:v>2.044</c:v>
                </c:pt>
                <c:pt idx="512">
                  <c:v>2.048</c:v>
                </c:pt>
                <c:pt idx="513">
                  <c:v>2.052</c:v>
                </c:pt>
                <c:pt idx="514">
                  <c:v>2.056</c:v>
                </c:pt>
                <c:pt idx="515">
                  <c:v>2.06</c:v>
                </c:pt>
                <c:pt idx="516">
                  <c:v>2.0640000000000001</c:v>
                </c:pt>
                <c:pt idx="517">
                  <c:v>2.0680000000000001</c:v>
                </c:pt>
                <c:pt idx="518">
                  <c:v>2.0720000000000001</c:v>
                </c:pt>
                <c:pt idx="519">
                  <c:v>2.0760000000000001</c:v>
                </c:pt>
                <c:pt idx="520">
                  <c:v>2.08</c:v>
                </c:pt>
                <c:pt idx="521">
                  <c:v>2.0840000000000001</c:v>
                </c:pt>
                <c:pt idx="522">
                  <c:v>2.0880000000000001</c:v>
                </c:pt>
                <c:pt idx="523">
                  <c:v>2.0920000000000001</c:v>
                </c:pt>
                <c:pt idx="524">
                  <c:v>2.0960000000000001</c:v>
                </c:pt>
                <c:pt idx="525">
                  <c:v>2.1</c:v>
                </c:pt>
                <c:pt idx="526">
                  <c:v>2.1040000000000001</c:v>
                </c:pt>
                <c:pt idx="527">
                  <c:v>2.1080000000000001</c:v>
                </c:pt>
                <c:pt idx="528">
                  <c:v>2.1120000000000001</c:v>
                </c:pt>
                <c:pt idx="529">
                  <c:v>2.1160000000000001</c:v>
                </c:pt>
                <c:pt idx="530">
                  <c:v>2.12</c:v>
                </c:pt>
                <c:pt idx="531">
                  <c:v>2.1240000000000001</c:v>
                </c:pt>
                <c:pt idx="532">
                  <c:v>2.1280000000000001</c:v>
                </c:pt>
                <c:pt idx="533">
                  <c:v>2.1320000000000001</c:v>
                </c:pt>
                <c:pt idx="534">
                  <c:v>2.1360000000000001</c:v>
                </c:pt>
                <c:pt idx="535">
                  <c:v>2.14</c:v>
                </c:pt>
                <c:pt idx="536">
                  <c:v>2.1440000000000001</c:v>
                </c:pt>
                <c:pt idx="537">
                  <c:v>2.1480000000000001</c:v>
                </c:pt>
                <c:pt idx="538">
                  <c:v>2.1520000000000001</c:v>
                </c:pt>
                <c:pt idx="539">
                  <c:v>2.1560000000000001</c:v>
                </c:pt>
                <c:pt idx="540">
                  <c:v>2.16</c:v>
                </c:pt>
                <c:pt idx="541">
                  <c:v>2.1640000000000001</c:v>
                </c:pt>
                <c:pt idx="542">
                  <c:v>2.1680000000000001</c:v>
                </c:pt>
                <c:pt idx="543">
                  <c:v>2.1720000000000002</c:v>
                </c:pt>
                <c:pt idx="544">
                  <c:v>2.1760000000000002</c:v>
                </c:pt>
                <c:pt idx="545">
                  <c:v>2.1800000000000002</c:v>
                </c:pt>
                <c:pt idx="546">
                  <c:v>2.1840000000000002</c:v>
                </c:pt>
                <c:pt idx="547">
                  <c:v>2.1880000000000002</c:v>
                </c:pt>
                <c:pt idx="548">
                  <c:v>2.1920000000000002</c:v>
                </c:pt>
                <c:pt idx="549">
                  <c:v>2.1960000000000002</c:v>
                </c:pt>
                <c:pt idx="550">
                  <c:v>2.2000000000000002</c:v>
                </c:pt>
                <c:pt idx="551">
                  <c:v>2.2040000000000002</c:v>
                </c:pt>
                <c:pt idx="552">
                  <c:v>2.2080000000000002</c:v>
                </c:pt>
                <c:pt idx="553">
                  <c:v>2.2120000000000002</c:v>
                </c:pt>
                <c:pt idx="554">
                  <c:v>2.2160000000000002</c:v>
                </c:pt>
                <c:pt idx="555">
                  <c:v>2.2200000000000002</c:v>
                </c:pt>
                <c:pt idx="556">
                  <c:v>2.2240000000000002</c:v>
                </c:pt>
                <c:pt idx="557">
                  <c:v>2.2280000000000002</c:v>
                </c:pt>
                <c:pt idx="558">
                  <c:v>2.2320000000000002</c:v>
                </c:pt>
                <c:pt idx="559">
                  <c:v>2.2360000000000002</c:v>
                </c:pt>
                <c:pt idx="560">
                  <c:v>2.2400000000000002</c:v>
                </c:pt>
                <c:pt idx="561">
                  <c:v>2.2440000000000002</c:v>
                </c:pt>
                <c:pt idx="562">
                  <c:v>2.2480000000000002</c:v>
                </c:pt>
                <c:pt idx="563">
                  <c:v>2.2519999999999998</c:v>
                </c:pt>
                <c:pt idx="564">
                  <c:v>2.2559999999999998</c:v>
                </c:pt>
                <c:pt idx="565">
                  <c:v>2.2599999999999998</c:v>
                </c:pt>
                <c:pt idx="566">
                  <c:v>2.2639999999999998</c:v>
                </c:pt>
                <c:pt idx="567">
                  <c:v>2.2679999999999998</c:v>
                </c:pt>
                <c:pt idx="568">
                  <c:v>2.2719999999999998</c:v>
                </c:pt>
                <c:pt idx="569">
                  <c:v>2.2759999999999998</c:v>
                </c:pt>
                <c:pt idx="570">
                  <c:v>2.2799999999999998</c:v>
                </c:pt>
                <c:pt idx="571">
                  <c:v>2.2839999999999998</c:v>
                </c:pt>
                <c:pt idx="572">
                  <c:v>2.2879999999999998</c:v>
                </c:pt>
                <c:pt idx="573">
                  <c:v>2.2919999999999998</c:v>
                </c:pt>
                <c:pt idx="574">
                  <c:v>2.2959999999999998</c:v>
                </c:pt>
                <c:pt idx="575">
                  <c:v>2.2999999999999998</c:v>
                </c:pt>
                <c:pt idx="576">
                  <c:v>2.3039999999999998</c:v>
                </c:pt>
                <c:pt idx="577">
                  <c:v>2.3079999999999998</c:v>
                </c:pt>
                <c:pt idx="578">
                  <c:v>2.3119999999999998</c:v>
                </c:pt>
                <c:pt idx="579">
                  <c:v>2.3159999999999998</c:v>
                </c:pt>
                <c:pt idx="580">
                  <c:v>2.3199999999999998</c:v>
                </c:pt>
                <c:pt idx="581">
                  <c:v>2.3239999999999998</c:v>
                </c:pt>
                <c:pt idx="582">
                  <c:v>2.3279999999999998</c:v>
                </c:pt>
                <c:pt idx="583">
                  <c:v>2.3319999999999999</c:v>
                </c:pt>
                <c:pt idx="584">
                  <c:v>2.3359999999999999</c:v>
                </c:pt>
                <c:pt idx="585">
                  <c:v>2.34</c:v>
                </c:pt>
                <c:pt idx="586">
                  <c:v>2.3439999999999999</c:v>
                </c:pt>
                <c:pt idx="587">
                  <c:v>2.3479999999999999</c:v>
                </c:pt>
                <c:pt idx="588">
                  <c:v>2.3519999999999999</c:v>
                </c:pt>
                <c:pt idx="589">
                  <c:v>2.3559999999999999</c:v>
                </c:pt>
                <c:pt idx="590">
                  <c:v>2.36</c:v>
                </c:pt>
                <c:pt idx="591">
                  <c:v>2.3639999999999999</c:v>
                </c:pt>
                <c:pt idx="592">
                  <c:v>2.3679999999999999</c:v>
                </c:pt>
                <c:pt idx="593">
                  <c:v>2.3719999999999999</c:v>
                </c:pt>
                <c:pt idx="594">
                  <c:v>2.3759999999999999</c:v>
                </c:pt>
                <c:pt idx="595">
                  <c:v>2.38</c:v>
                </c:pt>
                <c:pt idx="596">
                  <c:v>2.3839999999999999</c:v>
                </c:pt>
                <c:pt idx="597">
                  <c:v>2.3879999999999999</c:v>
                </c:pt>
                <c:pt idx="598">
                  <c:v>2.3919999999999999</c:v>
                </c:pt>
                <c:pt idx="599">
                  <c:v>2.3959999999999999</c:v>
                </c:pt>
                <c:pt idx="600">
                  <c:v>2.4</c:v>
                </c:pt>
                <c:pt idx="601">
                  <c:v>2.4039999999999999</c:v>
                </c:pt>
                <c:pt idx="602">
                  <c:v>2.4079999999999999</c:v>
                </c:pt>
                <c:pt idx="603">
                  <c:v>2.4119999999999999</c:v>
                </c:pt>
                <c:pt idx="604">
                  <c:v>2.4159999999999999</c:v>
                </c:pt>
                <c:pt idx="605">
                  <c:v>2.42</c:v>
                </c:pt>
                <c:pt idx="606">
                  <c:v>2.4239999999999999</c:v>
                </c:pt>
                <c:pt idx="607">
                  <c:v>2.4279999999999999</c:v>
                </c:pt>
                <c:pt idx="608">
                  <c:v>2.4319999999999999</c:v>
                </c:pt>
                <c:pt idx="609">
                  <c:v>2.4359999999999999</c:v>
                </c:pt>
                <c:pt idx="610">
                  <c:v>2.44</c:v>
                </c:pt>
                <c:pt idx="611">
                  <c:v>2.444</c:v>
                </c:pt>
                <c:pt idx="612">
                  <c:v>2.448</c:v>
                </c:pt>
                <c:pt idx="613">
                  <c:v>2.452</c:v>
                </c:pt>
                <c:pt idx="614">
                  <c:v>2.456</c:v>
                </c:pt>
                <c:pt idx="615">
                  <c:v>2.46</c:v>
                </c:pt>
                <c:pt idx="616">
                  <c:v>2.464</c:v>
                </c:pt>
                <c:pt idx="617">
                  <c:v>2.468</c:v>
                </c:pt>
                <c:pt idx="618">
                  <c:v>2.472</c:v>
                </c:pt>
                <c:pt idx="619">
                  <c:v>2.476</c:v>
                </c:pt>
                <c:pt idx="620">
                  <c:v>2.48</c:v>
                </c:pt>
                <c:pt idx="621">
                  <c:v>2.484</c:v>
                </c:pt>
                <c:pt idx="622">
                  <c:v>2.488</c:v>
                </c:pt>
                <c:pt idx="623">
                  <c:v>2.492</c:v>
                </c:pt>
                <c:pt idx="624">
                  <c:v>2.496</c:v>
                </c:pt>
                <c:pt idx="625">
                  <c:v>2.5</c:v>
                </c:pt>
                <c:pt idx="626">
                  <c:v>2.504</c:v>
                </c:pt>
                <c:pt idx="627">
                  <c:v>2.508</c:v>
                </c:pt>
                <c:pt idx="628">
                  <c:v>2.512</c:v>
                </c:pt>
                <c:pt idx="629">
                  <c:v>2.516</c:v>
                </c:pt>
                <c:pt idx="630">
                  <c:v>2.52</c:v>
                </c:pt>
                <c:pt idx="631">
                  <c:v>2.524</c:v>
                </c:pt>
                <c:pt idx="632">
                  <c:v>2.528</c:v>
                </c:pt>
                <c:pt idx="633">
                  <c:v>2.532</c:v>
                </c:pt>
                <c:pt idx="634">
                  <c:v>2.536</c:v>
                </c:pt>
                <c:pt idx="635">
                  <c:v>2.54</c:v>
                </c:pt>
                <c:pt idx="636">
                  <c:v>2.544</c:v>
                </c:pt>
                <c:pt idx="637">
                  <c:v>2.548</c:v>
                </c:pt>
                <c:pt idx="638">
                  <c:v>2.552</c:v>
                </c:pt>
                <c:pt idx="639">
                  <c:v>2.556</c:v>
                </c:pt>
                <c:pt idx="640">
                  <c:v>2.56</c:v>
                </c:pt>
                <c:pt idx="641">
                  <c:v>2.5640000000000001</c:v>
                </c:pt>
                <c:pt idx="642">
                  <c:v>2.5680000000000001</c:v>
                </c:pt>
                <c:pt idx="643">
                  <c:v>2.5720000000000001</c:v>
                </c:pt>
                <c:pt idx="644">
                  <c:v>2.5760000000000001</c:v>
                </c:pt>
                <c:pt idx="645">
                  <c:v>2.58</c:v>
                </c:pt>
                <c:pt idx="646">
                  <c:v>2.5840000000000001</c:v>
                </c:pt>
                <c:pt idx="647">
                  <c:v>2.5880000000000001</c:v>
                </c:pt>
                <c:pt idx="648">
                  <c:v>2.5920000000000001</c:v>
                </c:pt>
                <c:pt idx="649">
                  <c:v>2.5960000000000001</c:v>
                </c:pt>
                <c:pt idx="650">
                  <c:v>2.6</c:v>
                </c:pt>
                <c:pt idx="651">
                  <c:v>2.6040000000000001</c:v>
                </c:pt>
                <c:pt idx="652">
                  <c:v>2.6080000000000001</c:v>
                </c:pt>
                <c:pt idx="653">
                  <c:v>2.6120000000000001</c:v>
                </c:pt>
                <c:pt idx="654">
                  <c:v>2.6160000000000001</c:v>
                </c:pt>
                <c:pt idx="655">
                  <c:v>2.62</c:v>
                </c:pt>
                <c:pt idx="656">
                  <c:v>2.6240000000000001</c:v>
                </c:pt>
                <c:pt idx="657">
                  <c:v>2.6280000000000001</c:v>
                </c:pt>
                <c:pt idx="658">
                  <c:v>2.6320000000000001</c:v>
                </c:pt>
                <c:pt idx="659">
                  <c:v>2.6360000000000001</c:v>
                </c:pt>
                <c:pt idx="660">
                  <c:v>2.64</c:v>
                </c:pt>
                <c:pt idx="661">
                  <c:v>2.6440000000000001</c:v>
                </c:pt>
                <c:pt idx="662">
                  <c:v>2.6480000000000001</c:v>
                </c:pt>
                <c:pt idx="663">
                  <c:v>2.6520000000000001</c:v>
                </c:pt>
                <c:pt idx="664">
                  <c:v>2.6560000000000001</c:v>
                </c:pt>
                <c:pt idx="665">
                  <c:v>2.66</c:v>
                </c:pt>
                <c:pt idx="666">
                  <c:v>2.6640000000000001</c:v>
                </c:pt>
                <c:pt idx="667">
                  <c:v>2.6680000000000001</c:v>
                </c:pt>
                <c:pt idx="668">
                  <c:v>2.6720000000000002</c:v>
                </c:pt>
                <c:pt idx="669">
                  <c:v>2.6760000000000002</c:v>
                </c:pt>
                <c:pt idx="670">
                  <c:v>2.68</c:v>
                </c:pt>
                <c:pt idx="671">
                  <c:v>2.6840000000000002</c:v>
                </c:pt>
                <c:pt idx="672">
                  <c:v>2.6880000000000002</c:v>
                </c:pt>
                <c:pt idx="673">
                  <c:v>2.6920000000000002</c:v>
                </c:pt>
                <c:pt idx="674">
                  <c:v>2.6960000000000002</c:v>
                </c:pt>
                <c:pt idx="675">
                  <c:v>2.7</c:v>
                </c:pt>
                <c:pt idx="676">
                  <c:v>2.7040000000000002</c:v>
                </c:pt>
                <c:pt idx="677">
                  <c:v>2.7080000000000002</c:v>
                </c:pt>
                <c:pt idx="678">
                  <c:v>2.7120000000000002</c:v>
                </c:pt>
                <c:pt idx="679">
                  <c:v>2.7160000000000002</c:v>
                </c:pt>
                <c:pt idx="680">
                  <c:v>2.72</c:v>
                </c:pt>
                <c:pt idx="681">
                  <c:v>2.7240000000000002</c:v>
                </c:pt>
                <c:pt idx="682">
                  <c:v>2.7280000000000002</c:v>
                </c:pt>
                <c:pt idx="683">
                  <c:v>2.7320000000000002</c:v>
                </c:pt>
                <c:pt idx="684">
                  <c:v>2.7360000000000002</c:v>
                </c:pt>
                <c:pt idx="685">
                  <c:v>2.74</c:v>
                </c:pt>
                <c:pt idx="686">
                  <c:v>2.7440000000000002</c:v>
                </c:pt>
                <c:pt idx="687">
                  <c:v>2.7480000000000002</c:v>
                </c:pt>
                <c:pt idx="688">
                  <c:v>2.7519999999999998</c:v>
                </c:pt>
                <c:pt idx="689">
                  <c:v>2.7559999999999998</c:v>
                </c:pt>
                <c:pt idx="690">
                  <c:v>2.76</c:v>
                </c:pt>
                <c:pt idx="691">
                  <c:v>2.7639999999999998</c:v>
                </c:pt>
                <c:pt idx="692">
                  <c:v>2.7679999999999998</c:v>
                </c:pt>
                <c:pt idx="693">
                  <c:v>2.7719999999999998</c:v>
                </c:pt>
                <c:pt idx="694">
                  <c:v>2.7759999999999998</c:v>
                </c:pt>
                <c:pt idx="695">
                  <c:v>2.78</c:v>
                </c:pt>
                <c:pt idx="696">
                  <c:v>2.7839999999999998</c:v>
                </c:pt>
                <c:pt idx="697">
                  <c:v>2.7879999999999998</c:v>
                </c:pt>
                <c:pt idx="698">
                  <c:v>2.7919999999999998</c:v>
                </c:pt>
                <c:pt idx="699">
                  <c:v>2.7959999999999998</c:v>
                </c:pt>
                <c:pt idx="700">
                  <c:v>2.8</c:v>
                </c:pt>
                <c:pt idx="701">
                  <c:v>2.8039999999999998</c:v>
                </c:pt>
                <c:pt idx="702">
                  <c:v>2.8079999999999998</c:v>
                </c:pt>
                <c:pt idx="703">
                  <c:v>2.8119999999999998</c:v>
                </c:pt>
                <c:pt idx="704">
                  <c:v>2.8159999999999998</c:v>
                </c:pt>
                <c:pt idx="705">
                  <c:v>2.82</c:v>
                </c:pt>
                <c:pt idx="706">
                  <c:v>2.8239999999999998</c:v>
                </c:pt>
                <c:pt idx="707">
                  <c:v>2.8279999999999998</c:v>
                </c:pt>
                <c:pt idx="708">
                  <c:v>2.8319999999999999</c:v>
                </c:pt>
                <c:pt idx="709">
                  <c:v>2.8359999999999999</c:v>
                </c:pt>
                <c:pt idx="710">
                  <c:v>2.84</c:v>
                </c:pt>
                <c:pt idx="711">
                  <c:v>2.8439999999999999</c:v>
                </c:pt>
                <c:pt idx="712">
                  <c:v>2.8479999999999999</c:v>
                </c:pt>
                <c:pt idx="713">
                  <c:v>2.8519999999999999</c:v>
                </c:pt>
                <c:pt idx="714">
                  <c:v>2.8559999999999999</c:v>
                </c:pt>
                <c:pt idx="715">
                  <c:v>2.86</c:v>
                </c:pt>
                <c:pt idx="716">
                  <c:v>2.8639999999999999</c:v>
                </c:pt>
                <c:pt idx="717">
                  <c:v>2.8679999999999999</c:v>
                </c:pt>
                <c:pt idx="718">
                  <c:v>2.8719999999999999</c:v>
                </c:pt>
                <c:pt idx="719">
                  <c:v>2.8759999999999999</c:v>
                </c:pt>
                <c:pt idx="720">
                  <c:v>2.88</c:v>
                </c:pt>
                <c:pt idx="721">
                  <c:v>2.8839999999999999</c:v>
                </c:pt>
                <c:pt idx="722">
                  <c:v>2.8879999999999999</c:v>
                </c:pt>
                <c:pt idx="723">
                  <c:v>2.8919999999999999</c:v>
                </c:pt>
                <c:pt idx="724">
                  <c:v>2.8959999999999999</c:v>
                </c:pt>
                <c:pt idx="725">
                  <c:v>2.9</c:v>
                </c:pt>
                <c:pt idx="726">
                  <c:v>2.9039999999999999</c:v>
                </c:pt>
                <c:pt idx="727">
                  <c:v>2.9079999999999999</c:v>
                </c:pt>
                <c:pt idx="728">
                  <c:v>2.9119999999999999</c:v>
                </c:pt>
                <c:pt idx="729">
                  <c:v>2.9159999999999999</c:v>
                </c:pt>
                <c:pt idx="730">
                  <c:v>2.92</c:v>
                </c:pt>
                <c:pt idx="731">
                  <c:v>2.9239999999999999</c:v>
                </c:pt>
                <c:pt idx="732">
                  <c:v>2.9279999999999999</c:v>
                </c:pt>
                <c:pt idx="733">
                  <c:v>2.9319999999999999</c:v>
                </c:pt>
                <c:pt idx="734">
                  <c:v>2.9359999999999999</c:v>
                </c:pt>
                <c:pt idx="735">
                  <c:v>2.94</c:v>
                </c:pt>
                <c:pt idx="736">
                  <c:v>2.944</c:v>
                </c:pt>
                <c:pt idx="737">
                  <c:v>2.948</c:v>
                </c:pt>
                <c:pt idx="738">
                  <c:v>2.952</c:v>
                </c:pt>
                <c:pt idx="739">
                  <c:v>2.956</c:v>
                </c:pt>
                <c:pt idx="740">
                  <c:v>2.96</c:v>
                </c:pt>
                <c:pt idx="741">
                  <c:v>2.964</c:v>
                </c:pt>
                <c:pt idx="742">
                  <c:v>2.968</c:v>
                </c:pt>
                <c:pt idx="743">
                  <c:v>2.972</c:v>
                </c:pt>
                <c:pt idx="744">
                  <c:v>2.976</c:v>
                </c:pt>
                <c:pt idx="745">
                  <c:v>2.98</c:v>
                </c:pt>
                <c:pt idx="746">
                  <c:v>2.984</c:v>
                </c:pt>
                <c:pt idx="747">
                  <c:v>2.988</c:v>
                </c:pt>
                <c:pt idx="748">
                  <c:v>2.992</c:v>
                </c:pt>
                <c:pt idx="749">
                  <c:v>2.996</c:v>
                </c:pt>
                <c:pt idx="750">
                  <c:v>3</c:v>
                </c:pt>
                <c:pt idx="751">
                  <c:v>3.004</c:v>
                </c:pt>
                <c:pt idx="752">
                  <c:v>3.008</c:v>
                </c:pt>
                <c:pt idx="753">
                  <c:v>3.012</c:v>
                </c:pt>
                <c:pt idx="754">
                  <c:v>3.016</c:v>
                </c:pt>
                <c:pt idx="755">
                  <c:v>3.02</c:v>
                </c:pt>
                <c:pt idx="756">
                  <c:v>3.024</c:v>
                </c:pt>
                <c:pt idx="757">
                  <c:v>3.028</c:v>
                </c:pt>
                <c:pt idx="758">
                  <c:v>3.032</c:v>
                </c:pt>
                <c:pt idx="759">
                  <c:v>3.036</c:v>
                </c:pt>
                <c:pt idx="760">
                  <c:v>3.04</c:v>
                </c:pt>
                <c:pt idx="761">
                  <c:v>3.044</c:v>
                </c:pt>
                <c:pt idx="762">
                  <c:v>3.048</c:v>
                </c:pt>
                <c:pt idx="763">
                  <c:v>3.052</c:v>
                </c:pt>
                <c:pt idx="764">
                  <c:v>3.056</c:v>
                </c:pt>
                <c:pt idx="765">
                  <c:v>3.06</c:v>
                </c:pt>
                <c:pt idx="766">
                  <c:v>3.0640000000000001</c:v>
                </c:pt>
                <c:pt idx="767">
                  <c:v>3.0680000000000001</c:v>
                </c:pt>
                <c:pt idx="768">
                  <c:v>3.0720000000000001</c:v>
                </c:pt>
                <c:pt idx="769">
                  <c:v>3.0760000000000001</c:v>
                </c:pt>
                <c:pt idx="770">
                  <c:v>3.08</c:v>
                </c:pt>
                <c:pt idx="771">
                  <c:v>3.0840000000000001</c:v>
                </c:pt>
                <c:pt idx="772">
                  <c:v>3.0880000000000001</c:v>
                </c:pt>
                <c:pt idx="773">
                  <c:v>3.0920000000000001</c:v>
                </c:pt>
                <c:pt idx="774">
                  <c:v>3.0960000000000001</c:v>
                </c:pt>
                <c:pt idx="775">
                  <c:v>3.1</c:v>
                </c:pt>
                <c:pt idx="776">
                  <c:v>3.1040000000000001</c:v>
                </c:pt>
                <c:pt idx="777">
                  <c:v>3.1080000000000001</c:v>
                </c:pt>
                <c:pt idx="778">
                  <c:v>3.1120000000000001</c:v>
                </c:pt>
                <c:pt idx="779">
                  <c:v>3.1160000000000001</c:v>
                </c:pt>
                <c:pt idx="780">
                  <c:v>3.12</c:v>
                </c:pt>
                <c:pt idx="781">
                  <c:v>3.1240000000000001</c:v>
                </c:pt>
                <c:pt idx="782">
                  <c:v>3.1280000000000001</c:v>
                </c:pt>
                <c:pt idx="783">
                  <c:v>3.1320000000000001</c:v>
                </c:pt>
                <c:pt idx="784">
                  <c:v>3.1360000000000001</c:v>
                </c:pt>
                <c:pt idx="785">
                  <c:v>3.14</c:v>
                </c:pt>
                <c:pt idx="786">
                  <c:v>3.1440000000000001</c:v>
                </c:pt>
                <c:pt idx="787">
                  <c:v>3.1480000000000001</c:v>
                </c:pt>
                <c:pt idx="788">
                  <c:v>3.1520000000000001</c:v>
                </c:pt>
                <c:pt idx="789">
                  <c:v>3.1560000000000001</c:v>
                </c:pt>
                <c:pt idx="790">
                  <c:v>3.16</c:v>
                </c:pt>
                <c:pt idx="791">
                  <c:v>3.1640000000000001</c:v>
                </c:pt>
                <c:pt idx="792">
                  <c:v>3.1680000000000001</c:v>
                </c:pt>
                <c:pt idx="793">
                  <c:v>3.1720000000000002</c:v>
                </c:pt>
                <c:pt idx="794">
                  <c:v>3.1760000000000002</c:v>
                </c:pt>
                <c:pt idx="795">
                  <c:v>3.18</c:v>
                </c:pt>
                <c:pt idx="796">
                  <c:v>3.1840000000000002</c:v>
                </c:pt>
                <c:pt idx="797">
                  <c:v>3.1880000000000002</c:v>
                </c:pt>
                <c:pt idx="798">
                  <c:v>3.1920000000000002</c:v>
                </c:pt>
                <c:pt idx="799">
                  <c:v>3.1960000000000002</c:v>
                </c:pt>
                <c:pt idx="800">
                  <c:v>3.2</c:v>
                </c:pt>
                <c:pt idx="801">
                  <c:v>3.2040000000000002</c:v>
                </c:pt>
                <c:pt idx="802">
                  <c:v>3.2080000000000002</c:v>
                </c:pt>
                <c:pt idx="803">
                  <c:v>3.2120000000000002</c:v>
                </c:pt>
                <c:pt idx="804">
                  <c:v>3.2160000000000002</c:v>
                </c:pt>
                <c:pt idx="805">
                  <c:v>3.22</c:v>
                </c:pt>
                <c:pt idx="806">
                  <c:v>3.2240000000000002</c:v>
                </c:pt>
                <c:pt idx="807">
                  <c:v>3.2280000000000002</c:v>
                </c:pt>
                <c:pt idx="808">
                  <c:v>3.2320000000000002</c:v>
                </c:pt>
                <c:pt idx="809">
                  <c:v>3.2360000000000002</c:v>
                </c:pt>
                <c:pt idx="810">
                  <c:v>3.24</c:v>
                </c:pt>
                <c:pt idx="811">
                  <c:v>3.2440000000000002</c:v>
                </c:pt>
                <c:pt idx="812">
                  <c:v>3.2480000000000002</c:v>
                </c:pt>
                <c:pt idx="813">
                  <c:v>3.2519999999999998</c:v>
                </c:pt>
                <c:pt idx="814">
                  <c:v>3.2559999999999998</c:v>
                </c:pt>
                <c:pt idx="815">
                  <c:v>3.26</c:v>
                </c:pt>
                <c:pt idx="816">
                  <c:v>3.2639999999999998</c:v>
                </c:pt>
                <c:pt idx="817">
                  <c:v>3.2679999999999998</c:v>
                </c:pt>
                <c:pt idx="818">
                  <c:v>3.2719999999999998</c:v>
                </c:pt>
                <c:pt idx="819">
                  <c:v>3.2759999999999998</c:v>
                </c:pt>
                <c:pt idx="820">
                  <c:v>3.28</c:v>
                </c:pt>
                <c:pt idx="821">
                  <c:v>3.2839999999999998</c:v>
                </c:pt>
                <c:pt idx="822">
                  <c:v>3.2879999999999998</c:v>
                </c:pt>
                <c:pt idx="823">
                  <c:v>3.2919999999999998</c:v>
                </c:pt>
                <c:pt idx="824">
                  <c:v>3.2959999999999998</c:v>
                </c:pt>
                <c:pt idx="825">
                  <c:v>3.3</c:v>
                </c:pt>
                <c:pt idx="826">
                  <c:v>3.3039999999999998</c:v>
                </c:pt>
                <c:pt idx="827">
                  <c:v>3.3079999999999998</c:v>
                </c:pt>
                <c:pt idx="828">
                  <c:v>3.3119999999999998</c:v>
                </c:pt>
                <c:pt idx="829">
                  <c:v>3.3159999999999998</c:v>
                </c:pt>
                <c:pt idx="830">
                  <c:v>3.32</c:v>
                </c:pt>
                <c:pt idx="831">
                  <c:v>3.3239999999999998</c:v>
                </c:pt>
                <c:pt idx="832">
                  <c:v>3.3279999999999998</c:v>
                </c:pt>
                <c:pt idx="833">
                  <c:v>3.3319999999999999</c:v>
                </c:pt>
                <c:pt idx="834">
                  <c:v>3.3359999999999999</c:v>
                </c:pt>
                <c:pt idx="835">
                  <c:v>3.34</c:v>
                </c:pt>
                <c:pt idx="836">
                  <c:v>3.3439999999999999</c:v>
                </c:pt>
                <c:pt idx="837">
                  <c:v>3.3479999999999999</c:v>
                </c:pt>
                <c:pt idx="838">
                  <c:v>3.3519999999999999</c:v>
                </c:pt>
                <c:pt idx="839">
                  <c:v>3.3559999999999999</c:v>
                </c:pt>
                <c:pt idx="840">
                  <c:v>3.36</c:v>
                </c:pt>
                <c:pt idx="841">
                  <c:v>3.3639999999999999</c:v>
                </c:pt>
                <c:pt idx="842">
                  <c:v>3.3679999999999999</c:v>
                </c:pt>
                <c:pt idx="843">
                  <c:v>3.3719999999999999</c:v>
                </c:pt>
                <c:pt idx="844">
                  <c:v>3.3759999999999999</c:v>
                </c:pt>
                <c:pt idx="845">
                  <c:v>3.38</c:v>
                </c:pt>
                <c:pt idx="846">
                  <c:v>3.3839999999999999</c:v>
                </c:pt>
                <c:pt idx="847">
                  <c:v>3.3879999999999999</c:v>
                </c:pt>
                <c:pt idx="848">
                  <c:v>3.3919999999999999</c:v>
                </c:pt>
                <c:pt idx="849">
                  <c:v>3.3959999999999999</c:v>
                </c:pt>
                <c:pt idx="850">
                  <c:v>3.4</c:v>
                </c:pt>
                <c:pt idx="851">
                  <c:v>3.4039999999999999</c:v>
                </c:pt>
                <c:pt idx="852">
                  <c:v>3.4079999999999999</c:v>
                </c:pt>
                <c:pt idx="853">
                  <c:v>3.4119999999999999</c:v>
                </c:pt>
                <c:pt idx="854">
                  <c:v>3.4159999999999999</c:v>
                </c:pt>
                <c:pt idx="855">
                  <c:v>3.42</c:v>
                </c:pt>
                <c:pt idx="856">
                  <c:v>3.4239999999999999</c:v>
                </c:pt>
                <c:pt idx="857">
                  <c:v>3.4279999999999999</c:v>
                </c:pt>
                <c:pt idx="858">
                  <c:v>3.4319999999999999</c:v>
                </c:pt>
                <c:pt idx="859">
                  <c:v>3.4359999999999999</c:v>
                </c:pt>
                <c:pt idx="860">
                  <c:v>3.44</c:v>
                </c:pt>
                <c:pt idx="861">
                  <c:v>3.444</c:v>
                </c:pt>
                <c:pt idx="862">
                  <c:v>3.448</c:v>
                </c:pt>
                <c:pt idx="863">
                  <c:v>3.452</c:v>
                </c:pt>
                <c:pt idx="864">
                  <c:v>3.456</c:v>
                </c:pt>
                <c:pt idx="865">
                  <c:v>3.46</c:v>
                </c:pt>
                <c:pt idx="866">
                  <c:v>3.464</c:v>
                </c:pt>
                <c:pt idx="867">
                  <c:v>3.468</c:v>
                </c:pt>
                <c:pt idx="868">
                  <c:v>3.472</c:v>
                </c:pt>
                <c:pt idx="869">
                  <c:v>3.476</c:v>
                </c:pt>
                <c:pt idx="870">
                  <c:v>3.48</c:v>
                </c:pt>
                <c:pt idx="871">
                  <c:v>3.484</c:v>
                </c:pt>
                <c:pt idx="872">
                  <c:v>3.488</c:v>
                </c:pt>
                <c:pt idx="873">
                  <c:v>3.492</c:v>
                </c:pt>
                <c:pt idx="874">
                  <c:v>3.496</c:v>
                </c:pt>
                <c:pt idx="875">
                  <c:v>3.5</c:v>
                </c:pt>
                <c:pt idx="876">
                  <c:v>3.504</c:v>
                </c:pt>
                <c:pt idx="877">
                  <c:v>3.508</c:v>
                </c:pt>
                <c:pt idx="878">
                  <c:v>3.512</c:v>
                </c:pt>
                <c:pt idx="879">
                  <c:v>3.516</c:v>
                </c:pt>
                <c:pt idx="880">
                  <c:v>3.52</c:v>
                </c:pt>
                <c:pt idx="881">
                  <c:v>3.524</c:v>
                </c:pt>
                <c:pt idx="882">
                  <c:v>3.528</c:v>
                </c:pt>
                <c:pt idx="883">
                  <c:v>3.532</c:v>
                </c:pt>
                <c:pt idx="884">
                  <c:v>3.536</c:v>
                </c:pt>
                <c:pt idx="885">
                  <c:v>3.54</c:v>
                </c:pt>
                <c:pt idx="886">
                  <c:v>3.544</c:v>
                </c:pt>
                <c:pt idx="887">
                  <c:v>3.548</c:v>
                </c:pt>
                <c:pt idx="888">
                  <c:v>3.552</c:v>
                </c:pt>
                <c:pt idx="889">
                  <c:v>3.556</c:v>
                </c:pt>
                <c:pt idx="890">
                  <c:v>3.56</c:v>
                </c:pt>
                <c:pt idx="891">
                  <c:v>3.5640000000000001</c:v>
                </c:pt>
                <c:pt idx="892">
                  <c:v>3.5680000000000001</c:v>
                </c:pt>
                <c:pt idx="893">
                  <c:v>3.5720000000000001</c:v>
                </c:pt>
                <c:pt idx="894">
                  <c:v>3.5760000000000001</c:v>
                </c:pt>
                <c:pt idx="895">
                  <c:v>3.58</c:v>
                </c:pt>
                <c:pt idx="896">
                  <c:v>3.5840000000000001</c:v>
                </c:pt>
                <c:pt idx="897">
                  <c:v>3.5880000000000001</c:v>
                </c:pt>
                <c:pt idx="898">
                  <c:v>3.5920000000000001</c:v>
                </c:pt>
                <c:pt idx="899">
                  <c:v>3.5960000000000001</c:v>
                </c:pt>
                <c:pt idx="900">
                  <c:v>3.6</c:v>
                </c:pt>
                <c:pt idx="901">
                  <c:v>3.6040000000000001</c:v>
                </c:pt>
                <c:pt idx="902">
                  <c:v>3.6080000000000001</c:v>
                </c:pt>
                <c:pt idx="903">
                  <c:v>3.6120000000000001</c:v>
                </c:pt>
                <c:pt idx="904">
                  <c:v>3.6160000000000001</c:v>
                </c:pt>
                <c:pt idx="905">
                  <c:v>3.62</c:v>
                </c:pt>
                <c:pt idx="906">
                  <c:v>3.6240000000000001</c:v>
                </c:pt>
                <c:pt idx="907">
                  <c:v>3.6280000000000001</c:v>
                </c:pt>
                <c:pt idx="908">
                  <c:v>3.6320000000000001</c:v>
                </c:pt>
                <c:pt idx="909">
                  <c:v>3.6360000000000001</c:v>
                </c:pt>
                <c:pt idx="910">
                  <c:v>3.64</c:v>
                </c:pt>
                <c:pt idx="911">
                  <c:v>3.6440000000000001</c:v>
                </c:pt>
                <c:pt idx="912">
                  <c:v>3.6480000000000001</c:v>
                </c:pt>
                <c:pt idx="913">
                  <c:v>3.6520000000000001</c:v>
                </c:pt>
                <c:pt idx="914">
                  <c:v>3.6560000000000001</c:v>
                </c:pt>
                <c:pt idx="915">
                  <c:v>3.66</c:v>
                </c:pt>
                <c:pt idx="916">
                  <c:v>3.6640000000000001</c:v>
                </c:pt>
                <c:pt idx="917">
                  <c:v>3.6680000000000001</c:v>
                </c:pt>
                <c:pt idx="918">
                  <c:v>3.6720000000000002</c:v>
                </c:pt>
                <c:pt idx="919">
                  <c:v>3.6760000000000002</c:v>
                </c:pt>
                <c:pt idx="920">
                  <c:v>3.68</c:v>
                </c:pt>
                <c:pt idx="921">
                  <c:v>3.6840000000000002</c:v>
                </c:pt>
                <c:pt idx="922">
                  <c:v>3.6880000000000002</c:v>
                </c:pt>
                <c:pt idx="923">
                  <c:v>3.6920000000000002</c:v>
                </c:pt>
                <c:pt idx="924">
                  <c:v>3.6960000000000002</c:v>
                </c:pt>
                <c:pt idx="925">
                  <c:v>3.7</c:v>
                </c:pt>
                <c:pt idx="926">
                  <c:v>3.7040000000000002</c:v>
                </c:pt>
                <c:pt idx="927">
                  <c:v>3.7080000000000002</c:v>
                </c:pt>
                <c:pt idx="928">
                  <c:v>3.7120000000000002</c:v>
                </c:pt>
                <c:pt idx="929">
                  <c:v>3.7160000000000002</c:v>
                </c:pt>
                <c:pt idx="930">
                  <c:v>3.72</c:v>
                </c:pt>
                <c:pt idx="931">
                  <c:v>3.7240000000000002</c:v>
                </c:pt>
                <c:pt idx="932">
                  <c:v>3.7280000000000002</c:v>
                </c:pt>
                <c:pt idx="933">
                  <c:v>3.7320000000000002</c:v>
                </c:pt>
                <c:pt idx="934">
                  <c:v>3.7360000000000002</c:v>
                </c:pt>
                <c:pt idx="935">
                  <c:v>3.74</c:v>
                </c:pt>
                <c:pt idx="936">
                  <c:v>3.7440000000000002</c:v>
                </c:pt>
                <c:pt idx="937">
                  <c:v>3.7480000000000002</c:v>
                </c:pt>
                <c:pt idx="938">
                  <c:v>3.7519999999999998</c:v>
                </c:pt>
                <c:pt idx="939">
                  <c:v>3.7559999999999998</c:v>
                </c:pt>
                <c:pt idx="940">
                  <c:v>3.76</c:v>
                </c:pt>
                <c:pt idx="941">
                  <c:v>3.7639999999999998</c:v>
                </c:pt>
                <c:pt idx="942">
                  <c:v>3.7679999999999998</c:v>
                </c:pt>
                <c:pt idx="943">
                  <c:v>3.7719999999999998</c:v>
                </c:pt>
                <c:pt idx="944">
                  <c:v>3.7759999999999998</c:v>
                </c:pt>
                <c:pt idx="945">
                  <c:v>3.78</c:v>
                </c:pt>
                <c:pt idx="946">
                  <c:v>3.7839999999999998</c:v>
                </c:pt>
                <c:pt idx="947">
                  <c:v>3.7879999999999998</c:v>
                </c:pt>
                <c:pt idx="948">
                  <c:v>3.7919999999999998</c:v>
                </c:pt>
                <c:pt idx="949">
                  <c:v>3.7959999999999998</c:v>
                </c:pt>
                <c:pt idx="950">
                  <c:v>3.8</c:v>
                </c:pt>
                <c:pt idx="951">
                  <c:v>3.8039999999999998</c:v>
                </c:pt>
                <c:pt idx="952">
                  <c:v>3.8079999999999998</c:v>
                </c:pt>
                <c:pt idx="953">
                  <c:v>3.8119999999999998</c:v>
                </c:pt>
                <c:pt idx="954">
                  <c:v>3.8159999999999998</c:v>
                </c:pt>
                <c:pt idx="955">
                  <c:v>3.82</c:v>
                </c:pt>
                <c:pt idx="956">
                  <c:v>3.8239999999999998</c:v>
                </c:pt>
                <c:pt idx="957">
                  <c:v>3.8279999999999998</c:v>
                </c:pt>
                <c:pt idx="958">
                  <c:v>3.8319999999999999</c:v>
                </c:pt>
                <c:pt idx="959">
                  <c:v>3.8359999999999999</c:v>
                </c:pt>
                <c:pt idx="960">
                  <c:v>3.84</c:v>
                </c:pt>
                <c:pt idx="961">
                  <c:v>3.8439999999999999</c:v>
                </c:pt>
                <c:pt idx="962">
                  <c:v>3.8479999999999999</c:v>
                </c:pt>
                <c:pt idx="963">
                  <c:v>3.8519999999999999</c:v>
                </c:pt>
                <c:pt idx="964">
                  <c:v>3.8559999999999999</c:v>
                </c:pt>
                <c:pt idx="965">
                  <c:v>3.86</c:v>
                </c:pt>
                <c:pt idx="966">
                  <c:v>3.8639999999999999</c:v>
                </c:pt>
                <c:pt idx="967">
                  <c:v>3.8679999999999999</c:v>
                </c:pt>
                <c:pt idx="968">
                  <c:v>3.8719999999999999</c:v>
                </c:pt>
                <c:pt idx="969">
                  <c:v>3.8759999999999999</c:v>
                </c:pt>
                <c:pt idx="970">
                  <c:v>3.88</c:v>
                </c:pt>
                <c:pt idx="971">
                  <c:v>3.8839999999999999</c:v>
                </c:pt>
                <c:pt idx="972">
                  <c:v>3.8879999999999999</c:v>
                </c:pt>
                <c:pt idx="973">
                  <c:v>3.8919999999999999</c:v>
                </c:pt>
                <c:pt idx="974">
                  <c:v>3.8959999999999999</c:v>
                </c:pt>
                <c:pt idx="975">
                  <c:v>3.9</c:v>
                </c:pt>
                <c:pt idx="976">
                  <c:v>3.9039999999999999</c:v>
                </c:pt>
                <c:pt idx="977">
                  <c:v>3.9079999999999999</c:v>
                </c:pt>
                <c:pt idx="978">
                  <c:v>3.9119999999999999</c:v>
                </c:pt>
                <c:pt idx="979">
                  <c:v>3.9159999999999999</c:v>
                </c:pt>
                <c:pt idx="980">
                  <c:v>3.92</c:v>
                </c:pt>
                <c:pt idx="981">
                  <c:v>3.9239999999999999</c:v>
                </c:pt>
                <c:pt idx="982">
                  <c:v>3.9279999999999999</c:v>
                </c:pt>
                <c:pt idx="983">
                  <c:v>3.9319999999999999</c:v>
                </c:pt>
                <c:pt idx="984">
                  <c:v>3.9359999999999999</c:v>
                </c:pt>
                <c:pt idx="985">
                  <c:v>3.94</c:v>
                </c:pt>
                <c:pt idx="986">
                  <c:v>3.944</c:v>
                </c:pt>
                <c:pt idx="987">
                  <c:v>3.948</c:v>
                </c:pt>
                <c:pt idx="988">
                  <c:v>3.952</c:v>
                </c:pt>
                <c:pt idx="989">
                  <c:v>3.956</c:v>
                </c:pt>
                <c:pt idx="990">
                  <c:v>3.96</c:v>
                </c:pt>
                <c:pt idx="991">
                  <c:v>3.964</c:v>
                </c:pt>
                <c:pt idx="992">
                  <c:v>3.968</c:v>
                </c:pt>
                <c:pt idx="993">
                  <c:v>3.972</c:v>
                </c:pt>
                <c:pt idx="994">
                  <c:v>3.976</c:v>
                </c:pt>
                <c:pt idx="995">
                  <c:v>3.98</c:v>
                </c:pt>
                <c:pt idx="996">
                  <c:v>3.984</c:v>
                </c:pt>
                <c:pt idx="997">
                  <c:v>3.988</c:v>
                </c:pt>
                <c:pt idx="998">
                  <c:v>3.992</c:v>
                </c:pt>
                <c:pt idx="999">
                  <c:v>3.996</c:v>
                </c:pt>
                <c:pt idx="1000">
                  <c:v>4</c:v>
                </c:pt>
                <c:pt idx="1001">
                  <c:v>4.0039999999999996</c:v>
                </c:pt>
                <c:pt idx="1002">
                  <c:v>4.008</c:v>
                </c:pt>
                <c:pt idx="1003">
                  <c:v>4.0119999999999996</c:v>
                </c:pt>
                <c:pt idx="1004">
                  <c:v>4.016</c:v>
                </c:pt>
                <c:pt idx="1005">
                  <c:v>4.0199999999999996</c:v>
                </c:pt>
                <c:pt idx="1006">
                  <c:v>4.024</c:v>
                </c:pt>
                <c:pt idx="1007">
                  <c:v>4.0279999999999996</c:v>
                </c:pt>
                <c:pt idx="1008">
                  <c:v>4.032</c:v>
                </c:pt>
                <c:pt idx="1009">
                  <c:v>4.0359999999999996</c:v>
                </c:pt>
                <c:pt idx="1010">
                  <c:v>4.04</c:v>
                </c:pt>
                <c:pt idx="1011">
                  <c:v>4.0439999999999996</c:v>
                </c:pt>
                <c:pt idx="1012">
                  <c:v>4.048</c:v>
                </c:pt>
                <c:pt idx="1013">
                  <c:v>4.0519999999999996</c:v>
                </c:pt>
                <c:pt idx="1014">
                  <c:v>4.056</c:v>
                </c:pt>
                <c:pt idx="1015">
                  <c:v>4.0599999999999996</c:v>
                </c:pt>
                <c:pt idx="1016">
                  <c:v>4.0640000000000001</c:v>
                </c:pt>
                <c:pt idx="1017">
                  <c:v>4.0679999999999996</c:v>
                </c:pt>
                <c:pt idx="1018">
                  <c:v>4.0720000000000001</c:v>
                </c:pt>
                <c:pt idx="1019">
                  <c:v>4.0759999999999996</c:v>
                </c:pt>
                <c:pt idx="1020">
                  <c:v>4.08</c:v>
                </c:pt>
                <c:pt idx="1021">
                  <c:v>4.0839999999999996</c:v>
                </c:pt>
                <c:pt idx="1022">
                  <c:v>4.0880000000000001</c:v>
                </c:pt>
                <c:pt idx="1023">
                  <c:v>4.0919999999999996</c:v>
                </c:pt>
                <c:pt idx="1024">
                  <c:v>4.0960000000000001</c:v>
                </c:pt>
                <c:pt idx="1025">
                  <c:v>4.0999999999999996</c:v>
                </c:pt>
                <c:pt idx="1026">
                  <c:v>4.1040000000000001</c:v>
                </c:pt>
                <c:pt idx="1027">
                  <c:v>4.1079999999999997</c:v>
                </c:pt>
                <c:pt idx="1028">
                  <c:v>4.1120000000000001</c:v>
                </c:pt>
                <c:pt idx="1029">
                  <c:v>4.1159999999999997</c:v>
                </c:pt>
                <c:pt idx="1030">
                  <c:v>4.12</c:v>
                </c:pt>
                <c:pt idx="1031">
                  <c:v>4.1239999999999997</c:v>
                </c:pt>
                <c:pt idx="1032">
                  <c:v>4.1280000000000001</c:v>
                </c:pt>
                <c:pt idx="1033">
                  <c:v>4.1319999999999997</c:v>
                </c:pt>
                <c:pt idx="1034">
                  <c:v>4.1360000000000001</c:v>
                </c:pt>
                <c:pt idx="1035">
                  <c:v>4.1399999999999997</c:v>
                </c:pt>
                <c:pt idx="1036">
                  <c:v>4.1440000000000001</c:v>
                </c:pt>
                <c:pt idx="1037">
                  <c:v>4.1479999999999997</c:v>
                </c:pt>
                <c:pt idx="1038">
                  <c:v>4.1520000000000001</c:v>
                </c:pt>
                <c:pt idx="1039">
                  <c:v>4.1559999999999997</c:v>
                </c:pt>
                <c:pt idx="1040">
                  <c:v>4.16</c:v>
                </c:pt>
                <c:pt idx="1041">
                  <c:v>4.1639999999999997</c:v>
                </c:pt>
                <c:pt idx="1042">
                  <c:v>4.1680000000000001</c:v>
                </c:pt>
                <c:pt idx="1043">
                  <c:v>4.1719999999999997</c:v>
                </c:pt>
                <c:pt idx="1044">
                  <c:v>4.1760000000000002</c:v>
                </c:pt>
                <c:pt idx="1045">
                  <c:v>4.18</c:v>
                </c:pt>
                <c:pt idx="1046">
                  <c:v>4.1840000000000002</c:v>
                </c:pt>
                <c:pt idx="1047">
                  <c:v>4.1879999999999997</c:v>
                </c:pt>
                <c:pt idx="1048">
                  <c:v>4.1920000000000002</c:v>
                </c:pt>
                <c:pt idx="1049">
                  <c:v>4.1959999999999997</c:v>
                </c:pt>
                <c:pt idx="1050">
                  <c:v>4.2</c:v>
                </c:pt>
                <c:pt idx="1051">
                  <c:v>4.2039999999999997</c:v>
                </c:pt>
                <c:pt idx="1052">
                  <c:v>4.2080000000000002</c:v>
                </c:pt>
                <c:pt idx="1053">
                  <c:v>4.2119999999999997</c:v>
                </c:pt>
                <c:pt idx="1054">
                  <c:v>4.2160000000000002</c:v>
                </c:pt>
                <c:pt idx="1055">
                  <c:v>4.22</c:v>
                </c:pt>
                <c:pt idx="1056">
                  <c:v>4.2240000000000002</c:v>
                </c:pt>
                <c:pt idx="1057">
                  <c:v>4.2279999999999998</c:v>
                </c:pt>
                <c:pt idx="1058">
                  <c:v>4.2320000000000002</c:v>
                </c:pt>
                <c:pt idx="1059">
                  <c:v>4.2359999999999998</c:v>
                </c:pt>
                <c:pt idx="1060">
                  <c:v>4.24</c:v>
                </c:pt>
                <c:pt idx="1061">
                  <c:v>4.2439999999999998</c:v>
                </c:pt>
                <c:pt idx="1062">
                  <c:v>4.2480000000000002</c:v>
                </c:pt>
                <c:pt idx="1063">
                  <c:v>4.2519999999999998</c:v>
                </c:pt>
                <c:pt idx="1064">
                  <c:v>4.2560000000000002</c:v>
                </c:pt>
                <c:pt idx="1065">
                  <c:v>4.26</c:v>
                </c:pt>
                <c:pt idx="1066">
                  <c:v>4.2640000000000002</c:v>
                </c:pt>
                <c:pt idx="1067">
                  <c:v>4.2679999999999998</c:v>
                </c:pt>
                <c:pt idx="1068">
                  <c:v>4.2720000000000002</c:v>
                </c:pt>
                <c:pt idx="1069">
                  <c:v>4.2759999999999998</c:v>
                </c:pt>
                <c:pt idx="1070">
                  <c:v>4.28</c:v>
                </c:pt>
                <c:pt idx="1071">
                  <c:v>4.2839999999999998</c:v>
                </c:pt>
                <c:pt idx="1072">
                  <c:v>4.2880000000000003</c:v>
                </c:pt>
                <c:pt idx="1073">
                  <c:v>4.2919999999999998</c:v>
                </c:pt>
                <c:pt idx="1074">
                  <c:v>4.2960000000000003</c:v>
                </c:pt>
                <c:pt idx="1075">
                  <c:v>4.3</c:v>
                </c:pt>
                <c:pt idx="1076">
                  <c:v>4.3040000000000003</c:v>
                </c:pt>
                <c:pt idx="1077">
                  <c:v>4.3079999999999998</c:v>
                </c:pt>
                <c:pt idx="1078">
                  <c:v>4.3120000000000003</c:v>
                </c:pt>
                <c:pt idx="1079">
                  <c:v>4.3159999999999998</c:v>
                </c:pt>
                <c:pt idx="1080">
                  <c:v>4.32</c:v>
                </c:pt>
                <c:pt idx="1081">
                  <c:v>4.3239999999999998</c:v>
                </c:pt>
                <c:pt idx="1082">
                  <c:v>4.3280000000000003</c:v>
                </c:pt>
                <c:pt idx="1083">
                  <c:v>4.3319999999999999</c:v>
                </c:pt>
                <c:pt idx="1084">
                  <c:v>4.3360000000000003</c:v>
                </c:pt>
                <c:pt idx="1085">
                  <c:v>4.34</c:v>
                </c:pt>
                <c:pt idx="1086">
                  <c:v>4.3440000000000003</c:v>
                </c:pt>
                <c:pt idx="1087">
                  <c:v>4.3479999999999999</c:v>
                </c:pt>
                <c:pt idx="1088">
                  <c:v>4.3520000000000003</c:v>
                </c:pt>
                <c:pt idx="1089">
                  <c:v>4.3559999999999999</c:v>
                </c:pt>
                <c:pt idx="1090">
                  <c:v>4.3600000000000003</c:v>
                </c:pt>
                <c:pt idx="1091">
                  <c:v>4.3639999999999999</c:v>
                </c:pt>
                <c:pt idx="1092">
                  <c:v>4.3680000000000003</c:v>
                </c:pt>
                <c:pt idx="1093">
                  <c:v>4.3719999999999999</c:v>
                </c:pt>
                <c:pt idx="1094">
                  <c:v>4.3760000000000003</c:v>
                </c:pt>
                <c:pt idx="1095">
                  <c:v>4.38</c:v>
                </c:pt>
                <c:pt idx="1096">
                  <c:v>4.3840000000000003</c:v>
                </c:pt>
                <c:pt idx="1097">
                  <c:v>4.3879999999999999</c:v>
                </c:pt>
                <c:pt idx="1098">
                  <c:v>4.3920000000000003</c:v>
                </c:pt>
                <c:pt idx="1099">
                  <c:v>4.3959999999999999</c:v>
                </c:pt>
                <c:pt idx="1100">
                  <c:v>4.4000000000000004</c:v>
                </c:pt>
                <c:pt idx="1101">
                  <c:v>4.4039999999999999</c:v>
                </c:pt>
                <c:pt idx="1102">
                  <c:v>4.4080000000000004</c:v>
                </c:pt>
                <c:pt idx="1103">
                  <c:v>4.4119999999999999</c:v>
                </c:pt>
                <c:pt idx="1104">
                  <c:v>4.4160000000000004</c:v>
                </c:pt>
                <c:pt idx="1105">
                  <c:v>4.42</c:v>
                </c:pt>
                <c:pt idx="1106">
                  <c:v>4.4240000000000004</c:v>
                </c:pt>
                <c:pt idx="1107">
                  <c:v>4.4279999999999999</c:v>
                </c:pt>
                <c:pt idx="1108">
                  <c:v>4.4320000000000004</c:v>
                </c:pt>
                <c:pt idx="1109">
                  <c:v>4.4359999999999999</c:v>
                </c:pt>
                <c:pt idx="1110">
                  <c:v>4.4400000000000004</c:v>
                </c:pt>
                <c:pt idx="1111">
                  <c:v>4.444</c:v>
                </c:pt>
                <c:pt idx="1112">
                  <c:v>4.4480000000000004</c:v>
                </c:pt>
                <c:pt idx="1113">
                  <c:v>4.452</c:v>
                </c:pt>
                <c:pt idx="1114">
                  <c:v>4.4560000000000004</c:v>
                </c:pt>
                <c:pt idx="1115">
                  <c:v>4.46</c:v>
                </c:pt>
                <c:pt idx="1116">
                  <c:v>4.4640000000000004</c:v>
                </c:pt>
                <c:pt idx="1117">
                  <c:v>4.468</c:v>
                </c:pt>
                <c:pt idx="1118">
                  <c:v>4.4720000000000004</c:v>
                </c:pt>
                <c:pt idx="1119">
                  <c:v>4.476</c:v>
                </c:pt>
                <c:pt idx="1120">
                  <c:v>4.4800000000000004</c:v>
                </c:pt>
                <c:pt idx="1121">
                  <c:v>4.484</c:v>
                </c:pt>
                <c:pt idx="1122">
                  <c:v>4.4880000000000004</c:v>
                </c:pt>
                <c:pt idx="1123">
                  <c:v>4.492</c:v>
                </c:pt>
                <c:pt idx="1124">
                  <c:v>4.4960000000000004</c:v>
                </c:pt>
                <c:pt idx="1125">
                  <c:v>4.5</c:v>
                </c:pt>
                <c:pt idx="1126">
                  <c:v>4.5039999999999996</c:v>
                </c:pt>
                <c:pt idx="1127">
                  <c:v>4.508</c:v>
                </c:pt>
                <c:pt idx="1128">
                  <c:v>4.5119999999999996</c:v>
                </c:pt>
                <c:pt idx="1129">
                  <c:v>4.516</c:v>
                </c:pt>
                <c:pt idx="1130">
                  <c:v>4.5199999999999996</c:v>
                </c:pt>
                <c:pt idx="1131">
                  <c:v>4.524</c:v>
                </c:pt>
                <c:pt idx="1132">
                  <c:v>4.5279999999999996</c:v>
                </c:pt>
                <c:pt idx="1133">
                  <c:v>4.532</c:v>
                </c:pt>
                <c:pt idx="1134">
                  <c:v>4.5359999999999996</c:v>
                </c:pt>
                <c:pt idx="1135">
                  <c:v>4.54</c:v>
                </c:pt>
                <c:pt idx="1136">
                  <c:v>4.5439999999999996</c:v>
                </c:pt>
                <c:pt idx="1137">
                  <c:v>4.548</c:v>
                </c:pt>
                <c:pt idx="1138">
                  <c:v>4.5519999999999996</c:v>
                </c:pt>
                <c:pt idx="1139">
                  <c:v>4.556</c:v>
                </c:pt>
                <c:pt idx="1140">
                  <c:v>4.5599999999999996</c:v>
                </c:pt>
                <c:pt idx="1141">
                  <c:v>4.5640000000000001</c:v>
                </c:pt>
                <c:pt idx="1142">
                  <c:v>4.5679999999999996</c:v>
                </c:pt>
                <c:pt idx="1143">
                  <c:v>4.5720000000000001</c:v>
                </c:pt>
                <c:pt idx="1144">
                  <c:v>4.5759999999999996</c:v>
                </c:pt>
                <c:pt idx="1145">
                  <c:v>4.58</c:v>
                </c:pt>
                <c:pt idx="1146">
                  <c:v>4.5839999999999996</c:v>
                </c:pt>
                <c:pt idx="1147">
                  <c:v>4.5880000000000001</c:v>
                </c:pt>
                <c:pt idx="1148">
                  <c:v>4.5919999999999996</c:v>
                </c:pt>
                <c:pt idx="1149">
                  <c:v>4.5960000000000001</c:v>
                </c:pt>
                <c:pt idx="1150">
                  <c:v>4.5999999999999996</c:v>
                </c:pt>
                <c:pt idx="1151">
                  <c:v>4.6040000000000001</c:v>
                </c:pt>
                <c:pt idx="1152">
                  <c:v>4.6079999999999997</c:v>
                </c:pt>
                <c:pt idx="1153">
                  <c:v>4.6120000000000001</c:v>
                </c:pt>
                <c:pt idx="1154">
                  <c:v>4.6159999999999997</c:v>
                </c:pt>
                <c:pt idx="1155">
                  <c:v>4.62</c:v>
                </c:pt>
                <c:pt idx="1156">
                  <c:v>4.6239999999999997</c:v>
                </c:pt>
                <c:pt idx="1157">
                  <c:v>4.6280000000000001</c:v>
                </c:pt>
                <c:pt idx="1158">
                  <c:v>4.6319999999999997</c:v>
                </c:pt>
                <c:pt idx="1159">
                  <c:v>4.6360000000000001</c:v>
                </c:pt>
                <c:pt idx="1160">
                  <c:v>4.6399999999999997</c:v>
                </c:pt>
                <c:pt idx="1161">
                  <c:v>4.6440000000000001</c:v>
                </c:pt>
                <c:pt idx="1162">
                  <c:v>4.6479999999999997</c:v>
                </c:pt>
                <c:pt idx="1163">
                  <c:v>4.6520000000000001</c:v>
                </c:pt>
                <c:pt idx="1164">
                  <c:v>4.6559999999999997</c:v>
                </c:pt>
                <c:pt idx="1165">
                  <c:v>4.66</c:v>
                </c:pt>
                <c:pt idx="1166">
                  <c:v>4.6639999999999997</c:v>
                </c:pt>
                <c:pt idx="1167">
                  <c:v>4.6680000000000001</c:v>
                </c:pt>
                <c:pt idx="1168">
                  <c:v>4.6719999999999997</c:v>
                </c:pt>
                <c:pt idx="1169">
                  <c:v>4.6760000000000002</c:v>
                </c:pt>
                <c:pt idx="1170">
                  <c:v>4.68</c:v>
                </c:pt>
                <c:pt idx="1171">
                  <c:v>4.6840000000000002</c:v>
                </c:pt>
                <c:pt idx="1172">
                  <c:v>4.6879999999999997</c:v>
                </c:pt>
                <c:pt idx="1173">
                  <c:v>4.6920000000000002</c:v>
                </c:pt>
                <c:pt idx="1174">
                  <c:v>4.6959999999999997</c:v>
                </c:pt>
                <c:pt idx="1175">
                  <c:v>4.7</c:v>
                </c:pt>
                <c:pt idx="1176">
                  <c:v>4.7039999999999997</c:v>
                </c:pt>
                <c:pt idx="1177">
                  <c:v>4.7080000000000002</c:v>
                </c:pt>
                <c:pt idx="1178">
                  <c:v>4.7119999999999997</c:v>
                </c:pt>
                <c:pt idx="1179">
                  <c:v>4.7160000000000002</c:v>
                </c:pt>
                <c:pt idx="1180">
                  <c:v>4.72</c:v>
                </c:pt>
                <c:pt idx="1181">
                  <c:v>4.7240000000000002</c:v>
                </c:pt>
                <c:pt idx="1182">
                  <c:v>4.7279999999999998</c:v>
                </c:pt>
                <c:pt idx="1183">
                  <c:v>4.7320000000000002</c:v>
                </c:pt>
                <c:pt idx="1184">
                  <c:v>4.7359999999999998</c:v>
                </c:pt>
                <c:pt idx="1185">
                  <c:v>4.74</c:v>
                </c:pt>
                <c:pt idx="1186">
                  <c:v>4.7439999999999998</c:v>
                </c:pt>
                <c:pt idx="1187">
                  <c:v>4.7480000000000002</c:v>
                </c:pt>
                <c:pt idx="1188">
                  <c:v>4.7519999999999998</c:v>
                </c:pt>
                <c:pt idx="1189">
                  <c:v>4.7560000000000002</c:v>
                </c:pt>
                <c:pt idx="1190">
                  <c:v>4.76</c:v>
                </c:pt>
                <c:pt idx="1191">
                  <c:v>4.7640000000000002</c:v>
                </c:pt>
                <c:pt idx="1192">
                  <c:v>4.7679999999999998</c:v>
                </c:pt>
                <c:pt idx="1193">
                  <c:v>4.7720000000000002</c:v>
                </c:pt>
                <c:pt idx="1194">
                  <c:v>4.7759999999999998</c:v>
                </c:pt>
                <c:pt idx="1195">
                  <c:v>4.78</c:v>
                </c:pt>
                <c:pt idx="1196">
                  <c:v>4.7839999999999998</c:v>
                </c:pt>
                <c:pt idx="1197">
                  <c:v>4.7880000000000003</c:v>
                </c:pt>
                <c:pt idx="1198">
                  <c:v>4.7919999999999998</c:v>
                </c:pt>
                <c:pt idx="1199">
                  <c:v>4.7960000000000003</c:v>
                </c:pt>
                <c:pt idx="1200">
                  <c:v>4.8</c:v>
                </c:pt>
                <c:pt idx="1201">
                  <c:v>4.8040000000000003</c:v>
                </c:pt>
                <c:pt idx="1202">
                  <c:v>4.8079999999999998</c:v>
                </c:pt>
                <c:pt idx="1203">
                  <c:v>4.8120000000000003</c:v>
                </c:pt>
                <c:pt idx="1204">
                  <c:v>4.8159999999999998</c:v>
                </c:pt>
                <c:pt idx="1205">
                  <c:v>4.82</c:v>
                </c:pt>
                <c:pt idx="1206">
                  <c:v>4.8239999999999998</c:v>
                </c:pt>
                <c:pt idx="1207">
                  <c:v>4.8280000000000003</c:v>
                </c:pt>
                <c:pt idx="1208">
                  <c:v>4.8319999999999999</c:v>
                </c:pt>
                <c:pt idx="1209">
                  <c:v>4.8360000000000003</c:v>
                </c:pt>
                <c:pt idx="1210">
                  <c:v>4.84</c:v>
                </c:pt>
                <c:pt idx="1211">
                  <c:v>4.8440000000000003</c:v>
                </c:pt>
                <c:pt idx="1212">
                  <c:v>4.8479999999999999</c:v>
                </c:pt>
                <c:pt idx="1213">
                  <c:v>4.8520000000000003</c:v>
                </c:pt>
                <c:pt idx="1214">
                  <c:v>4.8559999999999999</c:v>
                </c:pt>
                <c:pt idx="1215">
                  <c:v>4.8600000000000003</c:v>
                </c:pt>
                <c:pt idx="1216">
                  <c:v>4.8639999999999999</c:v>
                </c:pt>
                <c:pt idx="1217">
                  <c:v>4.8680000000000003</c:v>
                </c:pt>
                <c:pt idx="1218">
                  <c:v>4.8719999999999999</c:v>
                </c:pt>
                <c:pt idx="1219">
                  <c:v>4.8760000000000003</c:v>
                </c:pt>
                <c:pt idx="1220">
                  <c:v>4.88</c:v>
                </c:pt>
                <c:pt idx="1221">
                  <c:v>4.8840000000000003</c:v>
                </c:pt>
                <c:pt idx="1222">
                  <c:v>4.8879999999999999</c:v>
                </c:pt>
                <c:pt idx="1223">
                  <c:v>4.8920000000000003</c:v>
                </c:pt>
                <c:pt idx="1224">
                  <c:v>4.8959999999999999</c:v>
                </c:pt>
                <c:pt idx="1225">
                  <c:v>4.9000000000000004</c:v>
                </c:pt>
                <c:pt idx="1226">
                  <c:v>4.9039999999999999</c:v>
                </c:pt>
                <c:pt idx="1227">
                  <c:v>4.9080000000000004</c:v>
                </c:pt>
                <c:pt idx="1228">
                  <c:v>4.9119999999999999</c:v>
                </c:pt>
                <c:pt idx="1229">
                  <c:v>4.9160000000000004</c:v>
                </c:pt>
                <c:pt idx="1230">
                  <c:v>4.92</c:v>
                </c:pt>
                <c:pt idx="1231">
                  <c:v>4.9240000000000004</c:v>
                </c:pt>
                <c:pt idx="1232">
                  <c:v>4.9279999999999999</c:v>
                </c:pt>
                <c:pt idx="1233">
                  <c:v>4.9320000000000004</c:v>
                </c:pt>
                <c:pt idx="1234">
                  <c:v>4.9359999999999999</c:v>
                </c:pt>
                <c:pt idx="1235">
                  <c:v>4.9400000000000004</c:v>
                </c:pt>
                <c:pt idx="1236">
                  <c:v>4.944</c:v>
                </c:pt>
                <c:pt idx="1237">
                  <c:v>4.9480000000000004</c:v>
                </c:pt>
                <c:pt idx="1238">
                  <c:v>4.952</c:v>
                </c:pt>
                <c:pt idx="1239">
                  <c:v>4.9560000000000004</c:v>
                </c:pt>
                <c:pt idx="1240">
                  <c:v>4.96</c:v>
                </c:pt>
                <c:pt idx="1241">
                  <c:v>4.9640000000000004</c:v>
                </c:pt>
                <c:pt idx="1242">
                  <c:v>4.968</c:v>
                </c:pt>
                <c:pt idx="1243">
                  <c:v>4.9720000000000004</c:v>
                </c:pt>
                <c:pt idx="1244">
                  <c:v>4.976</c:v>
                </c:pt>
                <c:pt idx="1245">
                  <c:v>4.9800000000000004</c:v>
                </c:pt>
                <c:pt idx="1246">
                  <c:v>4.984</c:v>
                </c:pt>
                <c:pt idx="1247">
                  <c:v>4.9880000000000004</c:v>
                </c:pt>
                <c:pt idx="1248">
                  <c:v>4.992</c:v>
                </c:pt>
                <c:pt idx="1249">
                  <c:v>4.9960000000000004</c:v>
                </c:pt>
              </c:numCache>
            </c:numRef>
          </c:xVal>
          <c:yVal>
            <c:numRef>
              <c:f>'Chart Data'!$D$2:$D$1251</c:f>
              <c:numCache>
                <c:formatCode>0</c:formatCode>
                <c:ptCount val="1250"/>
                <c:pt idx="0">
                  <c:v>-16.507004749499998</c:v>
                </c:pt>
                <c:pt idx="1">
                  <c:v>-29.487183928099999</c:v>
                </c:pt>
                <c:pt idx="2">
                  <c:v>-32.399707558000003</c:v>
                </c:pt>
                <c:pt idx="3">
                  <c:v>-28.015930899800001</c:v>
                </c:pt>
                <c:pt idx="4">
                  <c:v>-28.2122162016</c:v>
                </c:pt>
                <c:pt idx="5">
                  <c:v>-38.206876616700001</c:v>
                </c:pt>
                <c:pt idx="6">
                  <c:v>-49.253691741499999</c:v>
                </c:pt>
                <c:pt idx="7">
                  <c:v>-50.011951357199997</c:v>
                </c:pt>
                <c:pt idx="8">
                  <c:v>-42.171950840100003</c:v>
                </c:pt>
                <c:pt idx="9">
                  <c:v>-39.121597921099998</c:v>
                </c:pt>
                <c:pt idx="10">
                  <c:v>-48.331746631800002</c:v>
                </c:pt>
                <c:pt idx="11">
                  <c:v>-60.695886521799999</c:v>
                </c:pt>
                <c:pt idx="12">
                  <c:v>-61.947640479100002</c:v>
                </c:pt>
                <c:pt idx="13">
                  <c:v>-51.794277291900002</c:v>
                </c:pt>
                <c:pt idx="14">
                  <c:v>-45.073635515699998</c:v>
                </c:pt>
                <c:pt idx="15">
                  <c:v>-52.489255983900001</c:v>
                </c:pt>
                <c:pt idx="16">
                  <c:v>-66.178392213400002</c:v>
                </c:pt>
                <c:pt idx="17">
                  <c:v>-69.815011978300006</c:v>
                </c:pt>
                <c:pt idx="18">
                  <c:v>-60.113408745900003</c:v>
                </c:pt>
                <c:pt idx="19">
                  <c:v>-50.831477307900002</c:v>
                </c:pt>
                <c:pt idx="20">
                  <c:v>-54.194550485500002</c:v>
                </c:pt>
                <c:pt idx="21">
                  <c:v>-65.201945170599998</c:v>
                </c:pt>
                <c:pt idx="22">
                  <c:v>-69.226003241000001</c:v>
                </c:pt>
                <c:pt idx="23">
                  <c:v>-61.312913872499998</c:v>
                </c:pt>
                <c:pt idx="24">
                  <c:v>-51.399913474800002</c:v>
                </c:pt>
                <c:pt idx="25">
                  <c:v>-50.217463458200001</c:v>
                </c:pt>
                <c:pt idx="26">
                  <c:v>-55.898021713799999</c:v>
                </c:pt>
                <c:pt idx="27">
                  <c:v>-58.358898059700003</c:v>
                </c:pt>
                <c:pt idx="28">
                  <c:v>-53.7002904163</c:v>
                </c:pt>
                <c:pt idx="29">
                  <c:v>-48.373929719000003</c:v>
                </c:pt>
                <c:pt idx="30">
                  <c:v>-48.505988840199997</c:v>
                </c:pt>
                <c:pt idx="31">
                  <c:v>-50.576812941299998</c:v>
                </c:pt>
                <c:pt idx="32">
                  <c:v>-46.842157415300001</c:v>
                </c:pt>
                <c:pt idx="33">
                  <c:v>-37.412749407600003</c:v>
                </c:pt>
                <c:pt idx="34">
                  <c:v>-31.2977424983</c:v>
                </c:pt>
                <c:pt idx="35">
                  <c:v>-34.359254965300003</c:v>
                </c:pt>
                <c:pt idx="36">
                  <c:v>-40.969374125199998</c:v>
                </c:pt>
                <c:pt idx="37">
                  <c:v>-41.3430919312</c:v>
                </c:pt>
                <c:pt idx="38">
                  <c:v>-34.607987805599997</c:v>
                </c:pt>
                <c:pt idx="39">
                  <c:v>-29.656731616399998</c:v>
                </c:pt>
                <c:pt idx="40">
                  <c:v>-32.786676900499998</c:v>
                </c:pt>
                <c:pt idx="41">
                  <c:v>-39.154932914900002</c:v>
                </c:pt>
                <c:pt idx="42">
                  <c:v>-39.526355115699999</c:v>
                </c:pt>
                <c:pt idx="43">
                  <c:v>-32.759989733899999</c:v>
                </c:pt>
                <c:pt idx="44">
                  <c:v>-26.829818039799999</c:v>
                </c:pt>
                <c:pt idx="45">
                  <c:v>-27.231590688200001</c:v>
                </c:pt>
                <c:pt idx="46">
                  <c:v>-29.206338845600001</c:v>
                </c:pt>
                <c:pt idx="47">
                  <c:v>-24.832131759199999</c:v>
                </c:pt>
                <c:pt idx="48">
                  <c:v>-14.948282283299999</c:v>
                </c:pt>
                <c:pt idx="49">
                  <c:v>-8.6165314047100008</c:v>
                </c:pt>
                <c:pt idx="50">
                  <c:v>-10.254475257499999</c:v>
                </c:pt>
                <c:pt idx="51">
                  <c:v>-12.6945568978</c:v>
                </c:pt>
                <c:pt idx="52">
                  <c:v>-6.8386920348600002</c:v>
                </c:pt>
                <c:pt idx="53">
                  <c:v>5.0132019481999999</c:v>
                </c:pt>
                <c:pt idx="54">
                  <c:v>10.9787349113</c:v>
                </c:pt>
                <c:pt idx="55">
                  <c:v>4.7061450014000004</c:v>
                </c:pt>
                <c:pt idx="56">
                  <c:v>-6.3599699280099999</c:v>
                </c:pt>
                <c:pt idx="57">
                  <c:v>-10.5758709912</c:v>
                </c:pt>
                <c:pt idx="58">
                  <c:v>-6.6842562975000002</c:v>
                </c:pt>
                <c:pt idx="59">
                  <c:v>-3.9991073884500001</c:v>
                </c:pt>
                <c:pt idx="60">
                  <c:v>-8.5094769722799999</c:v>
                </c:pt>
                <c:pt idx="61">
                  <c:v>-14.3734713639</c:v>
                </c:pt>
                <c:pt idx="62">
                  <c:v>-12.3512528998</c:v>
                </c:pt>
                <c:pt idx="63">
                  <c:v>-3.0774282038199998</c:v>
                </c:pt>
                <c:pt idx="64">
                  <c:v>3.16951847645</c:v>
                </c:pt>
                <c:pt idx="65">
                  <c:v>-0.26620389188999999</c:v>
                </c:pt>
                <c:pt idx="66">
                  <c:v>-7.9551657009800003</c:v>
                </c:pt>
                <c:pt idx="67">
                  <c:v>-9.8303805519199994</c:v>
                </c:pt>
                <c:pt idx="68">
                  <c:v>-4.49416746121</c:v>
                </c:pt>
                <c:pt idx="69">
                  <c:v>-0.57042092370399999</c:v>
                </c:pt>
                <c:pt idx="70">
                  <c:v>-4.3440957919700001</c:v>
                </c:pt>
                <c:pt idx="71">
                  <c:v>-10.7256724553</c:v>
                </c:pt>
                <c:pt idx="72">
                  <c:v>-10.148629807000001</c:v>
                </c:pt>
                <c:pt idx="73">
                  <c:v>-1.77404707081</c:v>
                </c:pt>
                <c:pt idx="74">
                  <c:v>5.4033190713100003</c:v>
                </c:pt>
                <c:pt idx="75">
                  <c:v>4.6600195866499998</c:v>
                </c:pt>
                <c:pt idx="76">
                  <c:v>-0.40284400004999998</c:v>
                </c:pt>
                <c:pt idx="77">
                  <c:v>-2.5699691446699999</c:v>
                </c:pt>
                <c:pt idx="78">
                  <c:v>-2.0768333831999999</c:v>
                </c:pt>
                <c:pt idx="79">
                  <c:v>-6.0560810431499998</c:v>
                </c:pt>
                <c:pt idx="80">
                  <c:v>-17.261860924400001</c:v>
                </c:pt>
                <c:pt idx="81">
                  <c:v>-28.220252324600001</c:v>
                </c:pt>
                <c:pt idx="82">
                  <c:v>-29.72243843</c:v>
                </c:pt>
                <c:pt idx="83">
                  <c:v>-22.729689337</c:v>
                </c:pt>
                <c:pt idx="84">
                  <c:v>-17.277106827499999</c:v>
                </c:pt>
                <c:pt idx="85">
                  <c:v>-19.1512182954</c:v>
                </c:pt>
                <c:pt idx="86">
                  <c:v>-22.371097778300001</c:v>
                </c:pt>
                <c:pt idx="87">
                  <c:v>-18.265075384100001</c:v>
                </c:pt>
                <c:pt idx="88">
                  <c:v>-8.7522928629700001</c:v>
                </c:pt>
                <c:pt idx="89">
                  <c:v>-4.8437201229399998</c:v>
                </c:pt>
                <c:pt idx="90">
                  <c:v>-11.7509613248</c:v>
                </c:pt>
                <c:pt idx="91">
                  <c:v>-21.048527434899999</c:v>
                </c:pt>
                <c:pt idx="92">
                  <c:v>-21.089330929999999</c:v>
                </c:pt>
                <c:pt idx="93">
                  <c:v>-11.9301087231</c:v>
                </c:pt>
                <c:pt idx="94">
                  <c:v>-4.7284895353999996</c:v>
                </c:pt>
                <c:pt idx="95">
                  <c:v>-6.6373968941300001</c:v>
                </c:pt>
                <c:pt idx="96">
                  <c:v>-11.901876054200001</c:v>
                </c:pt>
                <c:pt idx="97">
                  <c:v>-11.035680174399999</c:v>
                </c:pt>
                <c:pt idx="98">
                  <c:v>-4.6254697264600004</c:v>
                </c:pt>
                <c:pt idx="99">
                  <c:v>-1.9798139216699999</c:v>
                </c:pt>
                <c:pt idx="100">
                  <c:v>-6.7755432443699997</c:v>
                </c:pt>
                <c:pt idx="101">
                  <c:v>-10.722798234900001</c:v>
                </c:pt>
                <c:pt idx="102">
                  <c:v>-4.78932485174</c:v>
                </c:pt>
                <c:pt idx="103">
                  <c:v>7.6076806101600001</c:v>
                </c:pt>
                <c:pt idx="104">
                  <c:v>13.8972816079</c:v>
                </c:pt>
                <c:pt idx="105">
                  <c:v>8.0008565046999998</c:v>
                </c:pt>
                <c:pt idx="106">
                  <c:v>-2.0347036148700002</c:v>
                </c:pt>
                <c:pt idx="107">
                  <c:v>-3.8914984862900002</c:v>
                </c:pt>
                <c:pt idx="108">
                  <c:v>4.3920692183599996</c:v>
                </c:pt>
                <c:pt idx="109">
                  <c:v>13.2046836746</c:v>
                </c:pt>
                <c:pt idx="110">
                  <c:v>14.586590538799999</c:v>
                </c:pt>
                <c:pt idx="111">
                  <c:v>12.340370765799999</c:v>
                </c:pt>
                <c:pt idx="112">
                  <c:v>15.4108265317</c:v>
                </c:pt>
                <c:pt idx="113">
                  <c:v>23.852226892000001</c:v>
                </c:pt>
                <c:pt idx="114">
                  <c:v>27.687242285699998</c:v>
                </c:pt>
                <c:pt idx="115">
                  <c:v>20.9535458533</c:v>
                </c:pt>
                <c:pt idx="116">
                  <c:v>11.00835741</c:v>
                </c:pt>
                <c:pt idx="117">
                  <c:v>9.3520903447099997</c:v>
                </c:pt>
                <c:pt idx="118">
                  <c:v>16.478537329000002</c:v>
                </c:pt>
                <c:pt idx="119">
                  <c:v>21.759470798799999</c:v>
                </c:pt>
                <c:pt idx="120">
                  <c:v>18.2124767717</c:v>
                </c:pt>
                <c:pt idx="121">
                  <c:v>11.6100843803</c:v>
                </c:pt>
                <c:pt idx="122">
                  <c:v>11.804505926299999</c:v>
                </c:pt>
                <c:pt idx="123">
                  <c:v>18.6069109273</c:v>
                </c:pt>
                <c:pt idx="124">
                  <c:v>21.6540429599</c:v>
                </c:pt>
                <c:pt idx="125">
                  <c:v>14.561273882</c:v>
                </c:pt>
                <c:pt idx="126">
                  <c:v>4.0970814752800004</c:v>
                </c:pt>
                <c:pt idx="127">
                  <c:v>1.4659727121299999</c:v>
                </c:pt>
                <c:pt idx="128">
                  <c:v>7.1234899174199997</c:v>
                </c:pt>
                <c:pt idx="129">
                  <c:v>9.93751927914</c:v>
                </c:pt>
                <c:pt idx="130">
                  <c:v>2.3218651714199998</c:v>
                </c:pt>
                <c:pt idx="131">
                  <c:v>-9.0579275313499998</c:v>
                </c:pt>
                <c:pt idx="132">
                  <c:v>-11.6712614352</c:v>
                </c:pt>
                <c:pt idx="133">
                  <c:v>-3.2585727671</c:v>
                </c:pt>
                <c:pt idx="134">
                  <c:v>5.9766041579999998</c:v>
                </c:pt>
                <c:pt idx="135">
                  <c:v>7.3883903370899997</c:v>
                </c:pt>
                <c:pt idx="136">
                  <c:v>4.5921484987200003</c:v>
                </c:pt>
                <c:pt idx="137">
                  <c:v>6.99130415578</c:v>
                </c:pt>
                <c:pt idx="138">
                  <c:v>16.241583539899999</c:v>
                </c:pt>
                <c:pt idx="139">
                  <c:v>24.425214038499998</c:v>
                </c:pt>
                <c:pt idx="140">
                  <c:v>25.445220461200002</c:v>
                </c:pt>
                <c:pt idx="141">
                  <c:v>23.169509003000002</c:v>
                </c:pt>
                <c:pt idx="142">
                  <c:v>25.417501360100001</c:v>
                </c:pt>
                <c:pt idx="143">
                  <c:v>32.791073271199998</c:v>
                </c:pt>
                <c:pt idx="144">
                  <c:v>37.8547367161</c:v>
                </c:pt>
                <c:pt idx="145">
                  <c:v>35.390848418399997</c:v>
                </c:pt>
                <c:pt idx="146">
                  <c:v>29.522086304999998</c:v>
                </c:pt>
                <c:pt idx="147">
                  <c:v>28.436627596400001</c:v>
                </c:pt>
                <c:pt idx="148">
                  <c:v>34.454855159499999</c:v>
                </c:pt>
                <c:pt idx="149">
                  <c:v>42.7100515845</c:v>
                </c:pt>
                <c:pt idx="150">
                  <c:v>49.045231312699997</c:v>
                </c:pt>
                <c:pt idx="151">
                  <c:v>55.068862928900003</c:v>
                </c:pt>
                <c:pt idx="152">
                  <c:v>63.108078549299996</c:v>
                </c:pt>
                <c:pt idx="153">
                  <c:v>69.0383948753</c:v>
                </c:pt>
                <c:pt idx="154">
                  <c:v>65.059049031100002</c:v>
                </c:pt>
                <c:pt idx="155">
                  <c:v>50.819404949999999</c:v>
                </c:pt>
                <c:pt idx="156">
                  <c:v>37.944515879299999</c:v>
                </c:pt>
                <c:pt idx="157">
                  <c:v>39.320276949300002</c:v>
                </c:pt>
                <c:pt idx="158">
                  <c:v>54.419572486500002</c:v>
                </c:pt>
                <c:pt idx="159">
                  <c:v>69.333081725</c:v>
                </c:pt>
                <c:pt idx="160">
                  <c:v>72.815352039900006</c:v>
                </c:pt>
                <c:pt idx="161">
                  <c:v>68.701878655800002</c:v>
                </c:pt>
                <c:pt idx="162">
                  <c:v>69.148699440800002</c:v>
                </c:pt>
                <c:pt idx="163">
                  <c:v>78.201141285000006</c:v>
                </c:pt>
                <c:pt idx="164">
                  <c:v>87.553462109500003</c:v>
                </c:pt>
                <c:pt idx="165">
                  <c:v>89.121356773700001</c:v>
                </c:pt>
                <c:pt idx="166">
                  <c:v>86.270573127600002</c:v>
                </c:pt>
                <c:pt idx="167">
                  <c:v>88.472089219099999</c:v>
                </c:pt>
                <c:pt idx="168">
                  <c:v>97.662513740899996</c:v>
                </c:pt>
                <c:pt idx="169">
                  <c:v>105.523745437</c:v>
                </c:pt>
                <c:pt idx="170">
                  <c:v>104.872293997</c:v>
                </c:pt>
                <c:pt idx="171">
                  <c:v>98.752158807100002</c:v>
                </c:pt>
                <c:pt idx="172">
                  <c:v>94.981484755400004</c:v>
                </c:pt>
                <c:pt idx="173">
                  <c:v>94.873142941899999</c:v>
                </c:pt>
                <c:pt idx="174">
                  <c:v>92.434005852499993</c:v>
                </c:pt>
                <c:pt idx="175">
                  <c:v>84.5912627477</c:v>
                </c:pt>
                <c:pt idx="176">
                  <c:v>77.214040706600002</c:v>
                </c:pt>
                <c:pt idx="177">
                  <c:v>77.975129935699997</c:v>
                </c:pt>
                <c:pt idx="178">
                  <c:v>85.7379609587</c:v>
                </c:pt>
                <c:pt idx="179">
                  <c:v>91.114125041999998</c:v>
                </c:pt>
                <c:pt idx="180">
                  <c:v>87.821733212699996</c:v>
                </c:pt>
                <c:pt idx="181">
                  <c:v>79.891831714700004</c:v>
                </c:pt>
                <c:pt idx="182">
                  <c:v>75.103260204799994</c:v>
                </c:pt>
                <c:pt idx="183">
                  <c:v>73.753435735400004</c:v>
                </c:pt>
                <c:pt idx="184">
                  <c:v>68.878565064699998</c:v>
                </c:pt>
                <c:pt idx="185">
                  <c:v>58.165668535999998</c:v>
                </c:pt>
                <c:pt idx="186">
                  <c:v>50.031346091400003</c:v>
                </c:pt>
                <c:pt idx="187">
                  <c:v>53.473951744499999</c:v>
                </c:pt>
                <c:pt idx="188">
                  <c:v>65.078629231600004</c:v>
                </c:pt>
                <c:pt idx="189">
                  <c:v>71.939950358800004</c:v>
                </c:pt>
                <c:pt idx="190">
                  <c:v>67.164117900799994</c:v>
                </c:pt>
                <c:pt idx="191">
                  <c:v>57.090790046099997</c:v>
                </c:pt>
                <c:pt idx="192">
                  <c:v>51.304498538600001</c:v>
                </c:pt>
                <c:pt idx="193">
                  <c:v>49.943708304300003</c:v>
                </c:pt>
                <c:pt idx="194">
                  <c:v>45.364449002000001</c:v>
                </c:pt>
                <c:pt idx="195">
                  <c:v>34.8970561605</c:v>
                </c:pt>
                <c:pt idx="196">
                  <c:v>26.4806844686</c:v>
                </c:pt>
                <c:pt idx="197">
                  <c:v>28.943636247200001</c:v>
                </c:pt>
                <c:pt idx="198">
                  <c:v>39.710219470699997</c:v>
                </c:pt>
                <c:pt idx="199">
                  <c:v>46.630304385099997</c:v>
                </c:pt>
                <c:pt idx="200">
                  <c:v>42.1995172325</c:v>
                </c:pt>
                <c:pt idx="201">
                  <c:v>32.078935889299999</c:v>
                </c:pt>
                <c:pt idx="202">
                  <c:v>27.254566889900001</c:v>
                </c:pt>
                <c:pt idx="203">
                  <c:v>30.4377448491</c:v>
                </c:pt>
                <c:pt idx="204">
                  <c:v>34.106769790100003</c:v>
                </c:pt>
                <c:pt idx="205">
                  <c:v>31.505878868700002</c:v>
                </c:pt>
                <c:pt idx="206">
                  <c:v>25.194499148599999</c:v>
                </c:pt>
                <c:pt idx="207">
                  <c:v>22.284640354699999</c:v>
                </c:pt>
                <c:pt idx="208">
                  <c:v>23.953470084999999</c:v>
                </c:pt>
                <c:pt idx="209">
                  <c:v>24.088886908100001</c:v>
                </c:pt>
                <c:pt idx="210">
                  <c:v>18.829878154900001</c:v>
                </c:pt>
                <c:pt idx="211">
                  <c:v>13.3468922341</c:v>
                </c:pt>
                <c:pt idx="212">
                  <c:v>15.686357510900001</c:v>
                </c:pt>
                <c:pt idx="213">
                  <c:v>25.564219765899999</c:v>
                </c:pt>
                <c:pt idx="214">
                  <c:v>33.653363751900002</c:v>
                </c:pt>
                <c:pt idx="215">
                  <c:v>32.834085119400001</c:v>
                </c:pt>
                <c:pt idx="216">
                  <c:v>26.336520812500002</c:v>
                </c:pt>
                <c:pt idx="217">
                  <c:v>22.112935173299999</c:v>
                </c:pt>
                <c:pt idx="218">
                  <c:v>21.884797208199998</c:v>
                </c:pt>
                <c:pt idx="219">
                  <c:v>19.9177658246</c:v>
                </c:pt>
                <c:pt idx="220">
                  <c:v>12.1852289814</c:v>
                </c:pt>
                <c:pt idx="221">
                  <c:v>2.6709710653199998</c:v>
                </c:pt>
                <c:pt idx="222">
                  <c:v>-1.3241911229100001</c:v>
                </c:pt>
                <c:pt idx="223">
                  <c:v>1.80542043754</c:v>
                </c:pt>
                <c:pt idx="224">
                  <c:v>6.1226302822800003</c:v>
                </c:pt>
                <c:pt idx="225">
                  <c:v>5.6392978720700002</c:v>
                </c:pt>
                <c:pt idx="226">
                  <c:v>1.62765218448</c:v>
                </c:pt>
                <c:pt idx="227">
                  <c:v>4.16913120276E-2</c:v>
                </c:pt>
                <c:pt idx="228">
                  <c:v>2.4510498311700002</c:v>
                </c:pt>
                <c:pt idx="229">
                  <c:v>3.5137157454899999</c:v>
                </c:pt>
                <c:pt idx="230">
                  <c:v>-1.12033098488</c:v>
                </c:pt>
                <c:pt idx="231">
                  <c:v>-8.2901768063599999</c:v>
                </c:pt>
                <c:pt idx="232">
                  <c:v>-12.209056351299999</c:v>
                </c:pt>
                <c:pt idx="233">
                  <c:v>-13.486476317499999</c:v>
                </c:pt>
                <c:pt idx="234">
                  <c:v>-18.3159592674</c:v>
                </c:pt>
                <c:pt idx="235">
                  <c:v>-28.2247720433</c:v>
                </c:pt>
                <c:pt idx="236">
                  <c:v>-35.452182962499997</c:v>
                </c:pt>
                <c:pt idx="237">
                  <c:v>-32.226802545600002</c:v>
                </c:pt>
                <c:pt idx="238">
                  <c:v>-22.398888399400001</c:v>
                </c:pt>
                <c:pt idx="239">
                  <c:v>-18.810856876999999</c:v>
                </c:pt>
                <c:pt idx="240">
                  <c:v>-28.186006399499998</c:v>
                </c:pt>
                <c:pt idx="241">
                  <c:v>-42.793186516900001</c:v>
                </c:pt>
                <c:pt idx="242">
                  <c:v>-49.8299589306</c:v>
                </c:pt>
                <c:pt idx="243">
                  <c:v>-46.193931311999997</c:v>
                </c:pt>
                <c:pt idx="244">
                  <c:v>-40.182655889400003</c:v>
                </c:pt>
                <c:pt idx="245">
                  <c:v>-39.987913271700002</c:v>
                </c:pt>
                <c:pt idx="246">
                  <c:v>-45.087038855599999</c:v>
                </c:pt>
                <c:pt idx="247">
                  <c:v>-50.004801023399999</c:v>
                </c:pt>
                <c:pt idx="248">
                  <c:v>-52.693499578400001</c:v>
                </c:pt>
                <c:pt idx="249">
                  <c:v>-55.820645621300002</c:v>
                </c:pt>
                <c:pt idx="250">
                  <c:v>-60.978475416800002</c:v>
                </c:pt>
                <c:pt idx="251">
                  <c:v>-65.379047927900004</c:v>
                </c:pt>
                <c:pt idx="252">
                  <c:v>-66.094907100399993</c:v>
                </c:pt>
                <c:pt idx="253">
                  <c:v>-65.675807615699995</c:v>
                </c:pt>
                <c:pt idx="254">
                  <c:v>-70.183363403000001</c:v>
                </c:pt>
                <c:pt idx="255">
                  <c:v>-80.796087556700002</c:v>
                </c:pt>
                <c:pt idx="256">
                  <c:v>-90.343845004599999</c:v>
                </c:pt>
                <c:pt idx="257">
                  <c:v>-91.119043511200005</c:v>
                </c:pt>
                <c:pt idx="258">
                  <c:v>-84.811960299700004</c:v>
                </c:pt>
                <c:pt idx="259">
                  <c:v>-81.151287019999998</c:v>
                </c:pt>
                <c:pt idx="260">
                  <c:v>-86.342136357900003</c:v>
                </c:pt>
                <c:pt idx="261">
                  <c:v>-95.959989809899994</c:v>
                </c:pt>
                <c:pt idx="262">
                  <c:v>-100.87413699699999</c:v>
                </c:pt>
                <c:pt idx="263">
                  <c:v>-98.125736773300005</c:v>
                </c:pt>
                <c:pt idx="264">
                  <c:v>-93.609359232399996</c:v>
                </c:pt>
                <c:pt idx="265">
                  <c:v>-94.517373746999994</c:v>
                </c:pt>
                <c:pt idx="266">
                  <c:v>-101.3197626</c:v>
                </c:pt>
                <c:pt idx="267">
                  <c:v>-108.155660647</c:v>
                </c:pt>
                <c:pt idx="268">
                  <c:v>-110.004520887</c:v>
                </c:pt>
                <c:pt idx="269">
                  <c:v>-107.727293936</c:v>
                </c:pt>
                <c:pt idx="270">
                  <c:v>-105.612272248</c:v>
                </c:pt>
                <c:pt idx="271">
                  <c:v>-105.61213769</c:v>
                </c:pt>
                <c:pt idx="272">
                  <c:v>-106.1149372</c:v>
                </c:pt>
                <c:pt idx="273">
                  <c:v>-105.93616119000001</c:v>
                </c:pt>
                <c:pt idx="274">
                  <c:v>-106.541125114</c:v>
                </c:pt>
                <c:pt idx="275">
                  <c:v>-109.03457857799999</c:v>
                </c:pt>
                <c:pt idx="276">
                  <c:v>-111.381948979</c:v>
                </c:pt>
                <c:pt idx="277">
                  <c:v>-111.016470414</c:v>
                </c:pt>
                <c:pt idx="278">
                  <c:v>-108.97902528900001</c:v>
                </c:pt>
                <c:pt idx="279">
                  <c:v>-108.72590817299999</c:v>
                </c:pt>
                <c:pt idx="280">
                  <c:v>-110.78843639199999</c:v>
                </c:pt>
                <c:pt idx="281">
                  <c:v>-111.208802345</c:v>
                </c:pt>
                <c:pt idx="282">
                  <c:v>-106.66461524100001</c:v>
                </c:pt>
                <c:pt idx="283">
                  <c:v>-99.569871477299998</c:v>
                </c:pt>
                <c:pt idx="284">
                  <c:v>-95.889549774000002</c:v>
                </c:pt>
                <c:pt idx="285">
                  <c:v>-97.809519923600007</c:v>
                </c:pt>
                <c:pt idx="286">
                  <c:v>-100.5190825</c:v>
                </c:pt>
                <c:pt idx="287">
                  <c:v>-97.844975238000004</c:v>
                </c:pt>
                <c:pt idx="288">
                  <c:v>-90.246751051999993</c:v>
                </c:pt>
                <c:pt idx="289">
                  <c:v>-84.746645413600007</c:v>
                </c:pt>
                <c:pt idx="290">
                  <c:v>-86.077988078000004</c:v>
                </c:pt>
                <c:pt idx="291">
                  <c:v>-90.379576362899996</c:v>
                </c:pt>
                <c:pt idx="292">
                  <c:v>-90.376724122799999</c:v>
                </c:pt>
                <c:pt idx="293">
                  <c:v>-85.499845617000005</c:v>
                </c:pt>
                <c:pt idx="294">
                  <c:v>-82.876659926000002</c:v>
                </c:pt>
                <c:pt idx="295">
                  <c:v>-87.479855957799998</c:v>
                </c:pt>
                <c:pt idx="296">
                  <c:v>-95.137617956</c:v>
                </c:pt>
                <c:pt idx="297">
                  <c:v>-98.161684527600002</c:v>
                </c:pt>
                <c:pt idx="298">
                  <c:v>-95.478954889999997</c:v>
                </c:pt>
                <c:pt idx="299">
                  <c:v>-93.148069818899998</c:v>
                </c:pt>
                <c:pt idx="300">
                  <c:v>-95.176203252999997</c:v>
                </c:pt>
                <c:pt idx="301">
                  <c:v>-98.0581764386</c:v>
                </c:pt>
                <c:pt idx="302">
                  <c:v>-96.550912025700001</c:v>
                </c:pt>
                <c:pt idx="303">
                  <c:v>-91.9484835162</c:v>
                </c:pt>
                <c:pt idx="304">
                  <c:v>-90.807704620600006</c:v>
                </c:pt>
                <c:pt idx="305">
                  <c:v>-96.076906721699999</c:v>
                </c:pt>
                <c:pt idx="306">
                  <c:v>-103.365887266</c:v>
                </c:pt>
                <c:pt idx="307">
                  <c:v>-107.23735078199999</c:v>
                </c:pt>
                <c:pt idx="308">
                  <c:v>-108.024022945</c:v>
                </c:pt>
                <c:pt idx="309">
                  <c:v>-109.69278154600001</c:v>
                </c:pt>
                <c:pt idx="310">
                  <c:v>-112.672635488</c:v>
                </c:pt>
                <c:pt idx="311">
                  <c:v>-112.54056678000001</c:v>
                </c:pt>
                <c:pt idx="312">
                  <c:v>-106.671840922</c:v>
                </c:pt>
                <c:pt idx="313">
                  <c:v>-99.420691872999996</c:v>
                </c:pt>
                <c:pt idx="314">
                  <c:v>-98.104969046799994</c:v>
                </c:pt>
                <c:pt idx="315">
                  <c:v>-104.392074795</c:v>
                </c:pt>
                <c:pt idx="316">
                  <c:v>-111.99688519</c:v>
                </c:pt>
                <c:pt idx="317">
                  <c:v>-113.77095169099999</c:v>
                </c:pt>
                <c:pt idx="318">
                  <c:v>-109.53708994199999</c:v>
                </c:pt>
                <c:pt idx="319">
                  <c:v>-105.249498901</c:v>
                </c:pt>
                <c:pt idx="320">
                  <c:v>-105.11067344600001</c:v>
                </c:pt>
                <c:pt idx="321">
                  <c:v>-107.013358647</c:v>
                </c:pt>
                <c:pt idx="322">
                  <c:v>-106.67893311</c:v>
                </c:pt>
                <c:pt idx="323">
                  <c:v>-103.950718236</c:v>
                </c:pt>
                <c:pt idx="324">
                  <c:v>-102.399285531</c:v>
                </c:pt>
                <c:pt idx="325">
                  <c:v>-103.444067199</c:v>
                </c:pt>
                <c:pt idx="326">
                  <c:v>-103.784261312</c:v>
                </c:pt>
                <c:pt idx="327">
                  <c:v>-99.889274456300001</c:v>
                </c:pt>
                <c:pt idx="328">
                  <c:v>-93.376706681100003</c:v>
                </c:pt>
                <c:pt idx="329">
                  <c:v>-89.565699757800004</c:v>
                </c:pt>
                <c:pt idx="330">
                  <c:v>-90.521479092600003</c:v>
                </c:pt>
                <c:pt idx="331">
                  <c:v>-92.122728771799999</c:v>
                </c:pt>
                <c:pt idx="332">
                  <c:v>-89.966089691600004</c:v>
                </c:pt>
                <c:pt idx="333">
                  <c:v>-86.085642778999997</c:v>
                </c:pt>
                <c:pt idx="334">
                  <c:v>-86.2312001138</c:v>
                </c:pt>
                <c:pt idx="335">
                  <c:v>-90.888351307899995</c:v>
                </c:pt>
                <c:pt idx="336">
                  <c:v>-93.210353516699996</c:v>
                </c:pt>
                <c:pt idx="337">
                  <c:v>-87.948822708600005</c:v>
                </c:pt>
                <c:pt idx="338">
                  <c:v>-79.4300194371</c:v>
                </c:pt>
                <c:pt idx="339">
                  <c:v>-76.724345675099997</c:v>
                </c:pt>
                <c:pt idx="340">
                  <c:v>-81.487617193000005</c:v>
                </c:pt>
                <c:pt idx="341">
                  <c:v>-84.947232490600001</c:v>
                </c:pt>
                <c:pt idx="342">
                  <c:v>-78.995769778699994</c:v>
                </c:pt>
                <c:pt idx="343">
                  <c:v>-67.156809978499993</c:v>
                </c:pt>
                <c:pt idx="344">
                  <c:v>-60.654016642800002</c:v>
                </c:pt>
                <c:pt idx="345">
                  <c:v>-64.239683449500006</c:v>
                </c:pt>
                <c:pt idx="346">
                  <c:v>-70.160259252399996</c:v>
                </c:pt>
                <c:pt idx="347">
                  <c:v>-68.291038506500001</c:v>
                </c:pt>
                <c:pt idx="348">
                  <c:v>-59.146795443999999</c:v>
                </c:pt>
                <c:pt idx="349">
                  <c:v>-52.484932117500001</c:v>
                </c:pt>
                <c:pt idx="350">
                  <c:v>-53.707689465599998</c:v>
                </c:pt>
                <c:pt idx="351">
                  <c:v>-56.936366779799997</c:v>
                </c:pt>
                <c:pt idx="352">
                  <c:v>-53.955661678600002</c:v>
                </c:pt>
                <c:pt idx="353">
                  <c:v>-45.815707619500003</c:v>
                </c:pt>
                <c:pt idx="354">
                  <c:v>-40.750877009600003</c:v>
                </c:pt>
                <c:pt idx="355">
                  <c:v>-42.027316583400001</c:v>
                </c:pt>
                <c:pt idx="356">
                  <c:v>-43.214111879100003</c:v>
                </c:pt>
                <c:pt idx="357">
                  <c:v>-37.233428354799997</c:v>
                </c:pt>
                <c:pt idx="358">
                  <c:v>-26.320565323899999</c:v>
                </c:pt>
                <c:pt idx="359">
                  <c:v>-19.345422985100001</c:v>
                </c:pt>
                <c:pt idx="360">
                  <c:v>-20.4812727455</c:v>
                </c:pt>
                <c:pt idx="361">
                  <c:v>-24.4269826188</c:v>
                </c:pt>
                <c:pt idx="362">
                  <c:v>-23.829229960300001</c:v>
                </c:pt>
                <c:pt idx="363">
                  <c:v>-18.243882936599999</c:v>
                </c:pt>
                <c:pt idx="364">
                  <c:v>-13.024218829300001</c:v>
                </c:pt>
                <c:pt idx="365">
                  <c:v>-10.95120348</c:v>
                </c:pt>
                <c:pt idx="366">
                  <c:v>-8.6759934150299998</c:v>
                </c:pt>
                <c:pt idx="367">
                  <c:v>-2.33429102845</c:v>
                </c:pt>
                <c:pt idx="368">
                  <c:v>6.1803234682800001</c:v>
                </c:pt>
                <c:pt idx="369">
                  <c:v>11.3825717059</c:v>
                </c:pt>
                <c:pt idx="370">
                  <c:v>12.064336878600001</c:v>
                </c:pt>
                <c:pt idx="371">
                  <c:v>13.843269083799999</c:v>
                </c:pt>
                <c:pt idx="372">
                  <c:v>22.007830520700001</c:v>
                </c:pt>
                <c:pt idx="373">
                  <c:v>33.789408009200002</c:v>
                </c:pt>
                <c:pt idx="374">
                  <c:v>41.172512012200002</c:v>
                </c:pt>
                <c:pt idx="375">
                  <c:v>41.505281558999997</c:v>
                </c:pt>
                <c:pt idx="376">
                  <c:v>41.589545916299997</c:v>
                </c:pt>
                <c:pt idx="377">
                  <c:v>48.780498503300002</c:v>
                </c:pt>
                <c:pt idx="378">
                  <c:v>60.714970498900001</c:v>
                </c:pt>
                <c:pt idx="379">
                  <c:v>68.320553180600001</c:v>
                </c:pt>
                <c:pt idx="380">
                  <c:v>68.762329179100007</c:v>
                </c:pt>
                <c:pt idx="381">
                  <c:v>70.310921048599994</c:v>
                </c:pt>
                <c:pt idx="382">
                  <c:v>81.510114118600001</c:v>
                </c:pt>
                <c:pt idx="383">
                  <c:v>99.060853987499996</c:v>
                </c:pt>
                <c:pt idx="384">
                  <c:v>111.228698579</c:v>
                </c:pt>
                <c:pt idx="385">
                  <c:v>112.396472445</c:v>
                </c:pt>
                <c:pt idx="386">
                  <c:v>109.412696595</c:v>
                </c:pt>
                <c:pt idx="387">
                  <c:v>112.10451576299999</c:v>
                </c:pt>
                <c:pt idx="388">
                  <c:v>121.33602404299999</c:v>
                </c:pt>
                <c:pt idx="389">
                  <c:v>129.74494357099999</c:v>
                </c:pt>
                <c:pt idx="390">
                  <c:v>132.61299553999999</c:v>
                </c:pt>
                <c:pt idx="391">
                  <c:v>133.83612815399999</c:v>
                </c:pt>
                <c:pt idx="392">
                  <c:v>139.657995341</c:v>
                </c:pt>
                <c:pt idx="393">
                  <c:v>149.47697076700001</c:v>
                </c:pt>
                <c:pt idx="394">
                  <c:v>156.85057571600001</c:v>
                </c:pt>
                <c:pt idx="395">
                  <c:v>159.35825793999999</c:v>
                </c:pt>
                <c:pt idx="396">
                  <c:v>162.840694848</c:v>
                </c:pt>
                <c:pt idx="397">
                  <c:v>173.20682476799999</c:v>
                </c:pt>
                <c:pt idx="398">
                  <c:v>187.246619899</c:v>
                </c:pt>
                <c:pt idx="399">
                  <c:v>195.98639956299999</c:v>
                </c:pt>
                <c:pt idx="400">
                  <c:v>196.65573030199999</c:v>
                </c:pt>
                <c:pt idx="401">
                  <c:v>196.95221430300001</c:v>
                </c:pt>
                <c:pt idx="402">
                  <c:v>205.31981191700001</c:v>
                </c:pt>
                <c:pt idx="403">
                  <c:v>220.08408544900001</c:v>
                </c:pt>
                <c:pt idx="404">
                  <c:v>232.26396262200001</c:v>
                </c:pt>
                <c:pt idx="405">
                  <c:v>238.07624608500001</c:v>
                </c:pt>
                <c:pt idx="406">
                  <c:v>243.582494709</c:v>
                </c:pt>
                <c:pt idx="407">
                  <c:v>255.300143241</c:v>
                </c:pt>
                <c:pt idx="408">
                  <c:v>270.59082144000001</c:v>
                </c:pt>
                <c:pt idx="409">
                  <c:v>281.46751069300001</c:v>
                </c:pt>
                <c:pt idx="410">
                  <c:v>286.11526378999997</c:v>
                </c:pt>
                <c:pt idx="411">
                  <c:v>291.81382384800003</c:v>
                </c:pt>
                <c:pt idx="412">
                  <c:v>305.25810479199998</c:v>
                </c:pt>
                <c:pt idx="413">
                  <c:v>323.592530044</c:v>
                </c:pt>
                <c:pt idx="414">
                  <c:v>338.18867903699999</c:v>
                </c:pt>
                <c:pt idx="415">
                  <c:v>345.842622705</c:v>
                </c:pt>
                <c:pt idx="416">
                  <c:v>352.44205202299997</c:v>
                </c:pt>
                <c:pt idx="417">
                  <c:v>364.65074465800001</c:v>
                </c:pt>
                <c:pt idx="418">
                  <c:v>381.06572485700002</c:v>
                </c:pt>
                <c:pt idx="419">
                  <c:v>394.47706926000001</c:v>
                </c:pt>
                <c:pt idx="420">
                  <c:v>401.70841450299997</c:v>
                </c:pt>
                <c:pt idx="421">
                  <c:v>407.64295212100001</c:v>
                </c:pt>
                <c:pt idx="422">
                  <c:v>418.34072159200002</c:v>
                </c:pt>
                <c:pt idx="423">
                  <c:v>432.88792177200003</c:v>
                </c:pt>
                <c:pt idx="424">
                  <c:v>445.01333941199999</c:v>
                </c:pt>
                <c:pt idx="425">
                  <c:v>452.17605083299998</c:v>
                </c:pt>
                <c:pt idx="426">
                  <c:v>459.58137534899998</c:v>
                </c:pt>
                <c:pt idx="427">
                  <c:v>473.15948888899999</c:v>
                </c:pt>
                <c:pt idx="428">
                  <c:v>490.90378539800002</c:v>
                </c:pt>
                <c:pt idx="429">
                  <c:v>505.05658640799999</c:v>
                </c:pt>
                <c:pt idx="430">
                  <c:v>512.61411302900001</c:v>
                </c:pt>
                <c:pt idx="431">
                  <c:v>519.278396853</c:v>
                </c:pt>
                <c:pt idx="432">
                  <c:v>531.09711179199996</c:v>
                </c:pt>
                <c:pt idx="433">
                  <c:v>545.81704890399999</c:v>
                </c:pt>
                <c:pt idx="434">
                  <c:v>556.31365159699999</c:v>
                </c:pt>
                <c:pt idx="435">
                  <c:v>561.09692265000001</c:v>
                </c:pt>
                <c:pt idx="436">
                  <c:v>566.91672481199998</c:v>
                </c:pt>
                <c:pt idx="437">
                  <c:v>579.56862217100002</c:v>
                </c:pt>
                <c:pt idx="438">
                  <c:v>595.44869646300003</c:v>
                </c:pt>
                <c:pt idx="439">
                  <c:v>605.749424159</c:v>
                </c:pt>
                <c:pt idx="440">
                  <c:v>608.11085312199998</c:v>
                </c:pt>
                <c:pt idx="441">
                  <c:v>610.03665178300002</c:v>
                </c:pt>
                <c:pt idx="442">
                  <c:v>619.29817044599997</c:v>
                </c:pt>
                <c:pt idx="443">
                  <c:v>634.43574690100002</c:v>
                </c:pt>
                <c:pt idx="444">
                  <c:v>648.27602406000005</c:v>
                </c:pt>
                <c:pt idx="445">
                  <c:v>658.89001922700004</c:v>
                </c:pt>
                <c:pt idx="446">
                  <c:v>671.89967233699997</c:v>
                </c:pt>
                <c:pt idx="447">
                  <c:v>691.06929966600001</c:v>
                </c:pt>
                <c:pt idx="448">
                  <c:v>711.72261159300001</c:v>
                </c:pt>
                <c:pt idx="449">
                  <c:v>727.19298436199995</c:v>
                </c:pt>
                <c:pt idx="450">
                  <c:v>738.85430898799996</c:v>
                </c:pt>
                <c:pt idx="451">
                  <c:v>755.66941818199996</c:v>
                </c:pt>
                <c:pt idx="452">
                  <c:v>785.71138239799996</c:v>
                </c:pt>
                <c:pt idx="453">
                  <c:v>831.95966289700004</c:v>
                </c:pt>
                <c:pt idx="454">
                  <c:v>892.81231364999996</c:v>
                </c:pt>
                <c:pt idx="455">
                  <c:v>957.55232250100005</c:v>
                </c:pt>
                <c:pt idx="456">
                  <c:v>999.89884117099996</c:v>
                </c:pt>
                <c:pt idx="457">
                  <c:v>987.61656815499998</c:v>
                </c:pt>
                <c:pt idx="458">
                  <c:v>910.09246601100006</c:v>
                </c:pt>
                <c:pt idx="459">
                  <c:v>794.61174146600001</c:v>
                </c:pt>
                <c:pt idx="460">
                  <c:v>686.36238749799998</c:v>
                </c:pt>
                <c:pt idx="461">
                  <c:v>610.14021825199995</c:v>
                </c:pt>
                <c:pt idx="462">
                  <c:v>554.529791735</c:v>
                </c:pt>
                <c:pt idx="463">
                  <c:v>490.88533681799998</c:v>
                </c:pt>
                <c:pt idx="464">
                  <c:v>401.47577987800003</c:v>
                </c:pt>
                <c:pt idx="465">
                  <c:v>289.26570634699999</c:v>
                </c:pt>
                <c:pt idx="466">
                  <c:v>166.865276913</c:v>
                </c:pt>
                <c:pt idx="467">
                  <c:v>40.843798244200002</c:v>
                </c:pt>
                <c:pt idx="468">
                  <c:v>-93.202170082699993</c:v>
                </c:pt>
                <c:pt idx="469">
                  <c:v>-242.442074601</c:v>
                </c:pt>
                <c:pt idx="470">
                  <c:v>-405.76649122100002</c:v>
                </c:pt>
                <c:pt idx="471">
                  <c:v>-571.86030297499997</c:v>
                </c:pt>
                <c:pt idx="472">
                  <c:v>-727.87341596900001</c:v>
                </c:pt>
                <c:pt idx="473">
                  <c:v>-868.77231918300004</c:v>
                </c:pt>
                <c:pt idx="474">
                  <c:v>-997.28294682900002</c:v>
                </c:pt>
                <c:pt idx="475">
                  <c:v>-1115.5644243700001</c:v>
                </c:pt>
                <c:pt idx="476">
                  <c:v>-1219.6766385799999</c:v>
                </c:pt>
                <c:pt idx="477">
                  <c:v>-1303.85106591</c:v>
                </c:pt>
                <c:pt idx="478">
                  <c:v>-1368.00003238</c:v>
                </c:pt>
                <c:pt idx="479">
                  <c:v>-1417.5312494100001</c:v>
                </c:pt>
                <c:pt idx="480">
                  <c:v>-1456.0326673300001</c:v>
                </c:pt>
                <c:pt idx="481">
                  <c:v>-1481.88258735</c:v>
                </c:pt>
                <c:pt idx="482">
                  <c:v>-1493.4950035300001</c:v>
                </c:pt>
                <c:pt idx="483">
                  <c:v>-1494.40087595</c:v>
                </c:pt>
                <c:pt idx="484">
                  <c:v>-1489.68637025</c:v>
                </c:pt>
                <c:pt idx="485">
                  <c:v>-1479.1216138699999</c:v>
                </c:pt>
                <c:pt idx="486">
                  <c:v>-1457.9841660899999</c:v>
                </c:pt>
                <c:pt idx="487">
                  <c:v>-1425.1289604000001</c:v>
                </c:pt>
                <c:pt idx="488">
                  <c:v>-1386.70690399</c:v>
                </c:pt>
                <c:pt idx="489">
                  <c:v>-1349.7511066699999</c:v>
                </c:pt>
                <c:pt idx="490">
                  <c:v>-1314.1616417400001</c:v>
                </c:pt>
                <c:pt idx="491">
                  <c:v>-1273.9914243200001</c:v>
                </c:pt>
                <c:pt idx="492">
                  <c:v>-1226.1092918500001</c:v>
                </c:pt>
                <c:pt idx="493">
                  <c:v>-1174.4694547700001</c:v>
                </c:pt>
                <c:pt idx="494">
                  <c:v>-1124.88542695</c:v>
                </c:pt>
                <c:pt idx="495">
                  <c:v>-1078.14294679</c:v>
                </c:pt>
                <c:pt idx="496">
                  <c:v>-1030.4628404699999</c:v>
                </c:pt>
                <c:pt idx="497">
                  <c:v>-979.81079152799998</c:v>
                </c:pt>
                <c:pt idx="498">
                  <c:v>-929.35570616799998</c:v>
                </c:pt>
                <c:pt idx="499">
                  <c:v>-883.54509461600003</c:v>
                </c:pt>
                <c:pt idx="500">
                  <c:v>-841.85286510200001</c:v>
                </c:pt>
                <c:pt idx="501">
                  <c:v>-799.00124604200005</c:v>
                </c:pt>
                <c:pt idx="502">
                  <c:v>-752.49231976099998</c:v>
                </c:pt>
                <c:pt idx="503">
                  <c:v>-707.31199664300004</c:v>
                </c:pt>
                <c:pt idx="504">
                  <c:v>-670.09655719800003</c:v>
                </c:pt>
                <c:pt idx="505">
                  <c:v>-639.94799055999999</c:v>
                </c:pt>
                <c:pt idx="506">
                  <c:v>-608.91109517400002</c:v>
                </c:pt>
                <c:pt idx="507">
                  <c:v>-572.02203932800001</c:v>
                </c:pt>
                <c:pt idx="508">
                  <c:v>-533.38813075899998</c:v>
                </c:pt>
                <c:pt idx="509">
                  <c:v>-500.397464797</c:v>
                </c:pt>
                <c:pt idx="510">
                  <c:v>-474.44829543200001</c:v>
                </c:pt>
                <c:pt idx="511">
                  <c:v>-450.48858030399998</c:v>
                </c:pt>
                <c:pt idx="512">
                  <c:v>-424.91686161199999</c:v>
                </c:pt>
                <c:pt idx="513">
                  <c:v>-400.44863921199999</c:v>
                </c:pt>
                <c:pt idx="514">
                  <c:v>-381.28878277899997</c:v>
                </c:pt>
                <c:pt idx="515">
                  <c:v>-365.17041091700003</c:v>
                </c:pt>
                <c:pt idx="516">
                  <c:v>-343.570074186</c:v>
                </c:pt>
                <c:pt idx="517">
                  <c:v>-311.18362041099999</c:v>
                </c:pt>
                <c:pt idx="518">
                  <c:v>-272.97217354899999</c:v>
                </c:pt>
                <c:pt idx="519">
                  <c:v>-239.18465251500001</c:v>
                </c:pt>
                <c:pt idx="520">
                  <c:v>-214.10888297</c:v>
                </c:pt>
                <c:pt idx="521">
                  <c:v>-192.49131169399999</c:v>
                </c:pt>
                <c:pt idx="522">
                  <c:v>-167.58903147999999</c:v>
                </c:pt>
                <c:pt idx="523">
                  <c:v>-140.04435536099999</c:v>
                </c:pt>
                <c:pt idx="524">
                  <c:v>-116.32875302799999</c:v>
                </c:pt>
                <c:pt idx="525">
                  <c:v>-99.636093325299996</c:v>
                </c:pt>
                <c:pt idx="526">
                  <c:v>-86.022300153299994</c:v>
                </c:pt>
                <c:pt idx="527">
                  <c:v>-70.796098870700007</c:v>
                </c:pt>
                <c:pt idx="528">
                  <c:v>-55.514537570800002</c:v>
                </c:pt>
                <c:pt idx="529">
                  <c:v>-45.202523104400001</c:v>
                </c:pt>
                <c:pt idx="530">
                  <c:v>-39.669849478300002</c:v>
                </c:pt>
                <c:pt idx="531">
                  <c:v>-31.766948450600001</c:v>
                </c:pt>
                <c:pt idx="532">
                  <c:v>-15.8714592378</c:v>
                </c:pt>
                <c:pt idx="533">
                  <c:v>5.1122199865200004</c:v>
                </c:pt>
                <c:pt idx="534">
                  <c:v>24.240564913499998</c:v>
                </c:pt>
                <c:pt idx="535">
                  <c:v>39.8283980458</c:v>
                </c:pt>
                <c:pt idx="536">
                  <c:v>56.200576354200003</c:v>
                </c:pt>
                <c:pt idx="537">
                  <c:v>75.6772749541</c:v>
                </c:pt>
                <c:pt idx="538">
                  <c:v>94.091478548200001</c:v>
                </c:pt>
                <c:pt idx="539">
                  <c:v>106.153674923</c:v>
                </c:pt>
                <c:pt idx="540">
                  <c:v>112.688695594</c:v>
                </c:pt>
                <c:pt idx="541">
                  <c:v>119.433817695</c:v>
                </c:pt>
                <c:pt idx="542">
                  <c:v>129.07406181600001</c:v>
                </c:pt>
                <c:pt idx="543">
                  <c:v>137.79416590599999</c:v>
                </c:pt>
                <c:pt idx="544">
                  <c:v>141.44042504000001</c:v>
                </c:pt>
                <c:pt idx="545">
                  <c:v>142.667600252</c:v>
                </c:pt>
                <c:pt idx="546">
                  <c:v>148.62968426899999</c:v>
                </c:pt>
                <c:pt idx="547">
                  <c:v>161.87030752000001</c:v>
                </c:pt>
                <c:pt idx="548">
                  <c:v>176.857969639</c:v>
                </c:pt>
                <c:pt idx="549">
                  <c:v>187.27242096699999</c:v>
                </c:pt>
                <c:pt idx="550">
                  <c:v>194.46556920699999</c:v>
                </c:pt>
                <c:pt idx="551">
                  <c:v>205.60554891500001</c:v>
                </c:pt>
                <c:pt idx="552">
                  <c:v>223.73775927299999</c:v>
                </c:pt>
                <c:pt idx="553">
                  <c:v>242.806293565</c:v>
                </c:pt>
                <c:pt idx="554">
                  <c:v>254.382398064</c:v>
                </c:pt>
                <c:pt idx="555">
                  <c:v>258.01078580000001</c:v>
                </c:pt>
                <c:pt idx="556">
                  <c:v>262.07207326299999</c:v>
                </c:pt>
                <c:pt idx="557">
                  <c:v>273.243402678</c:v>
                </c:pt>
                <c:pt idx="558">
                  <c:v>287.63856809499998</c:v>
                </c:pt>
                <c:pt idx="559">
                  <c:v>296.02161603299999</c:v>
                </c:pt>
                <c:pt idx="560">
                  <c:v>296.99890653699998</c:v>
                </c:pt>
                <c:pt idx="561">
                  <c:v>299.83538005999998</c:v>
                </c:pt>
                <c:pt idx="562">
                  <c:v>311.95336938200001</c:v>
                </c:pt>
                <c:pt idx="563">
                  <c:v>328.244336836</c:v>
                </c:pt>
                <c:pt idx="564">
                  <c:v>337.64342071900001</c:v>
                </c:pt>
                <c:pt idx="565">
                  <c:v>338.02663475000003</c:v>
                </c:pt>
                <c:pt idx="566">
                  <c:v>338.69786887700002</c:v>
                </c:pt>
                <c:pt idx="567">
                  <c:v>347.53855648299998</c:v>
                </c:pt>
                <c:pt idx="568">
                  <c:v>360.93622889</c:v>
                </c:pt>
                <c:pt idx="569">
                  <c:v>369.621909055</c:v>
                </c:pt>
                <c:pt idx="570">
                  <c:v>371.43161371500003</c:v>
                </c:pt>
                <c:pt idx="571">
                  <c:v>373.50712306299999</c:v>
                </c:pt>
                <c:pt idx="572">
                  <c:v>381.602881352</c:v>
                </c:pt>
                <c:pt idx="573">
                  <c:v>391.53894780500002</c:v>
                </c:pt>
                <c:pt idx="574">
                  <c:v>394.35558779000002</c:v>
                </c:pt>
                <c:pt idx="575">
                  <c:v>388.00990755800001</c:v>
                </c:pt>
                <c:pt idx="576">
                  <c:v>380.06418808500001</c:v>
                </c:pt>
                <c:pt idx="577">
                  <c:v>378.11530646</c:v>
                </c:pt>
                <c:pt idx="578">
                  <c:v>380.610814957</c:v>
                </c:pt>
                <c:pt idx="579">
                  <c:v>379.74049232700003</c:v>
                </c:pt>
                <c:pt idx="580">
                  <c:v>372.13971508600002</c:v>
                </c:pt>
                <c:pt idx="581">
                  <c:v>363.12243309500002</c:v>
                </c:pt>
                <c:pt idx="582">
                  <c:v>359.13998228600002</c:v>
                </c:pt>
                <c:pt idx="583">
                  <c:v>358.89606711699997</c:v>
                </c:pt>
                <c:pt idx="584">
                  <c:v>355.05208992000001</c:v>
                </c:pt>
                <c:pt idx="585">
                  <c:v>344.31346554499999</c:v>
                </c:pt>
                <c:pt idx="586">
                  <c:v>332.55530482400002</c:v>
                </c:pt>
                <c:pt idx="587">
                  <c:v>327.821115717</c:v>
                </c:pt>
                <c:pt idx="588">
                  <c:v>330.18958336399999</c:v>
                </c:pt>
                <c:pt idx="589">
                  <c:v>332.28646451700001</c:v>
                </c:pt>
                <c:pt idx="590">
                  <c:v>329.55564116199997</c:v>
                </c:pt>
                <c:pt idx="591">
                  <c:v>325.39092421800001</c:v>
                </c:pt>
                <c:pt idx="592">
                  <c:v>324.08477003100001</c:v>
                </c:pt>
                <c:pt idx="593">
                  <c:v>322.88729536599999</c:v>
                </c:pt>
                <c:pt idx="594">
                  <c:v>315.64492988299997</c:v>
                </c:pt>
                <c:pt idx="595">
                  <c:v>303.02742373000001</c:v>
                </c:pt>
                <c:pt idx="596">
                  <c:v>294.08702382400003</c:v>
                </c:pt>
                <c:pt idx="597">
                  <c:v>295.464799771</c:v>
                </c:pt>
                <c:pt idx="598">
                  <c:v>302.048678521</c:v>
                </c:pt>
                <c:pt idx="599">
                  <c:v>302.37845816599997</c:v>
                </c:pt>
                <c:pt idx="600">
                  <c:v>292.98060812</c:v>
                </c:pt>
                <c:pt idx="601">
                  <c:v>282.82471349000002</c:v>
                </c:pt>
                <c:pt idx="602">
                  <c:v>281.26835816699997</c:v>
                </c:pt>
                <c:pt idx="603">
                  <c:v>285.48393944999998</c:v>
                </c:pt>
                <c:pt idx="604">
                  <c:v>284.66413249700003</c:v>
                </c:pt>
                <c:pt idx="605">
                  <c:v>275.16445417400001</c:v>
                </c:pt>
                <c:pt idx="606">
                  <c:v>265.62533957199997</c:v>
                </c:pt>
                <c:pt idx="607">
                  <c:v>265.19716818199998</c:v>
                </c:pt>
                <c:pt idx="608">
                  <c:v>271.042869811</c:v>
                </c:pt>
                <c:pt idx="609">
                  <c:v>271.86528191299999</c:v>
                </c:pt>
                <c:pt idx="610">
                  <c:v>262.49208421600002</c:v>
                </c:pt>
                <c:pt idx="611">
                  <c:v>250.055696732</c:v>
                </c:pt>
                <c:pt idx="612">
                  <c:v>244.01521025100001</c:v>
                </c:pt>
                <c:pt idx="613">
                  <c:v>243.85285352</c:v>
                </c:pt>
                <c:pt idx="614">
                  <c:v>240.65149440499999</c:v>
                </c:pt>
                <c:pt idx="615">
                  <c:v>229.64182672000001</c:v>
                </c:pt>
                <c:pt idx="616">
                  <c:v>216.47706218499999</c:v>
                </c:pt>
                <c:pt idx="617">
                  <c:v>209.059430644</c:v>
                </c:pt>
                <c:pt idx="618">
                  <c:v>206.50063948600001</c:v>
                </c:pt>
                <c:pt idx="619">
                  <c:v>200.627980296</c:v>
                </c:pt>
                <c:pt idx="620">
                  <c:v>187.953515434</c:v>
                </c:pt>
                <c:pt idx="621">
                  <c:v>175.19379132700001</c:v>
                </c:pt>
                <c:pt idx="622">
                  <c:v>170.31733233899999</c:v>
                </c:pt>
                <c:pt idx="623">
                  <c:v>171.51265436899999</c:v>
                </c:pt>
                <c:pt idx="624">
                  <c:v>169.55202413800001</c:v>
                </c:pt>
                <c:pt idx="625">
                  <c:v>160.38216264100001</c:v>
                </c:pt>
                <c:pt idx="626">
                  <c:v>150.488215478</c:v>
                </c:pt>
                <c:pt idx="627">
                  <c:v>147.472504985</c:v>
                </c:pt>
                <c:pt idx="628">
                  <c:v>148.75722876200001</c:v>
                </c:pt>
                <c:pt idx="629">
                  <c:v>144.143926701</c:v>
                </c:pt>
                <c:pt idx="630">
                  <c:v>129.12792969399999</c:v>
                </c:pt>
                <c:pt idx="631">
                  <c:v>111.178080116</c:v>
                </c:pt>
                <c:pt idx="632">
                  <c:v>100.58348782</c:v>
                </c:pt>
                <c:pt idx="633">
                  <c:v>97.976591639999995</c:v>
                </c:pt>
                <c:pt idx="634">
                  <c:v>94.706607941800002</c:v>
                </c:pt>
                <c:pt idx="635">
                  <c:v>84.862922418699995</c:v>
                </c:pt>
                <c:pt idx="636">
                  <c:v>72.592847685400002</c:v>
                </c:pt>
                <c:pt idx="637">
                  <c:v>65.486281609200006</c:v>
                </c:pt>
                <c:pt idx="638">
                  <c:v>63.835849191699999</c:v>
                </c:pt>
                <c:pt idx="639">
                  <c:v>60.545505239100002</c:v>
                </c:pt>
                <c:pt idx="640">
                  <c:v>51.313013314700001</c:v>
                </c:pt>
                <c:pt idx="641">
                  <c:v>40.701839133599997</c:v>
                </c:pt>
                <c:pt idx="642">
                  <c:v>35.708898045600002</c:v>
                </c:pt>
                <c:pt idx="643">
                  <c:v>35.7444157113</c:v>
                </c:pt>
                <c:pt idx="644">
                  <c:v>33.009657478699999</c:v>
                </c:pt>
                <c:pt idx="645">
                  <c:v>23.245289270499999</c:v>
                </c:pt>
                <c:pt idx="646">
                  <c:v>12.214500061300001</c:v>
                </c:pt>
                <c:pt idx="647">
                  <c:v>8.1658348268900003</c:v>
                </c:pt>
                <c:pt idx="648">
                  <c:v>9.9142915655100001</c:v>
                </c:pt>
                <c:pt idx="649">
                  <c:v>7.68657410476</c:v>
                </c:pt>
                <c:pt idx="650">
                  <c:v>-3.2648443604900002</c:v>
                </c:pt>
                <c:pt idx="651">
                  <c:v>-15.2478420354</c:v>
                </c:pt>
                <c:pt idx="652">
                  <c:v>-18.150352187799999</c:v>
                </c:pt>
                <c:pt idx="653">
                  <c:v>-13.2576449929</c:v>
                </c:pt>
                <c:pt idx="654">
                  <c:v>-11.414471771300001</c:v>
                </c:pt>
                <c:pt idx="655">
                  <c:v>-18.3278387772</c:v>
                </c:pt>
                <c:pt idx="656">
                  <c:v>-27.861672115899999</c:v>
                </c:pt>
                <c:pt idx="657">
                  <c:v>-32.146834771199998</c:v>
                </c:pt>
                <c:pt idx="658">
                  <c:v>-33.297539235899997</c:v>
                </c:pt>
                <c:pt idx="659">
                  <c:v>-40.061992130900002</c:v>
                </c:pt>
                <c:pt idx="660">
                  <c:v>-54.6660906336</c:v>
                </c:pt>
                <c:pt idx="661">
                  <c:v>-68.463989889600001</c:v>
                </c:pt>
                <c:pt idx="662">
                  <c:v>-72.362931634299997</c:v>
                </c:pt>
                <c:pt idx="663">
                  <c:v>-68.325613152399995</c:v>
                </c:pt>
                <c:pt idx="664">
                  <c:v>-67.205672877300003</c:v>
                </c:pt>
                <c:pt idx="665">
                  <c:v>-75.609009155999999</c:v>
                </c:pt>
                <c:pt idx="666">
                  <c:v>-88.297808632400006</c:v>
                </c:pt>
                <c:pt idx="667">
                  <c:v>-95.676848751400001</c:v>
                </c:pt>
                <c:pt idx="668">
                  <c:v>-96.292818781999998</c:v>
                </c:pt>
                <c:pt idx="669">
                  <c:v>-97.624360700599993</c:v>
                </c:pt>
                <c:pt idx="670">
                  <c:v>-104.66646237400001</c:v>
                </c:pt>
                <c:pt idx="671">
                  <c:v>-112.92135159</c:v>
                </c:pt>
                <c:pt idx="672">
                  <c:v>-115.84306769200001</c:v>
                </c:pt>
                <c:pt idx="673">
                  <c:v>-115.54704740299999</c:v>
                </c:pt>
                <c:pt idx="674">
                  <c:v>-120.52631858399999</c:v>
                </c:pt>
                <c:pt idx="675">
                  <c:v>-133.11140030499999</c:v>
                </c:pt>
                <c:pt idx="676">
                  <c:v>-144.96240944499999</c:v>
                </c:pt>
                <c:pt idx="677">
                  <c:v>-147.89359921900001</c:v>
                </c:pt>
                <c:pt idx="678">
                  <c:v>-145.363237739</c:v>
                </c:pt>
                <c:pt idx="679">
                  <c:v>-148.44212070200001</c:v>
                </c:pt>
                <c:pt idx="680">
                  <c:v>-161.107496903</c:v>
                </c:pt>
                <c:pt idx="681">
                  <c:v>-174.41076027299999</c:v>
                </c:pt>
                <c:pt idx="682">
                  <c:v>-177.635384308</c:v>
                </c:pt>
                <c:pt idx="683">
                  <c:v>-172.074496297</c:v>
                </c:pt>
                <c:pt idx="684">
                  <c:v>-169.46010791399999</c:v>
                </c:pt>
                <c:pt idx="685">
                  <c:v>-177.24197467400001</c:v>
                </c:pt>
                <c:pt idx="686">
                  <c:v>-189.82083939399999</c:v>
                </c:pt>
                <c:pt idx="687">
                  <c:v>-196.47347924300001</c:v>
                </c:pt>
                <c:pt idx="688">
                  <c:v>-194.910574852</c:v>
                </c:pt>
                <c:pt idx="689">
                  <c:v>-192.714591915</c:v>
                </c:pt>
                <c:pt idx="690">
                  <c:v>-195.60721873200001</c:v>
                </c:pt>
                <c:pt idx="691">
                  <c:v>-199.321461672</c:v>
                </c:pt>
                <c:pt idx="692">
                  <c:v>-196.46487965700001</c:v>
                </c:pt>
                <c:pt idx="693">
                  <c:v>-188.25328546099999</c:v>
                </c:pt>
                <c:pt idx="694">
                  <c:v>-183.952557345</c:v>
                </c:pt>
                <c:pt idx="695">
                  <c:v>-188.669812127</c:v>
                </c:pt>
                <c:pt idx="696">
                  <c:v>-196.71712897099999</c:v>
                </c:pt>
                <c:pt idx="697">
                  <c:v>-199.313105998</c:v>
                </c:pt>
                <c:pt idx="698">
                  <c:v>-195.308895197</c:v>
                </c:pt>
                <c:pt idx="699">
                  <c:v>-190.67916563399999</c:v>
                </c:pt>
                <c:pt idx="700">
                  <c:v>-188.99381556899999</c:v>
                </c:pt>
                <c:pt idx="701">
                  <c:v>-186.941021277</c:v>
                </c:pt>
                <c:pt idx="702">
                  <c:v>-180.79832454000001</c:v>
                </c:pt>
                <c:pt idx="703">
                  <c:v>-173.78654506699999</c:v>
                </c:pt>
                <c:pt idx="704">
                  <c:v>-172.71362003900001</c:v>
                </c:pt>
                <c:pt idx="705">
                  <c:v>-177.78680900099999</c:v>
                </c:pt>
                <c:pt idx="706">
                  <c:v>-180.493112121</c:v>
                </c:pt>
                <c:pt idx="707">
                  <c:v>-174.183043037</c:v>
                </c:pt>
                <c:pt idx="708">
                  <c:v>-163.36840717499999</c:v>
                </c:pt>
                <c:pt idx="709">
                  <c:v>-157.84187025899999</c:v>
                </c:pt>
                <c:pt idx="710">
                  <c:v>-158.70623550400001</c:v>
                </c:pt>
                <c:pt idx="711">
                  <c:v>-156.01492764100001</c:v>
                </c:pt>
                <c:pt idx="712">
                  <c:v>-142.393388036</c:v>
                </c:pt>
                <c:pt idx="713">
                  <c:v>-124.403251885</c:v>
                </c:pt>
                <c:pt idx="714">
                  <c:v>-115.77448033500001</c:v>
                </c:pt>
                <c:pt idx="715">
                  <c:v>-121.027026664</c:v>
                </c:pt>
                <c:pt idx="716">
                  <c:v>-130.90719905399999</c:v>
                </c:pt>
                <c:pt idx="717">
                  <c:v>-135.256838759</c:v>
                </c:pt>
                <c:pt idx="718">
                  <c:v>-135.90371258600001</c:v>
                </c:pt>
                <c:pt idx="719">
                  <c:v>-142.58747872500001</c:v>
                </c:pt>
                <c:pt idx="720">
                  <c:v>-158.010321441</c:v>
                </c:pt>
                <c:pt idx="721">
                  <c:v>-172.74122047399999</c:v>
                </c:pt>
                <c:pt idx="722">
                  <c:v>-177.137239171</c:v>
                </c:pt>
                <c:pt idx="723">
                  <c:v>-173.98685788500001</c:v>
                </c:pt>
                <c:pt idx="724">
                  <c:v>-174.345646488</c:v>
                </c:pt>
                <c:pt idx="725">
                  <c:v>-182.173414337</c:v>
                </c:pt>
                <c:pt idx="726">
                  <c:v>-189.036343727</c:v>
                </c:pt>
                <c:pt idx="727">
                  <c:v>-186.15457372700001</c:v>
                </c:pt>
                <c:pt idx="728">
                  <c:v>-176.88425791700001</c:v>
                </c:pt>
                <c:pt idx="729">
                  <c:v>-172.30664131699999</c:v>
                </c:pt>
                <c:pt idx="730">
                  <c:v>-176.159797508</c:v>
                </c:pt>
                <c:pt idx="731">
                  <c:v>-179.81230478099999</c:v>
                </c:pt>
                <c:pt idx="732">
                  <c:v>-173.98404582200001</c:v>
                </c:pt>
                <c:pt idx="733">
                  <c:v>-161.20655032400001</c:v>
                </c:pt>
                <c:pt idx="734">
                  <c:v>-152.19829043499999</c:v>
                </c:pt>
                <c:pt idx="735">
                  <c:v>-151.294332494</c:v>
                </c:pt>
                <c:pt idx="736">
                  <c:v>-151.02238632500001</c:v>
                </c:pt>
                <c:pt idx="737">
                  <c:v>-143.097353742</c:v>
                </c:pt>
                <c:pt idx="738">
                  <c:v>-130.195399321</c:v>
                </c:pt>
                <c:pt idx="739">
                  <c:v>-122.173534761</c:v>
                </c:pt>
                <c:pt idx="740">
                  <c:v>-122.379095656</c:v>
                </c:pt>
                <c:pt idx="741">
                  <c:v>-122.93165913599999</c:v>
                </c:pt>
                <c:pt idx="742">
                  <c:v>-115.078242535</c:v>
                </c:pt>
                <c:pt idx="743">
                  <c:v>-100.682109772</c:v>
                </c:pt>
                <c:pt idx="744">
                  <c:v>-89.739654398799999</c:v>
                </c:pt>
                <c:pt idx="745">
                  <c:v>-87.142411399899999</c:v>
                </c:pt>
                <c:pt idx="746">
                  <c:v>-86.324301484200006</c:v>
                </c:pt>
                <c:pt idx="747">
                  <c:v>-78.762215549399997</c:v>
                </c:pt>
                <c:pt idx="748">
                  <c:v>-66.449190460899999</c:v>
                </c:pt>
                <c:pt idx="749">
                  <c:v>-59.338962907400003</c:v>
                </c:pt>
                <c:pt idx="750">
                  <c:v>-60.644942539600002</c:v>
                </c:pt>
                <c:pt idx="751">
                  <c:v>-61.0859133099</c:v>
                </c:pt>
                <c:pt idx="752">
                  <c:v>-51.335720413200001</c:v>
                </c:pt>
                <c:pt idx="753">
                  <c:v>-35.560379346600001</c:v>
                </c:pt>
                <c:pt idx="754">
                  <c:v>-26.171310134799999</c:v>
                </c:pt>
                <c:pt idx="755">
                  <c:v>-26.490509754600001</c:v>
                </c:pt>
                <c:pt idx="756">
                  <c:v>-26.278380352500001</c:v>
                </c:pt>
                <c:pt idx="757">
                  <c:v>-17.088366610400001</c:v>
                </c:pt>
                <c:pt idx="758">
                  <c:v>-5.26559685444</c:v>
                </c:pt>
                <c:pt idx="759">
                  <c:v>-3.2296154225899998</c:v>
                </c:pt>
                <c:pt idx="760">
                  <c:v>-10.9874462099</c:v>
                </c:pt>
                <c:pt idx="761">
                  <c:v>-14.422685334500001</c:v>
                </c:pt>
                <c:pt idx="762">
                  <c:v>-3.81304044031</c:v>
                </c:pt>
                <c:pt idx="763">
                  <c:v>12.5305817947</c:v>
                </c:pt>
                <c:pt idx="764">
                  <c:v>18.655937004799998</c:v>
                </c:pt>
                <c:pt idx="765">
                  <c:v>11.7753241592</c:v>
                </c:pt>
                <c:pt idx="766">
                  <c:v>5.4989882834900001</c:v>
                </c:pt>
                <c:pt idx="767">
                  <c:v>11.369110340700001</c:v>
                </c:pt>
                <c:pt idx="768">
                  <c:v>23.738406680699999</c:v>
                </c:pt>
                <c:pt idx="769">
                  <c:v>28.0505032515</c:v>
                </c:pt>
                <c:pt idx="770">
                  <c:v>20.808516578799999</c:v>
                </c:pt>
                <c:pt idx="771">
                  <c:v>14.0848326166</c:v>
                </c:pt>
                <c:pt idx="772">
                  <c:v>18.839362614700001</c:v>
                </c:pt>
                <c:pt idx="773">
                  <c:v>30.042478113600001</c:v>
                </c:pt>
                <c:pt idx="774">
                  <c:v>33.764611782899998</c:v>
                </c:pt>
                <c:pt idx="775">
                  <c:v>26.486275233099999</c:v>
                </c:pt>
                <c:pt idx="776">
                  <c:v>20.2951773767</c:v>
                </c:pt>
                <c:pt idx="777">
                  <c:v>26.495138748599999</c:v>
                </c:pt>
                <c:pt idx="778">
                  <c:v>39.697466240700003</c:v>
                </c:pt>
                <c:pt idx="779">
                  <c:v>44.557604298599998</c:v>
                </c:pt>
                <c:pt idx="780">
                  <c:v>36.2970031479</c:v>
                </c:pt>
                <c:pt idx="781">
                  <c:v>26.716086742200002</c:v>
                </c:pt>
                <c:pt idx="782">
                  <c:v>27.790701558999999</c:v>
                </c:pt>
                <c:pt idx="783">
                  <c:v>36.1328730428</c:v>
                </c:pt>
                <c:pt idx="784">
                  <c:v>39.281439208800002</c:v>
                </c:pt>
                <c:pt idx="785">
                  <c:v>33.894126596699998</c:v>
                </c:pt>
                <c:pt idx="786">
                  <c:v>30.387717425000002</c:v>
                </c:pt>
                <c:pt idx="787">
                  <c:v>38.208048063500001</c:v>
                </c:pt>
                <c:pt idx="788">
                  <c:v>52.435511096100001</c:v>
                </c:pt>
                <c:pt idx="789">
                  <c:v>60.070055175599997</c:v>
                </c:pt>
                <c:pt idx="790">
                  <c:v>57.169225857199997</c:v>
                </c:pt>
                <c:pt idx="791">
                  <c:v>53.5844976785</c:v>
                </c:pt>
                <c:pt idx="792">
                  <c:v>59.615074379600003</c:v>
                </c:pt>
                <c:pt idx="793">
                  <c:v>73.1143300074</c:v>
                </c:pt>
                <c:pt idx="794">
                  <c:v>83.421239834900007</c:v>
                </c:pt>
                <c:pt idx="795">
                  <c:v>85.247174813399994</c:v>
                </c:pt>
                <c:pt idx="796">
                  <c:v>83.924481124699994</c:v>
                </c:pt>
                <c:pt idx="797">
                  <c:v>86.637797182900002</c:v>
                </c:pt>
                <c:pt idx="798">
                  <c:v>92.597342631299995</c:v>
                </c:pt>
                <c:pt idx="799">
                  <c:v>95.124516200299993</c:v>
                </c:pt>
                <c:pt idx="800">
                  <c:v>91.864940825199994</c:v>
                </c:pt>
                <c:pt idx="801">
                  <c:v>88.429022352000004</c:v>
                </c:pt>
                <c:pt idx="802">
                  <c:v>90.269590137700007</c:v>
                </c:pt>
                <c:pt idx="803">
                  <c:v>94.493643951199999</c:v>
                </c:pt>
                <c:pt idx="804">
                  <c:v>93.839338524799999</c:v>
                </c:pt>
                <c:pt idx="805">
                  <c:v>87.777827387800002</c:v>
                </c:pt>
                <c:pt idx="806">
                  <c:v>84.600842347300002</c:v>
                </c:pt>
                <c:pt idx="807">
                  <c:v>90.237200466800005</c:v>
                </c:pt>
                <c:pt idx="808">
                  <c:v>98.994579195100002</c:v>
                </c:pt>
                <c:pt idx="809">
                  <c:v>100.09087117200001</c:v>
                </c:pt>
                <c:pt idx="810">
                  <c:v>91.837249009999994</c:v>
                </c:pt>
                <c:pt idx="811">
                  <c:v>83.938134268699997</c:v>
                </c:pt>
                <c:pt idx="812">
                  <c:v>84.622902993099999</c:v>
                </c:pt>
                <c:pt idx="813">
                  <c:v>90.208751350599996</c:v>
                </c:pt>
                <c:pt idx="814">
                  <c:v>91.000099018</c:v>
                </c:pt>
                <c:pt idx="815">
                  <c:v>84.988594113000005</c:v>
                </c:pt>
                <c:pt idx="816">
                  <c:v>80.472896863000003</c:v>
                </c:pt>
                <c:pt idx="817">
                  <c:v>84.037001927199995</c:v>
                </c:pt>
                <c:pt idx="818">
                  <c:v>90.549899761999995</c:v>
                </c:pt>
                <c:pt idx="819">
                  <c:v>89.544148416699997</c:v>
                </c:pt>
                <c:pt idx="820">
                  <c:v>79.900955620600001</c:v>
                </c:pt>
                <c:pt idx="821">
                  <c:v>72.494266697699999</c:v>
                </c:pt>
                <c:pt idx="822">
                  <c:v>76.170264263099995</c:v>
                </c:pt>
                <c:pt idx="823">
                  <c:v>85.627821238799996</c:v>
                </c:pt>
                <c:pt idx="824">
                  <c:v>88.017778997099995</c:v>
                </c:pt>
                <c:pt idx="825">
                  <c:v>79.6937327487</c:v>
                </c:pt>
                <c:pt idx="826">
                  <c:v>70.472468494200001</c:v>
                </c:pt>
                <c:pt idx="827">
                  <c:v>69.954397401700007</c:v>
                </c:pt>
                <c:pt idx="828">
                  <c:v>75.002485324000006</c:v>
                </c:pt>
                <c:pt idx="829">
                  <c:v>75.147153515100001</c:v>
                </c:pt>
                <c:pt idx="830">
                  <c:v>67.518200518</c:v>
                </c:pt>
                <c:pt idx="831">
                  <c:v>60.503803600600001</c:v>
                </c:pt>
                <c:pt idx="832">
                  <c:v>61.833842713000003</c:v>
                </c:pt>
                <c:pt idx="833">
                  <c:v>68.047208741800006</c:v>
                </c:pt>
                <c:pt idx="834">
                  <c:v>69.539938761200006</c:v>
                </c:pt>
                <c:pt idx="835">
                  <c:v>63.796061951200002</c:v>
                </c:pt>
                <c:pt idx="836">
                  <c:v>58.687294643599998</c:v>
                </c:pt>
                <c:pt idx="837">
                  <c:v>61.5332292346</c:v>
                </c:pt>
                <c:pt idx="838">
                  <c:v>68.799930431600004</c:v>
                </c:pt>
                <c:pt idx="839">
                  <c:v>70.3724572693</c:v>
                </c:pt>
                <c:pt idx="840">
                  <c:v>62.799233114800003</c:v>
                </c:pt>
                <c:pt idx="841">
                  <c:v>53.961296681199997</c:v>
                </c:pt>
                <c:pt idx="842">
                  <c:v>53.096156354000001</c:v>
                </c:pt>
                <c:pt idx="843">
                  <c:v>59.419272598900001</c:v>
                </c:pt>
                <c:pt idx="844">
                  <c:v>64.0632033097</c:v>
                </c:pt>
                <c:pt idx="845">
                  <c:v>62.126314994099999</c:v>
                </c:pt>
                <c:pt idx="846">
                  <c:v>58.429607410700001</c:v>
                </c:pt>
                <c:pt idx="847">
                  <c:v>59.707909924399999</c:v>
                </c:pt>
                <c:pt idx="848">
                  <c:v>64.793776110899998</c:v>
                </c:pt>
                <c:pt idx="849">
                  <c:v>66.806569645099998</c:v>
                </c:pt>
                <c:pt idx="850">
                  <c:v>63.8500790378</c:v>
                </c:pt>
                <c:pt idx="851">
                  <c:v>62.243668907299998</c:v>
                </c:pt>
                <c:pt idx="852">
                  <c:v>67.282461495500002</c:v>
                </c:pt>
                <c:pt idx="853">
                  <c:v>75.008982436899998</c:v>
                </c:pt>
                <c:pt idx="854">
                  <c:v>77.200188094599994</c:v>
                </c:pt>
                <c:pt idx="855">
                  <c:v>72.821163243000001</c:v>
                </c:pt>
                <c:pt idx="856">
                  <c:v>70.012506332300006</c:v>
                </c:pt>
                <c:pt idx="857">
                  <c:v>75.621560460200001</c:v>
                </c:pt>
                <c:pt idx="858">
                  <c:v>86.073171608699994</c:v>
                </c:pt>
                <c:pt idx="859">
                  <c:v>91.782332989400004</c:v>
                </c:pt>
                <c:pt idx="860">
                  <c:v>89.549585751099997</c:v>
                </c:pt>
                <c:pt idx="861">
                  <c:v>86.405395810499996</c:v>
                </c:pt>
                <c:pt idx="862">
                  <c:v>89.495418019499994</c:v>
                </c:pt>
                <c:pt idx="863">
                  <c:v>96.211293479299997</c:v>
                </c:pt>
                <c:pt idx="864">
                  <c:v>98.911289016599994</c:v>
                </c:pt>
                <c:pt idx="865">
                  <c:v>97.0866224671</c:v>
                </c:pt>
                <c:pt idx="866">
                  <c:v>98.334019243900002</c:v>
                </c:pt>
                <c:pt idx="867">
                  <c:v>106.39358072500001</c:v>
                </c:pt>
                <c:pt idx="868">
                  <c:v>114.207860415</c:v>
                </c:pt>
                <c:pt idx="869">
                  <c:v>112.61600951600001</c:v>
                </c:pt>
                <c:pt idx="870">
                  <c:v>102.688957921</c:v>
                </c:pt>
                <c:pt idx="871">
                  <c:v>94.707180965999996</c:v>
                </c:pt>
                <c:pt idx="872">
                  <c:v>95.206868433699995</c:v>
                </c:pt>
                <c:pt idx="873">
                  <c:v>99.459830929600002</c:v>
                </c:pt>
                <c:pt idx="874">
                  <c:v>99.100002660800001</c:v>
                </c:pt>
                <c:pt idx="875">
                  <c:v>94.004363404200006</c:v>
                </c:pt>
                <c:pt idx="876">
                  <c:v>91.986791851299998</c:v>
                </c:pt>
                <c:pt idx="877">
                  <c:v>97.089269175699997</c:v>
                </c:pt>
                <c:pt idx="878">
                  <c:v>103.293429586</c:v>
                </c:pt>
                <c:pt idx="879">
                  <c:v>102.73732048700001</c:v>
                </c:pt>
                <c:pt idx="880">
                  <c:v>97.052866052799999</c:v>
                </c:pt>
                <c:pt idx="881">
                  <c:v>96.002233754700001</c:v>
                </c:pt>
                <c:pt idx="882">
                  <c:v>104.839756928</c:v>
                </c:pt>
                <c:pt idx="883">
                  <c:v>116.91211993</c:v>
                </c:pt>
                <c:pt idx="884">
                  <c:v>121.234258685</c:v>
                </c:pt>
                <c:pt idx="885">
                  <c:v>115.479467945</c:v>
                </c:pt>
                <c:pt idx="886">
                  <c:v>107.93916495000001</c:v>
                </c:pt>
                <c:pt idx="887">
                  <c:v>106.438585887</c:v>
                </c:pt>
                <c:pt idx="888">
                  <c:v>109.20856603599999</c:v>
                </c:pt>
                <c:pt idx="889">
                  <c:v>109.36809747700001</c:v>
                </c:pt>
                <c:pt idx="890">
                  <c:v>105.413795382</c:v>
                </c:pt>
                <c:pt idx="891">
                  <c:v>102.507579953</c:v>
                </c:pt>
                <c:pt idx="892">
                  <c:v>104.006996747</c:v>
                </c:pt>
                <c:pt idx="893">
                  <c:v>106.665400783</c:v>
                </c:pt>
                <c:pt idx="894">
                  <c:v>105.990355142</c:v>
                </c:pt>
                <c:pt idx="895">
                  <c:v>103.08847255400001</c:v>
                </c:pt>
                <c:pt idx="896">
                  <c:v>103.184364135</c:v>
                </c:pt>
                <c:pt idx="897">
                  <c:v>108.134817242</c:v>
                </c:pt>
                <c:pt idx="898">
                  <c:v>113.363235309</c:v>
                </c:pt>
                <c:pt idx="899">
                  <c:v>113.797032727</c:v>
                </c:pt>
                <c:pt idx="900">
                  <c:v>110.985917985</c:v>
                </c:pt>
                <c:pt idx="901">
                  <c:v>111.063292238</c:v>
                </c:pt>
                <c:pt idx="902">
                  <c:v>115.55965812300001</c:v>
                </c:pt>
                <c:pt idx="903">
                  <c:v>117.939209893</c:v>
                </c:pt>
                <c:pt idx="904">
                  <c:v>111.676993071</c:v>
                </c:pt>
                <c:pt idx="905">
                  <c:v>99.495706474299993</c:v>
                </c:pt>
                <c:pt idx="906">
                  <c:v>90.996294115500007</c:v>
                </c:pt>
                <c:pt idx="907">
                  <c:v>91.374999810800006</c:v>
                </c:pt>
                <c:pt idx="908">
                  <c:v>96.047423084299993</c:v>
                </c:pt>
                <c:pt idx="909">
                  <c:v>98.078096966700002</c:v>
                </c:pt>
                <c:pt idx="910">
                  <c:v>98.087775234800006</c:v>
                </c:pt>
                <c:pt idx="911">
                  <c:v>103.031389269</c:v>
                </c:pt>
                <c:pt idx="912">
                  <c:v>115.486776041</c:v>
                </c:pt>
                <c:pt idx="913">
                  <c:v>128.53978042400001</c:v>
                </c:pt>
                <c:pt idx="914">
                  <c:v>134.16260772000001</c:v>
                </c:pt>
                <c:pt idx="915">
                  <c:v>133.95677782199999</c:v>
                </c:pt>
                <c:pt idx="916">
                  <c:v>136.80906063800001</c:v>
                </c:pt>
                <c:pt idx="917">
                  <c:v>145.78240283299999</c:v>
                </c:pt>
                <c:pt idx="918">
                  <c:v>152.16145189299999</c:v>
                </c:pt>
                <c:pt idx="919">
                  <c:v>145.514311908</c:v>
                </c:pt>
                <c:pt idx="920">
                  <c:v>126.86901448</c:v>
                </c:pt>
                <c:pt idx="921">
                  <c:v>107.71192091</c:v>
                </c:pt>
                <c:pt idx="922">
                  <c:v>96.331015698800002</c:v>
                </c:pt>
                <c:pt idx="923">
                  <c:v>89.026508696400001</c:v>
                </c:pt>
                <c:pt idx="924">
                  <c:v>76.023130363099995</c:v>
                </c:pt>
                <c:pt idx="925">
                  <c:v>52.611052398399998</c:v>
                </c:pt>
                <c:pt idx="926">
                  <c:v>21.422832989900002</c:v>
                </c:pt>
                <c:pt idx="927">
                  <c:v>-13.957919817400001</c:v>
                </c:pt>
                <c:pt idx="928">
                  <c:v>-52.547157567900001</c:v>
                </c:pt>
                <c:pt idx="929">
                  <c:v>-92.303548692299998</c:v>
                </c:pt>
                <c:pt idx="930">
                  <c:v>-127.58797804</c:v>
                </c:pt>
                <c:pt idx="931">
                  <c:v>-154.21044037499999</c:v>
                </c:pt>
                <c:pt idx="932">
                  <c:v>-175.718537156</c:v>
                </c:pt>
                <c:pt idx="933">
                  <c:v>-200.84922585300001</c:v>
                </c:pt>
                <c:pt idx="934">
                  <c:v>-233.392329053</c:v>
                </c:pt>
                <c:pt idx="935">
                  <c:v>-266.655835513</c:v>
                </c:pt>
                <c:pt idx="936">
                  <c:v>-290.208676814</c:v>
                </c:pt>
                <c:pt idx="937">
                  <c:v>-301.499063471</c:v>
                </c:pt>
                <c:pt idx="938">
                  <c:v>-308.30069611200003</c:v>
                </c:pt>
                <c:pt idx="939">
                  <c:v>-318.993863164</c:v>
                </c:pt>
                <c:pt idx="940">
                  <c:v>-333.04993013199999</c:v>
                </c:pt>
                <c:pt idx="941">
                  <c:v>-343.60029997200002</c:v>
                </c:pt>
                <c:pt idx="942">
                  <c:v>-347.774598922</c:v>
                </c:pt>
                <c:pt idx="943">
                  <c:v>-350.48031588200001</c:v>
                </c:pt>
                <c:pt idx="944">
                  <c:v>-357.093074796</c:v>
                </c:pt>
                <c:pt idx="945">
                  <c:v>-365.85288390099998</c:v>
                </c:pt>
                <c:pt idx="946">
                  <c:v>-370.33528254200002</c:v>
                </c:pt>
                <c:pt idx="947">
                  <c:v>-368.04916004199998</c:v>
                </c:pt>
                <c:pt idx="948">
                  <c:v>-363.36047587000002</c:v>
                </c:pt>
                <c:pt idx="949">
                  <c:v>-361.28439273800001</c:v>
                </c:pt>
                <c:pt idx="950">
                  <c:v>-360.97590811499998</c:v>
                </c:pt>
                <c:pt idx="951">
                  <c:v>-357.64709010299998</c:v>
                </c:pt>
                <c:pt idx="952">
                  <c:v>-349.789737694</c:v>
                </c:pt>
                <c:pt idx="953">
                  <c:v>-341.278302569</c:v>
                </c:pt>
                <c:pt idx="954">
                  <c:v>-335.38004225100002</c:v>
                </c:pt>
                <c:pt idx="955">
                  <c:v>-329.55990287899999</c:v>
                </c:pt>
                <c:pt idx="956">
                  <c:v>-319.18329631900002</c:v>
                </c:pt>
                <c:pt idx="957">
                  <c:v>-305.342661986</c:v>
                </c:pt>
                <c:pt idx="958">
                  <c:v>-295.31343532099999</c:v>
                </c:pt>
                <c:pt idx="959">
                  <c:v>-293.93210539699999</c:v>
                </c:pt>
                <c:pt idx="960">
                  <c:v>-297.10504905900001</c:v>
                </c:pt>
                <c:pt idx="961">
                  <c:v>-296.15985761299999</c:v>
                </c:pt>
                <c:pt idx="962">
                  <c:v>-287.40844963900003</c:v>
                </c:pt>
                <c:pt idx="963">
                  <c:v>-275.06773851899999</c:v>
                </c:pt>
                <c:pt idx="964">
                  <c:v>-264.970177304</c:v>
                </c:pt>
                <c:pt idx="965">
                  <c:v>-257.88141127799997</c:v>
                </c:pt>
                <c:pt idx="966">
                  <c:v>-250.42013294399999</c:v>
                </c:pt>
                <c:pt idx="967">
                  <c:v>-240.849621313</c:v>
                </c:pt>
                <c:pt idx="968">
                  <c:v>-230.91769076099999</c:v>
                </c:pt>
                <c:pt idx="969">
                  <c:v>-221.54278821400001</c:v>
                </c:pt>
                <c:pt idx="970">
                  <c:v>-209.874124739</c:v>
                </c:pt>
                <c:pt idx="971">
                  <c:v>-193.34272488400001</c:v>
                </c:pt>
                <c:pt idx="972">
                  <c:v>-175.05962211400001</c:v>
                </c:pt>
                <c:pt idx="973">
                  <c:v>-161.65070099100001</c:v>
                </c:pt>
                <c:pt idx="974">
                  <c:v>-155.267950783</c:v>
                </c:pt>
                <c:pt idx="975">
                  <c:v>-150.55850821300001</c:v>
                </c:pt>
                <c:pt idx="976">
                  <c:v>-141.121119357</c:v>
                </c:pt>
                <c:pt idx="977">
                  <c:v>-127.01299197</c:v>
                </c:pt>
                <c:pt idx="978">
                  <c:v>-113.46546162</c:v>
                </c:pt>
                <c:pt idx="979">
                  <c:v>-103.18542795800001</c:v>
                </c:pt>
                <c:pt idx="980">
                  <c:v>-93.195292099</c:v>
                </c:pt>
                <c:pt idx="981">
                  <c:v>-80.044901556499994</c:v>
                </c:pt>
                <c:pt idx="982">
                  <c:v>-65.314012081499996</c:v>
                </c:pt>
                <c:pt idx="983">
                  <c:v>-53.661022608800003</c:v>
                </c:pt>
                <c:pt idx="984">
                  <c:v>-46.369571599799997</c:v>
                </c:pt>
                <c:pt idx="985">
                  <c:v>-39.080621065099997</c:v>
                </c:pt>
                <c:pt idx="986">
                  <c:v>-26.889898607300001</c:v>
                </c:pt>
                <c:pt idx="987">
                  <c:v>-10.920368875799999</c:v>
                </c:pt>
                <c:pt idx="988">
                  <c:v>1.8978087376499999</c:v>
                </c:pt>
                <c:pt idx="989">
                  <c:v>6.6467319904400002</c:v>
                </c:pt>
                <c:pt idx="990">
                  <c:v>6.7645155987800001</c:v>
                </c:pt>
                <c:pt idx="991">
                  <c:v>10.237855598399999</c:v>
                </c:pt>
                <c:pt idx="992">
                  <c:v>19.7830682556</c:v>
                </c:pt>
                <c:pt idx="993">
                  <c:v>30.063650775500001</c:v>
                </c:pt>
                <c:pt idx="994">
                  <c:v>35.743389747999998</c:v>
                </c:pt>
                <c:pt idx="995">
                  <c:v>38.804567685999999</c:v>
                </c:pt>
                <c:pt idx="996">
                  <c:v>44.822029504900001</c:v>
                </c:pt>
                <c:pt idx="997">
                  <c:v>53.907257875200003</c:v>
                </c:pt>
                <c:pt idx="998">
                  <c:v>59.442124241400002</c:v>
                </c:pt>
                <c:pt idx="999">
                  <c:v>56.7445868963</c:v>
                </c:pt>
                <c:pt idx="1000">
                  <c:v>50.095954321599997</c:v>
                </c:pt>
                <c:pt idx="1001">
                  <c:v>48.261099948000002</c:v>
                </c:pt>
                <c:pt idx="1002">
                  <c:v>53.706638117799997</c:v>
                </c:pt>
                <c:pt idx="1003">
                  <c:v>59.700849724999998</c:v>
                </c:pt>
                <c:pt idx="1004">
                  <c:v>59.4784903344</c:v>
                </c:pt>
                <c:pt idx="1005">
                  <c:v>55.028082105700001</c:v>
                </c:pt>
                <c:pt idx="1006">
                  <c:v>53.394510877499997</c:v>
                </c:pt>
                <c:pt idx="1007">
                  <c:v>56.2589017313</c:v>
                </c:pt>
                <c:pt idx="1008">
                  <c:v>57.9583312468</c:v>
                </c:pt>
                <c:pt idx="1009">
                  <c:v>54.201973588199998</c:v>
                </c:pt>
                <c:pt idx="1010">
                  <c:v>48.255350188800001</c:v>
                </c:pt>
                <c:pt idx="1011">
                  <c:v>45.8213963201</c:v>
                </c:pt>
                <c:pt idx="1012">
                  <c:v>46.670519457399998</c:v>
                </c:pt>
                <c:pt idx="1013">
                  <c:v>45.616318257300001</c:v>
                </c:pt>
                <c:pt idx="1014">
                  <c:v>41.269726636900003</c:v>
                </c:pt>
                <c:pt idx="1015">
                  <c:v>39.077809448700002</c:v>
                </c:pt>
                <c:pt idx="1016">
                  <c:v>43.846612115600003</c:v>
                </c:pt>
                <c:pt idx="1017">
                  <c:v>52.859787721700002</c:v>
                </c:pt>
                <c:pt idx="1018">
                  <c:v>59.084193734999999</c:v>
                </c:pt>
                <c:pt idx="1019">
                  <c:v>59.188642890700002</c:v>
                </c:pt>
                <c:pt idx="1020">
                  <c:v>56.2362201559</c:v>
                </c:pt>
                <c:pt idx="1021">
                  <c:v>55.174073896099998</c:v>
                </c:pt>
                <c:pt idx="1022">
                  <c:v>56.964729423599998</c:v>
                </c:pt>
                <c:pt idx="1023">
                  <c:v>57.838193629199999</c:v>
                </c:pt>
                <c:pt idx="1024">
                  <c:v>54.652266722100002</c:v>
                </c:pt>
                <c:pt idx="1025">
                  <c:v>49.8708712643</c:v>
                </c:pt>
                <c:pt idx="1026">
                  <c:v>49.219154348099998</c:v>
                </c:pt>
                <c:pt idx="1027">
                  <c:v>54.412306920500001</c:v>
                </c:pt>
                <c:pt idx="1028">
                  <c:v>60.513513233799998</c:v>
                </c:pt>
                <c:pt idx="1029">
                  <c:v>61.735051568400003</c:v>
                </c:pt>
                <c:pt idx="1030">
                  <c:v>58.284577303799999</c:v>
                </c:pt>
                <c:pt idx="1031">
                  <c:v>55.579129325700002</c:v>
                </c:pt>
                <c:pt idx="1032">
                  <c:v>57.256541576300002</c:v>
                </c:pt>
                <c:pt idx="1033">
                  <c:v>61.133066423000002</c:v>
                </c:pt>
                <c:pt idx="1034">
                  <c:v>62.955636735299997</c:v>
                </c:pt>
                <c:pt idx="1035">
                  <c:v>62.560967741799999</c:v>
                </c:pt>
                <c:pt idx="1036">
                  <c:v>63.922517016999997</c:v>
                </c:pt>
                <c:pt idx="1037">
                  <c:v>68.9257045218</c:v>
                </c:pt>
                <c:pt idx="1038">
                  <c:v>73.969062640999994</c:v>
                </c:pt>
                <c:pt idx="1039">
                  <c:v>75.0832090631</c:v>
                </c:pt>
                <c:pt idx="1040">
                  <c:v>74.670820073900003</c:v>
                </c:pt>
                <c:pt idx="1041">
                  <c:v>79.419905852300005</c:v>
                </c:pt>
                <c:pt idx="1042">
                  <c:v>90.887008690599998</c:v>
                </c:pt>
                <c:pt idx="1043">
                  <c:v>101.534907292</c:v>
                </c:pt>
                <c:pt idx="1044">
                  <c:v>103.044182355</c:v>
                </c:pt>
                <c:pt idx="1045">
                  <c:v>97.044256832000002</c:v>
                </c:pt>
                <c:pt idx="1046">
                  <c:v>93.573774948999997</c:v>
                </c:pt>
                <c:pt idx="1047">
                  <c:v>98.077931449199994</c:v>
                </c:pt>
                <c:pt idx="1048">
                  <c:v>104.02698987700001</c:v>
                </c:pt>
                <c:pt idx="1049">
                  <c:v>102.008818389</c:v>
                </c:pt>
                <c:pt idx="1050">
                  <c:v>93.697022655500007</c:v>
                </c:pt>
                <c:pt idx="1051">
                  <c:v>91.096855663200003</c:v>
                </c:pt>
                <c:pt idx="1052">
                  <c:v>100.83403990399999</c:v>
                </c:pt>
                <c:pt idx="1053">
                  <c:v>114.32930110700001</c:v>
                </c:pt>
                <c:pt idx="1054">
                  <c:v>117.907729738</c:v>
                </c:pt>
                <c:pt idx="1055">
                  <c:v>110.44735921900001</c:v>
                </c:pt>
                <c:pt idx="1056">
                  <c:v>105.240264051</c:v>
                </c:pt>
                <c:pt idx="1057">
                  <c:v>112.80454818600001</c:v>
                </c:pt>
                <c:pt idx="1058">
                  <c:v>127.082023272</c:v>
                </c:pt>
                <c:pt idx="1059">
                  <c:v>133.70887989100001</c:v>
                </c:pt>
                <c:pt idx="1060">
                  <c:v>128.99066365100001</c:v>
                </c:pt>
                <c:pt idx="1061">
                  <c:v>123.29534339</c:v>
                </c:pt>
                <c:pt idx="1062">
                  <c:v>125.142957704</c:v>
                </c:pt>
                <c:pt idx="1063">
                  <c:v>129.88830226900001</c:v>
                </c:pt>
                <c:pt idx="1064">
                  <c:v>128.65850618499999</c:v>
                </c:pt>
                <c:pt idx="1065">
                  <c:v>122.52614440399999</c:v>
                </c:pt>
                <c:pt idx="1066">
                  <c:v>120.63094553400001</c:v>
                </c:pt>
                <c:pt idx="1067">
                  <c:v>126.301812731</c:v>
                </c:pt>
                <c:pt idx="1068">
                  <c:v>131.95066205399999</c:v>
                </c:pt>
                <c:pt idx="1069">
                  <c:v>129.22480171000001</c:v>
                </c:pt>
                <c:pt idx="1070">
                  <c:v>120.013198</c:v>
                </c:pt>
                <c:pt idx="1071">
                  <c:v>114.247367475</c:v>
                </c:pt>
                <c:pt idx="1072">
                  <c:v>117.671585229</c:v>
                </c:pt>
                <c:pt idx="1073">
                  <c:v>125.002635205</c:v>
                </c:pt>
                <c:pt idx="1074">
                  <c:v>127.39647078900001</c:v>
                </c:pt>
                <c:pt idx="1075">
                  <c:v>124.44637831199999</c:v>
                </c:pt>
                <c:pt idx="1076">
                  <c:v>124.076763125</c:v>
                </c:pt>
                <c:pt idx="1077">
                  <c:v>130.680333789</c:v>
                </c:pt>
                <c:pt idx="1078">
                  <c:v>139.07011602599999</c:v>
                </c:pt>
                <c:pt idx="1079">
                  <c:v>142.66580211600001</c:v>
                </c:pt>
                <c:pt idx="1080">
                  <c:v>142.85868074800001</c:v>
                </c:pt>
                <c:pt idx="1081">
                  <c:v>145.50388008300001</c:v>
                </c:pt>
                <c:pt idx="1082">
                  <c:v>150.32379556999999</c:v>
                </c:pt>
                <c:pt idx="1083">
                  <c:v>149.634052037</c:v>
                </c:pt>
                <c:pt idx="1084">
                  <c:v>139.16301936799999</c:v>
                </c:pt>
                <c:pt idx="1085">
                  <c:v>125.754706727</c:v>
                </c:pt>
                <c:pt idx="1086">
                  <c:v>120.284869754</c:v>
                </c:pt>
                <c:pt idx="1087">
                  <c:v>124.486596158</c:v>
                </c:pt>
                <c:pt idx="1088">
                  <c:v>129.10260575000001</c:v>
                </c:pt>
                <c:pt idx="1089">
                  <c:v>125.944603793</c:v>
                </c:pt>
                <c:pt idx="1090">
                  <c:v>118.315638702</c:v>
                </c:pt>
                <c:pt idx="1091">
                  <c:v>116.509318018</c:v>
                </c:pt>
                <c:pt idx="1092">
                  <c:v>124.227254023</c:v>
                </c:pt>
                <c:pt idx="1093">
                  <c:v>133.27080159299999</c:v>
                </c:pt>
                <c:pt idx="1094">
                  <c:v>133.34961038200001</c:v>
                </c:pt>
                <c:pt idx="1095">
                  <c:v>124.423603173</c:v>
                </c:pt>
                <c:pt idx="1096">
                  <c:v>115.67963463300001</c:v>
                </c:pt>
                <c:pt idx="1097">
                  <c:v>113.022717211</c:v>
                </c:pt>
                <c:pt idx="1098">
                  <c:v>112.163675771</c:v>
                </c:pt>
                <c:pt idx="1099">
                  <c:v>106.04916651000001</c:v>
                </c:pt>
                <c:pt idx="1100">
                  <c:v>95.338096949600001</c:v>
                </c:pt>
                <c:pt idx="1101">
                  <c:v>87.051291201500007</c:v>
                </c:pt>
                <c:pt idx="1102">
                  <c:v>83.940654758600004</c:v>
                </c:pt>
                <c:pt idx="1103">
                  <c:v>80.327115532500002</c:v>
                </c:pt>
                <c:pt idx="1104">
                  <c:v>70.445241260900005</c:v>
                </c:pt>
                <c:pt idx="1105">
                  <c:v>57.239830277099998</c:v>
                </c:pt>
                <c:pt idx="1106">
                  <c:v>48.986934624600003</c:v>
                </c:pt>
                <c:pt idx="1107">
                  <c:v>48.233081235900002</c:v>
                </c:pt>
                <c:pt idx="1108">
                  <c:v>48.267378537399999</c:v>
                </c:pt>
                <c:pt idx="1109">
                  <c:v>42.090500474499997</c:v>
                </c:pt>
                <c:pt idx="1110">
                  <c:v>31.6765769135</c:v>
                </c:pt>
                <c:pt idx="1111">
                  <c:v>24.9226739235</c:v>
                </c:pt>
                <c:pt idx="1112">
                  <c:v>24.7147545443</c:v>
                </c:pt>
                <c:pt idx="1113">
                  <c:v>25.238408230899999</c:v>
                </c:pt>
                <c:pt idx="1114">
                  <c:v>20.324799598999999</c:v>
                </c:pt>
                <c:pt idx="1115">
                  <c:v>12.0103846863</c:v>
                </c:pt>
                <c:pt idx="1116">
                  <c:v>7.4534862019999997</c:v>
                </c:pt>
                <c:pt idx="1117">
                  <c:v>8.4912769609800005</c:v>
                </c:pt>
                <c:pt idx="1118">
                  <c:v>8.3225577777800002</c:v>
                </c:pt>
                <c:pt idx="1119">
                  <c:v>0.30315205168100001</c:v>
                </c:pt>
                <c:pt idx="1120">
                  <c:v>-12.6938061063</c:v>
                </c:pt>
                <c:pt idx="1121">
                  <c:v>-21.2400752721</c:v>
                </c:pt>
                <c:pt idx="1122">
                  <c:v>-21.445502338699999</c:v>
                </c:pt>
                <c:pt idx="1123">
                  <c:v>-20.5046114168</c:v>
                </c:pt>
                <c:pt idx="1124">
                  <c:v>-27.8619643149</c:v>
                </c:pt>
                <c:pt idx="1125">
                  <c:v>-42.811784920400001</c:v>
                </c:pt>
                <c:pt idx="1126">
                  <c:v>-54.728451676900001</c:v>
                </c:pt>
                <c:pt idx="1127">
                  <c:v>-56.354991181300001</c:v>
                </c:pt>
                <c:pt idx="1128">
                  <c:v>-53.263287749</c:v>
                </c:pt>
                <c:pt idx="1129">
                  <c:v>-56.672169802200003</c:v>
                </c:pt>
                <c:pt idx="1130">
                  <c:v>-68.259313616900002</c:v>
                </c:pt>
                <c:pt idx="1131">
                  <c:v>-77.070219341400005</c:v>
                </c:pt>
                <c:pt idx="1132">
                  <c:v>-73.830997255499994</c:v>
                </c:pt>
                <c:pt idx="1133">
                  <c:v>-64.333038052099994</c:v>
                </c:pt>
                <c:pt idx="1134">
                  <c:v>-62.995181594800002</c:v>
                </c:pt>
                <c:pt idx="1135">
                  <c:v>-73.990624226700007</c:v>
                </c:pt>
                <c:pt idx="1136">
                  <c:v>-85.442803023799996</c:v>
                </c:pt>
                <c:pt idx="1137">
                  <c:v>-84.952800993699995</c:v>
                </c:pt>
                <c:pt idx="1138">
                  <c:v>-75.301714358500007</c:v>
                </c:pt>
                <c:pt idx="1139">
                  <c:v>-69.619309116400004</c:v>
                </c:pt>
                <c:pt idx="1140">
                  <c:v>-73.998905848199996</c:v>
                </c:pt>
                <c:pt idx="1141">
                  <c:v>-81.016006560199997</c:v>
                </c:pt>
                <c:pt idx="1142">
                  <c:v>-80.764948509299998</c:v>
                </c:pt>
                <c:pt idx="1143">
                  <c:v>-73.3732342096</c:v>
                </c:pt>
                <c:pt idx="1144">
                  <c:v>-67.768301395400002</c:v>
                </c:pt>
                <c:pt idx="1145">
                  <c:v>-70.275088636800007</c:v>
                </c:pt>
                <c:pt idx="1146">
                  <c:v>-77.799908627500002</c:v>
                </c:pt>
                <c:pt idx="1147">
                  <c:v>-82.632434437499995</c:v>
                </c:pt>
                <c:pt idx="1148">
                  <c:v>-81.529972399299993</c:v>
                </c:pt>
                <c:pt idx="1149">
                  <c:v>-77.868269761799993</c:v>
                </c:pt>
                <c:pt idx="1150">
                  <c:v>-75.315304120700006</c:v>
                </c:pt>
                <c:pt idx="1151">
                  <c:v>-72.618500923900001</c:v>
                </c:pt>
                <c:pt idx="1152">
                  <c:v>-67.350598926900005</c:v>
                </c:pt>
                <c:pt idx="1153">
                  <c:v>-62.681371219600003</c:v>
                </c:pt>
                <c:pt idx="1154">
                  <c:v>-65.115813075899993</c:v>
                </c:pt>
                <c:pt idx="1155">
                  <c:v>-74.623434365999998</c:v>
                </c:pt>
                <c:pt idx="1156">
                  <c:v>-82.493899826800003</c:v>
                </c:pt>
                <c:pt idx="1157">
                  <c:v>-82.529623848100002</c:v>
                </c:pt>
                <c:pt idx="1158">
                  <c:v>-80.075979715700001</c:v>
                </c:pt>
                <c:pt idx="1159">
                  <c:v>-84.467705698399996</c:v>
                </c:pt>
                <c:pt idx="1160">
                  <c:v>-94.920400076700005</c:v>
                </c:pt>
                <c:pt idx="1161">
                  <c:v>-100.730451157</c:v>
                </c:pt>
                <c:pt idx="1162">
                  <c:v>-96.0910623491</c:v>
                </c:pt>
                <c:pt idx="1163">
                  <c:v>-88.617039743299998</c:v>
                </c:pt>
                <c:pt idx="1164">
                  <c:v>-89.764337256600001</c:v>
                </c:pt>
                <c:pt idx="1165">
                  <c:v>-100.196175209</c:v>
                </c:pt>
                <c:pt idx="1166">
                  <c:v>-109.289468552</c:v>
                </c:pt>
                <c:pt idx="1167">
                  <c:v>-108.831396939</c:v>
                </c:pt>
                <c:pt idx="1168">
                  <c:v>-102.647043221</c:v>
                </c:pt>
                <c:pt idx="1169">
                  <c:v>-100.15299007900001</c:v>
                </c:pt>
                <c:pt idx="1170">
                  <c:v>-103.44479194</c:v>
                </c:pt>
                <c:pt idx="1171">
                  <c:v>-105.20318590799999</c:v>
                </c:pt>
                <c:pt idx="1172">
                  <c:v>-99.485247669499998</c:v>
                </c:pt>
                <c:pt idx="1173">
                  <c:v>-90.805416605000005</c:v>
                </c:pt>
                <c:pt idx="1174">
                  <c:v>-89.617475173399995</c:v>
                </c:pt>
                <c:pt idx="1175">
                  <c:v>-99.605026135200006</c:v>
                </c:pt>
                <c:pt idx="1176">
                  <c:v>-112.49133543000001</c:v>
                </c:pt>
                <c:pt idx="1177">
                  <c:v>-116.918246713</c:v>
                </c:pt>
                <c:pt idx="1178">
                  <c:v>-110.590323466</c:v>
                </c:pt>
                <c:pt idx="1179">
                  <c:v>-101.23901463599999</c:v>
                </c:pt>
                <c:pt idx="1180">
                  <c:v>-96.478903928400001</c:v>
                </c:pt>
                <c:pt idx="1181">
                  <c:v>-95.959268550399997</c:v>
                </c:pt>
                <c:pt idx="1182">
                  <c:v>-94.566057267399998</c:v>
                </c:pt>
                <c:pt idx="1183">
                  <c:v>-90.592855785899999</c:v>
                </c:pt>
                <c:pt idx="1184">
                  <c:v>-87.638568295400006</c:v>
                </c:pt>
                <c:pt idx="1185">
                  <c:v>-88.694152617900002</c:v>
                </c:pt>
                <c:pt idx="1186">
                  <c:v>-91.414541698199997</c:v>
                </c:pt>
                <c:pt idx="1187">
                  <c:v>-91.298439073599994</c:v>
                </c:pt>
                <c:pt idx="1188">
                  <c:v>-87.996711767500003</c:v>
                </c:pt>
                <c:pt idx="1189">
                  <c:v>-85.296818671899999</c:v>
                </c:pt>
                <c:pt idx="1190">
                  <c:v>-84.804115153799998</c:v>
                </c:pt>
                <c:pt idx="1191">
                  <c:v>-83.358936714799995</c:v>
                </c:pt>
                <c:pt idx="1192">
                  <c:v>-78.707544965699995</c:v>
                </c:pt>
                <c:pt idx="1193">
                  <c:v>-74.547810241899995</c:v>
                </c:pt>
                <c:pt idx="1194">
                  <c:v>-76.1580958925</c:v>
                </c:pt>
                <c:pt idx="1195">
                  <c:v>-82.250666607100001</c:v>
                </c:pt>
                <c:pt idx="1196">
                  <c:v>-85.400938840799995</c:v>
                </c:pt>
                <c:pt idx="1197">
                  <c:v>-81.494045911300006</c:v>
                </c:pt>
                <c:pt idx="1198">
                  <c:v>-75.159139039400003</c:v>
                </c:pt>
                <c:pt idx="1199">
                  <c:v>-73.134683955</c:v>
                </c:pt>
                <c:pt idx="1200">
                  <c:v>-74.598692057600005</c:v>
                </c:pt>
                <c:pt idx="1201">
                  <c:v>-72.299688765499994</c:v>
                </c:pt>
                <c:pt idx="1202">
                  <c:v>-63.272091072099997</c:v>
                </c:pt>
                <c:pt idx="1203">
                  <c:v>-54.059733174599998</c:v>
                </c:pt>
                <c:pt idx="1204">
                  <c:v>-52.644619396800003</c:v>
                </c:pt>
                <c:pt idx="1205">
                  <c:v>-57.838471362600004</c:v>
                </c:pt>
                <c:pt idx="1206">
                  <c:v>-60.735008860599997</c:v>
                </c:pt>
                <c:pt idx="1207">
                  <c:v>-56.3293523153</c:v>
                </c:pt>
                <c:pt idx="1208">
                  <c:v>-49.560001766900001</c:v>
                </c:pt>
                <c:pt idx="1209">
                  <c:v>-48.035042223799998</c:v>
                </c:pt>
                <c:pt idx="1210">
                  <c:v>-51.803812779300003</c:v>
                </c:pt>
                <c:pt idx="1211">
                  <c:v>-53.601649140399999</c:v>
                </c:pt>
                <c:pt idx="1212">
                  <c:v>-48.259413304200002</c:v>
                </c:pt>
                <c:pt idx="1213">
                  <c:v>-38.542621458399999</c:v>
                </c:pt>
                <c:pt idx="1214">
                  <c:v>-30.7228734786</c:v>
                </c:pt>
                <c:pt idx="1215">
                  <c:v>-26.7347286609</c:v>
                </c:pt>
                <c:pt idx="1216">
                  <c:v>-23.024998412199999</c:v>
                </c:pt>
                <c:pt idx="1217">
                  <c:v>-16.679987904000001</c:v>
                </c:pt>
                <c:pt idx="1218">
                  <c:v>-10.235787347300001</c:v>
                </c:pt>
                <c:pt idx="1219">
                  <c:v>-8.6080542508299995</c:v>
                </c:pt>
                <c:pt idx="1220">
                  <c:v>-11.984135275</c:v>
                </c:pt>
                <c:pt idx="1221">
                  <c:v>-14.5615480449</c:v>
                </c:pt>
                <c:pt idx="1222">
                  <c:v>-11.753514299600001</c:v>
                </c:pt>
                <c:pt idx="1223">
                  <c:v>-6.12483165012</c:v>
                </c:pt>
                <c:pt idx="1224">
                  <c:v>-3.07057517957</c:v>
                </c:pt>
                <c:pt idx="1225">
                  <c:v>-2.1285269650299998</c:v>
                </c:pt>
                <c:pt idx="1226">
                  <c:v>2.83193226103</c:v>
                </c:pt>
                <c:pt idx="1227">
                  <c:v>13.7728128167</c:v>
                </c:pt>
                <c:pt idx="1228">
                  <c:v>23.128222325799999</c:v>
                </c:pt>
                <c:pt idx="1229">
                  <c:v>22.1499167347</c:v>
                </c:pt>
                <c:pt idx="1230">
                  <c:v>13.000543630899999</c:v>
                </c:pt>
                <c:pt idx="1231">
                  <c:v>7.7162687461799999</c:v>
                </c:pt>
                <c:pt idx="1232">
                  <c:v>13.5925578196</c:v>
                </c:pt>
                <c:pt idx="1233">
                  <c:v>23.350196946699999</c:v>
                </c:pt>
                <c:pt idx="1234">
                  <c:v>23.626803200400001</c:v>
                </c:pt>
                <c:pt idx="1235">
                  <c:v>11.5321184842</c:v>
                </c:pt>
                <c:pt idx="1236">
                  <c:v>-2.4622837359999998</c:v>
                </c:pt>
                <c:pt idx="1237">
                  <c:v>-9.1362179048200005</c:v>
                </c:pt>
                <c:pt idx="1238">
                  <c:v>-12.259145991500001</c:v>
                </c:pt>
                <c:pt idx="1239">
                  <c:v>-20.928774614400002</c:v>
                </c:pt>
                <c:pt idx="1240">
                  <c:v>-33.911398884699999</c:v>
                </c:pt>
                <c:pt idx="1241">
                  <c:v>-39.283544491199997</c:v>
                </c:pt>
                <c:pt idx="1242">
                  <c:v>-30.516955959200001</c:v>
                </c:pt>
                <c:pt idx="1243">
                  <c:v>-16.262960012000001</c:v>
                </c:pt>
                <c:pt idx="1244">
                  <c:v>-10.108591285999999</c:v>
                </c:pt>
                <c:pt idx="1245">
                  <c:v>-14.3575689138</c:v>
                </c:pt>
                <c:pt idx="1246">
                  <c:v>-19.0445477092</c:v>
                </c:pt>
                <c:pt idx="1247">
                  <c:v>-16.1984541508</c:v>
                </c:pt>
                <c:pt idx="1248">
                  <c:v>-9.8362083556499993</c:v>
                </c:pt>
                <c:pt idx="1249">
                  <c:v>-8.9573241911500006</c:v>
                </c:pt>
              </c:numCache>
            </c:numRef>
          </c:yVal>
          <c:smooth val="1"/>
          <c:extLst>
            <c:ext xmlns:c16="http://schemas.microsoft.com/office/drawing/2014/chart" uri="{C3380CC4-5D6E-409C-BE32-E72D297353CC}">
              <c16:uniqueId val="{00000001-1570-4012-8962-AA80DB6B6A12}"/>
            </c:ext>
          </c:extLst>
        </c:ser>
        <c:dLbls>
          <c:showLegendKey val="0"/>
          <c:showVal val="0"/>
          <c:showCatName val="0"/>
          <c:showSerName val="0"/>
          <c:showPercent val="0"/>
          <c:showBubbleSize val="0"/>
        </c:dLbls>
        <c:axId val="48650112"/>
        <c:axId val="48672768"/>
      </c:scatterChart>
      <c:valAx>
        <c:axId val="48672768"/>
        <c:scaling>
          <c:orientation val="minMax"/>
          <c:max val="1000"/>
          <c:min val="-2500"/>
        </c:scaling>
        <c:delete val="0"/>
        <c:axPos val="l"/>
        <c:title>
          <c:tx>
            <c:rich>
              <a:bodyPr/>
              <a:lstStyle/>
              <a:p>
                <a:r>
                  <a:rPr lang="en-US" sz="1650">
                    <a:solidFill>
                      <a:srgbClr val="617184"/>
                    </a:solidFill>
                    <a:latin typeface="Arial"/>
                    <a:ea typeface="Arial"/>
                    <a:cs typeface="Arial"/>
                  </a:rPr>
                  <a:t>Amplitude (µV)</a:t>
                </a:r>
              </a:p>
            </c:rich>
          </c:tx>
          <c:overlay val="0"/>
        </c:title>
        <c:numFmt formatCode="0" sourceLinked="1"/>
        <c:majorTickMark val="none"/>
        <c:minorTickMark val="none"/>
        <c:tickLblPos val="nextTo"/>
        <c:spPr>
          <a:ln w="9525">
            <a:solidFill>
              <a:srgbClr val="D9E1E8"/>
            </a:solidFill>
          </a:ln>
        </c:spPr>
        <c:txPr>
          <a:bodyPr anchorCtr="1"/>
          <a:lstStyle/>
          <a:p>
            <a:pPr>
              <a:defRPr sz="1500">
                <a:solidFill>
                  <a:srgbClr val="617184"/>
                </a:solidFill>
                <a:latin typeface="Arial"/>
                <a:ea typeface="Arial"/>
                <a:cs typeface="Arial"/>
              </a:defRPr>
            </a:pPr>
            <a:endParaRPr lang="zh-CN"/>
          </a:p>
        </c:txPr>
        <c:crossAx val="48650112"/>
        <c:crosses val="autoZero"/>
        <c:crossBetween val="midCat"/>
        <c:majorUnit val="500"/>
      </c:valAx>
      <c:valAx>
        <c:axId val="48650112"/>
        <c:scaling>
          <c:orientation val="minMax"/>
          <c:max val="5"/>
          <c:min val="0"/>
        </c:scaling>
        <c:delete val="0"/>
        <c:axPos val="b"/>
        <c:title>
          <c:tx>
            <c:rich>
              <a:bodyPr/>
              <a:lstStyle/>
              <a:p>
                <a:r>
                  <a:rPr lang="en-US" sz="1650">
                    <a:solidFill>
                      <a:srgbClr val="617184"/>
                    </a:solidFill>
                    <a:latin typeface="Arial"/>
                    <a:ea typeface="Arial"/>
                    <a:cs typeface="Arial"/>
                  </a:rPr>
                  <a:t>Time (s)</a:t>
                </a:r>
              </a:p>
            </c:rich>
          </c:tx>
          <c:overlay val="0"/>
        </c:title>
        <c:numFmt formatCode="General" sourceLinked="1"/>
        <c:majorTickMark val="none"/>
        <c:minorTickMark val="none"/>
        <c:tickLblPos val="nextTo"/>
        <c:spPr>
          <a:ln w="9525">
            <a:solidFill>
              <a:srgbClr val="D9E1E8"/>
            </a:solidFill>
          </a:ln>
        </c:spPr>
        <c:txPr>
          <a:bodyPr anchorCtr="1"/>
          <a:lstStyle/>
          <a:p>
            <a:pPr>
              <a:defRPr sz="1500">
                <a:solidFill>
                  <a:srgbClr val="617184"/>
                </a:solidFill>
                <a:latin typeface="Arial"/>
                <a:ea typeface="Arial"/>
                <a:cs typeface="Arial"/>
              </a:defRPr>
            </a:pPr>
            <a:endParaRPr lang="zh-CN"/>
          </a:p>
        </c:txPr>
        <c:crossAx val="48672768"/>
        <c:crosses val="autoZero"/>
        <c:crossBetween val="midCat"/>
        <c:majorUnit val="1"/>
      </c:valAx>
      <c:spPr>
        <a:solidFill>
          <a:srgbClr val="FFFFFF"/>
        </a:solidFill>
        <a:ln w="0">
          <a:noFill/>
        </a:ln>
      </c:spPr>
    </c:plotArea>
    <c:legend>
      <c:legendPos val="t"/>
      <c:overlay val="0"/>
      <c:txPr>
        <a:bodyPr anchorCtr="1"/>
        <a:lstStyle/>
        <a:p>
          <a:pPr>
            <a:defRPr sz="1500">
              <a:solidFill>
                <a:srgbClr val="1D2938"/>
              </a:solidFill>
              <a:latin typeface="Arial"/>
              <a:ea typeface="Arial"/>
              <a:cs typeface="Arial"/>
            </a:defRPr>
          </a:pPr>
          <a:endParaRPr lang="zh-CN"/>
        </a:p>
      </c:txPr>
    </c:legend>
    <c:plotVisOnly val="1"/>
    <c:dispBlanksAs val="zero"/>
    <c:showDLblsOverMax val="1"/>
  </c:chart>
  <c:spPr>
    <a:solidFill>
      <a:srgbClr val="FFFFFF"/>
    </a:solidFill>
    <a:ln w="0">
      <a:noFill/>
    </a:ln>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col"/>
        <c:grouping val="clustered"/>
        <c:varyColors val="0"/>
        <c:ser>
          <c:idx val="0"/>
          <c:order val="0"/>
          <c:tx>
            <c:v>Flagged channel-seconds</c:v>
          </c:tx>
          <c:spPr>
            <a:solidFill>
              <a:srgbClr val="176B87"/>
            </a:solidFill>
          </c:spPr>
          <c:invertIfNegative val="1"/>
          <c:dLbls>
            <c:spPr>
              <a:noFill/>
              <a:ln>
                <a:noFill/>
              </a:ln>
              <a:effectLst/>
            </c:spPr>
            <c:txPr>
              <a:bodyPr anchorCtr="1"/>
              <a:lstStyle/>
              <a:p>
                <a:pPr>
                  <a:defRPr sz="1725">
                    <a:solidFill>
                      <a:srgbClr val="1D2938"/>
                    </a:solidFill>
                    <a:latin typeface="Arial"/>
                    <a:ea typeface="Arial"/>
                    <a:cs typeface="Aria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49–51 Hz</c:v>
                </c:pt>
                <c:pt idx="1">
                  <c:v>20–40 Hz</c:v>
                </c:pt>
                <c:pt idx="2">
                  <c:v>Extreme</c:v>
                </c:pt>
              </c:strCache>
            </c:strRef>
          </c:cat>
          <c:val>
            <c:numRef>
              <c:f>'Chart Data'!$B$2:$B$4</c:f>
              <c:numCache>
                <c:formatCode>0</c:formatCode>
                <c:ptCount val="3"/>
                <c:pt idx="0">
                  <c:v>299</c:v>
                </c:pt>
                <c:pt idx="1">
                  <c:v>302</c:v>
                </c:pt>
                <c:pt idx="2">
                  <c:v>339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5B0-43A2-88C7-E879C59DF345}"/>
            </c:ext>
          </c:extLst>
        </c:ser>
        <c:dLbls>
          <c:dLblPos val="outEnd"/>
          <c:showLegendKey val="0"/>
          <c:showVal val="1"/>
          <c:showCatName val="0"/>
          <c:showSerName val="0"/>
          <c:showPercent val="0"/>
          <c:showBubbleSize val="0"/>
        </c:dLbls>
        <c:gapWidth val="8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9E1E8"/>
            </a:solidFill>
          </a:ln>
        </c:spPr>
        <c:txPr>
          <a:bodyPr anchorCtr="1"/>
          <a:lstStyle/>
          <a:p>
            <a:pPr>
              <a:defRPr sz="1650">
                <a:solidFill>
                  <a:srgbClr val="1D2938"/>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400"/>
          <c:min val="0"/>
        </c:scaling>
        <c:delete val="0"/>
        <c:axPos val="l"/>
        <c:title>
          <c:tx>
            <c:rich>
              <a:bodyPr/>
              <a:lstStyle/>
              <a:p>
                <a:r>
                  <a:rPr lang="en-US" sz="1650">
                    <a:solidFill>
                      <a:srgbClr val="617184"/>
                    </a:solidFill>
                    <a:latin typeface="Arial"/>
                    <a:ea typeface="Arial"/>
                    <a:cs typeface="Arial"/>
                  </a:rPr>
                  <a:t>Flagged channel-seconds</a:t>
                </a:r>
              </a:p>
            </c:rich>
          </c:tx>
          <c:overlay val="0"/>
        </c:title>
        <c:numFmt formatCode="0" sourceLinked="1"/>
        <c:majorTickMark val="none"/>
        <c:minorTickMark val="none"/>
        <c:tickLblPos val="nextTo"/>
        <c:spPr>
          <a:ln w="9525">
            <a:solidFill>
              <a:srgbClr val="D9E1E8"/>
            </a:solidFill>
          </a:ln>
        </c:spPr>
        <c:txPr>
          <a:bodyPr anchorCtr="1"/>
          <a:lstStyle/>
          <a:p>
            <a:pPr>
              <a:defRPr sz="1500">
                <a:solidFill>
                  <a:srgbClr val="617184"/>
                </a:solidFill>
                <a:latin typeface="Arial"/>
                <a:ea typeface="Arial"/>
                <a:cs typeface="Arial"/>
              </a:defRPr>
            </a:pPr>
            <a:endParaRPr lang="zh-CN"/>
          </a:p>
        </c:txPr>
        <c:crossAx val="48650112"/>
        <c:crosses val="autoZero"/>
        <c:crossBetween val="between"/>
        <c:majorUnit val="100"/>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col"/>
        <c:grouping val="clustered"/>
        <c:varyColors val="0"/>
        <c:ser>
          <c:idx val="0"/>
          <c:order val="0"/>
          <c:tx>
            <c:v>Issue fraction</c:v>
          </c:tx>
          <c:spPr>
            <a:solidFill>
              <a:srgbClr val="176B87"/>
            </a:solidFill>
          </c:spPr>
          <c:invertIfNegative val="1"/>
          <c:dPt>
            <c:idx val="0"/>
            <c:invertIfNegative val="0"/>
            <c:bubble3D val="0"/>
            <c:spPr>
              <a:solidFill>
                <a:srgbClr val="C26630"/>
              </a:solidFill>
            </c:spPr>
            <c:extLst>
              <c:ext xmlns:c16="http://schemas.microsoft.com/office/drawing/2014/chart" uri="{C3380CC4-5D6E-409C-BE32-E72D297353CC}">
                <c16:uniqueId val="{00000001-A162-43FC-9E29-997FB54A91D7}"/>
              </c:ext>
            </c:extLst>
          </c:dPt>
          <c:dPt>
            <c:idx val="1"/>
            <c:invertIfNegative val="0"/>
            <c:bubble3D val="0"/>
            <c:extLst>
              <c:ext xmlns:c16="http://schemas.microsoft.com/office/drawing/2014/chart" uri="{C3380CC4-5D6E-409C-BE32-E72D297353CC}">
                <c16:uniqueId val="{00000003-A162-43FC-9E29-997FB54A91D7}"/>
              </c:ext>
            </c:extLst>
          </c:dPt>
          <c:dPt>
            <c:idx val="2"/>
            <c:invertIfNegative val="0"/>
            <c:bubble3D val="0"/>
            <c:spPr>
              <a:solidFill>
                <a:srgbClr val="C26630"/>
              </a:solidFill>
            </c:spPr>
            <c:extLst>
              <c:ext xmlns:c16="http://schemas.microsoft.com/office/drawing/2014/chart" uri="{C3380CC4-5D6E-409C-BE32-E72D297353CC}">
                <c16:uniqueId val="{00000005-A162-43FC-9E29-997FB54A91D7}"/>
              </c:ext>
            </c:extLst>
          </c:dPt>
          <c:dPt>
            <c:idx val="3"/>
            <c:invertIfNegative val="0"/>
            <c:bubble3D val="0"/>
            <c:extLst>
              <c:ext xmlns:c16="http://schemas.microsoft.com/office/drawing/2014/chart" uri="{C3380CC4-5D6E-409C-BE32-E72D297353CC}">
                <c16:uniqueId val="{00000007-A162-43FC-9E29-997FB54A91D7}"/>
              </c:ext>
            </c:extLst>
          </c:dPt>
          <c:dPt>
            <c:idx val="4"/>
            <c:invertIfNegative val="0"/>
            <c:bubble3D val="0"/>
            <c:spPr>
              <a:solidFill>
                <a:srgbClr val="C26630"/>
              </a:solidFill>
            </c:spPr>
            <c:extLst>
              <c:ext xmlns:c16="http://schemas.microsoft.com/office/drawing/2014/chart" uri="{C3380CC4-5D6E-409C-BE32-E72D297353CC}">
                <c16:uniqueId val="{00000009-A162-43FC-9E29-997FB54A91D7}"/>
              </c:ext>
            </c:extLst>
          </c:dPt>
          <c:dPt>
            <c:idx val="5"/>
            <c:invertIfNegative val="0"/>
            <c:bubble3D val="0"/>
            <c:extLst>
              <c:ext xmlns:c16="http://schemas.microsoft.com/office/drawing/2014/chart" uri="{C3380CC4-5D6E-409C-BE32-E72D297353CC}">
                <c16:uniqueId val="{0000000B-A162-43FC-9E29-997FB54A91D7}"/>
              </c:ext>
            </c:extLst>
          </c:dPt>
          <c:dPt>
            <c:idx val="6"/>
            <c:invertIfNegative val="0"/>
            <c:bubble3D val="0"/>
            <c:spPr>
              <a:solidFill>
                <a:srgbClr val="C26630"/>
              </a:solidFill>
            </c:spPr>
            <c:extLst>
              <c:ext xmlns:c16="http://schemas.microsoft.com/office/drawing/2014/chart" uri="{C3380CC4-5D6E-409C-BE32-E72D297353CC}">
                <c16:uniqueId val="{0000000D-A162-43FC-9E29-997FB54A91D7}"/>
              </c:ext>
            </c:extLst>
          </c:dPt>
          <c:cat>
            <c:strRef>
              <c:f>'Chart Data'!$A$2:$A$8</c:f>
              <c:strCache>
                <c:ptCount val="7"/>
                <c:pt idx="0">
                  <c:v>Ch1</c:v>
                </c:pt>
                <c:pt idx="1">
                  <c:v>Ch2</c:v>
                </c:pt>
                <c:pt idx="2">
                  <c:v>Ch3</c:v>
                </c:pt>
                <c:pt idx="3">
                  <c:v>Ch4</c:v>
                </c:pt>
                <c:pt idx="4">
                  <c:v>Ch5</c:v>
                </c:pt>
                <c:pt idx="5">
                  <c:v>Ch6</c:v>
                </c:pt>
                <c:pt idx="6">
                  <c:v>Ch7</c:v>
                </c:pt>
              </c:strCache>
            </c:strRef>
          </c:cat>
          <c:val>
            <c:numRef>
              <c:f>'Chart Data'!$B$2:$B$8</c:f>
              <c:numCache>
                <c:formatCode>0%</c:formatCode>
                <c:ptCount val="7"/>
                <c:pt idx="0">
                  <c:v>1</c:v>
                </c:pt>
                <c:pt idx="1">
                  <c:v>0.30851063829800002</c:v>
                </c:pt>
                <c:pt idx="2">
                  <c:v>1</c:v>
                </c:pt>
                <c:pt idx="3">
                  <c:v>0.244680851064</c:v>
                </c:pt>
                <c:pt idx="4">
                  <c:v>0.98936170212800001</c:v>
                </c:pt>
                <c:pt idx="5">
                  <c:v>0.22340425531899999</c:v>
                </c:pt>
                <c:pt idx="6">
                  <c:v>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E-A162-43FC-9E29-997FB54A91D7}"/>
            </c:ext>
          </c:extLst>
        </c:ser>
        <c:dLbls>
          <c:showLegendKey val="0"/>
          <c:showVal val="0"/>
          <c:showCatName val="0"/>
          <c:showSerName val="0"/>
          <c:showPercent val="0"/>
          <c:showBubbleSize val="0"/>
        </c:dLbls>
        <c:gapWidth val="8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9E1E8"/>
            </a:solidFill>
          </a:ln>
        </c:spPr>
        <c:txPr>
          <a:bodyPr anchorCtr="1"/>
          <a:lstStyle/>
          <a:p>
            <a:pPr>
              <a:defRPr sz="1650">
                <a:solidFill>
                  <a:srgbClr val="1D2938"/>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1"/>
          <c:min val="0"/>
        </c:scaling>
        <c:delete val="0"/>
        <c:axPos val="l"/>
        <c:title>
          <c:tx>
            <c:rich>
              <a:bodyPr/>
              <a:lstStyle/>
              <a:p>
                <a:r>
                  <a:rPr lang="en-US" sz="1650">
                    <a:solidFill>
                      <a:srgbClr val="617184"/>
                    </a:solidFill>
                    <a:latin typeface="Arial"/>
                    <a:ea typeface="Arial"/>
                    <a:cs typeface="Arial"/>
                  </a:rPr>
                  <a:t>Fraction of assessed seconds</a:t>
                </a:r>
              </a:p>
            </c:rich>
          </c:tx>
          <c:overlay val="0"/>
        </c:title>
        <c:numFmt formatCode="0%" sourceLinked="1"/>
        <c:majorTickMark val="none"/>
        <c:minorTickMark val="none"/>
        <c:tickLblPos val="nextTo"/>
        <c:spPr>
          <a:ln w="9525">
            <a:solidFill>
              <a:srgbClr val="D9E1E8"/>
            </a:solidFill>
          </a:ln>
        </c:spPr>
        <c:txPr>
          <a:bodyPr anchorCtr="1"/>
          <a:lstStyle/>
          <a:p>
            <a:pPr>
              <a:defRPr sz="1500">
                <a:solidFill>
                  <a:srgbClr val="617184"/>
                </a:solidFill>
                <a:latin typeface="Arial"/>
                <a:ea typeface="Arial"/>
                <a:cs typeface="Arial"/>
              </a:defRPr>
            </a:pPr>
            <a:endParaRPr lang="zh-CN"/>
          </a:p>
        </c:txPr>
        <c:crossAx val="48650112"/>
        <c:crosses val="autoZero"/>
        <c:crossBetween val="between"/>
        <c:majorUnit val="0.2"/>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col"/>
        <c:grouping val="clustered"/>
        <c:varyColors val="0"/>
        <c:ser>
          <c:idx val="0"/>
          <c:order val="0"/>
          <c:tx>
            <c:v>0.5× threshold</c:v>
          </c:tx>
          <c:spPr>
            <a:solidFill>
              <a:srgbClr val="C26630"/>
            </a:solidFill>
          </c:spPr>
          <c:invertIfNegative val="1"/>
          <c:cat>
            <c:strRef>
              <c:f>'Chart Data'!$A$2:$A$4</c:f>
              <c:strCache>
                <c:ptCount val="3"/>
                <c:pt idx="0">
                  <c:v>49–51 Hz</c:v>
                </c:pt>
                <c:pt idx="1">
                  <c:v>20–40 Hz</c:v>
                </c:pt>
                <c:pt idx="2">
                  <c:v>Extreme</c:v>
                </c:pt>
              </c:strCache>
            </c:strRef>
          </c:cat>
          <c:val>
            <c:numRef>
              <c:f>'Chart Data'!$B$2:$B$4</c:f>
              <c:numCache>
                <c:formatCode>0%</c:formatCode>
                <c:ptCount val="3"/>
                <c:pt idx="0">
                  <c:v>0.5</c:v>
                </c:pt>
                <c:pt idx="1">
                  <c:v>0.59574468085099996</c:v>
                </c:pt>
                <c:pt idx="2">
                  <c:v>0.53039513677799999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4835-4DCC-95C1-BE2025FA7D28}"/>
            </c:ext>
          </c:extLst>
        </c:ser>
        <c:ser>
          <c:idx val="1"/>
          <c:order val="1"/>
          <c:tx>
            <c:v>1× threshold</c:v>
          </c:tx>
          <c:spPr>
            <a:solidFill>
              <a:srgbClr val="176B87"/>
            </a:solidFill>
          </c:spPr>
          <c:invertIfNegative val="1"/>
          <c:cat>
            <c:strRef>
              <c:f>'Chart Data'!$C$2:$C$4</c:f>
              <c:strCache>
                <c:ptCount val="3"/>
                <c:pt idx="0">
                  <c:v>49–51 Hz</c:v>
                </c:pt>
                <c:pt idx="1">
                  <c:v>20–40 Hz</c:v>
                </c:pt>
                <c:pt idx="2">
                  <c:v>Extreme</c:v>
                </c:pt>
              </c:strCache>
            </c:strRef>
          </c:cat>
          <c:val>
            <c:numRef>
              <c:f>'Chart Data'!$D$2:$D$4</c:f>
              <c:numCache>
                <c:formatCode>0%</c:formatCode>
                <c:ptCount val="3"/>
                <c:pt idx="0">
                  <c:v>0.45440729483300002</c:v>
                </c:pt>
                <c:pt idx="1">
                  <c:v>0.45896656535000002</c:v>
                </c:pt>
                <c:pt idx="2">
                  <c:v>0.51519756838899999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4835-4DCC-95C1-BE2025FA7D28}"/>
            </c:ext>
          </c:extLst>
        </c:ser>
        <c:ser>
          <c:idx val="2"/>
          <c:order val="2"/>
          <c:tx>
            <c:v>2× threshold</c:v>
          </c:tx>
          <c:spPr>
            <a:solidFill>
              <a:srgbClr val="159D9B"/>
            </a:solidFill>
          </c:spPr>
          <c:invertIfNegative val="1"/>
          <c:cat>
            <c:strRef>
              <c:f>'Chart Data'!$E$2:$E$4</c:f>
              <c:strCache>
                <c:ptCount val="3"/>
                <c:pt idx="0">
                  <c:v>49–51 Hz</c:v>
                </c:pt>
                <c:pt idx="1">
                  <c:v>20–40 Hz</c:v>
                </c:pt>
                <c:pt idx="2">
                  <c:v>Extreme</c:v>
                </c:pt>
              </c:strCache>
            </c:strRef>
          </c:cat>
          <c:val>
            <c:numRef>
              <c:f>'Chart Data'!$F$2:$F$4</c:f>
              <c:numCache>
                <c:formatCode>0%</c:formatCode>
                <c:ptCount val="3"/>
                <c:pt idx="0">
                  <c:v>0.39057750759900001</c:v>
                </c:pt>
                <c:pt idx="1">
                  <c:v>0.36474164133699999</c:v>
                </c:pt>
                <c:pt idx="2">
                  <c:v>0.50607902735599997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4835-4DCC-95C1-BE2025FA7D28}"/>
            </c:ext>
          </c:extLst>
        </c:ser>
        <c:dLbls>
          <c:showLegendKey val="0"/>
          <c:showVal val="0"/>
          <c:showCatName val="0"/>
          <c:showSerName val="0"/>
          <c:showPercent val="0"/>
          <c:showBubbleSize val="0"/>
        </c:dLbls>
        <c:gapWidth val="8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9E1E8"/>
            </a:solidFill>
          </a:ln>
        </c:spPr>
        <c:txPr>
          <a:bodyPr anchorCtr="1"/>
          <a:lstStyle/>
          <a:p>
            <a:pPr>
              <a:defRPr sz="1650">
                <a:solidFill>
                  <a:srgbClr val="1D2938"/>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0.7"/>
          <c:min val="0"/>
        </c:scaling>
        <c:delete val="0"/>
        <c:axPos val="l"/>
        <c:title>
          <c:tx>
            <c:rich>
              <a:bodyPr/>
              <a:lstStyle/>
              <a:p>
                <a:r>
                  <a:rPr lang="en-US" sz="1650">
                    <a:solidFill>
                      <a:srgbClr val="617184"/>
                    </a:solidFill>
                    <a:latin typeface="Arial"/>
                    <a:ea typeface="Arial"/>
                    <a:cs typeface="Arial"/>
                  </a:rPr>
                  <a:t>Flag fraction</a:t>
                </a:r>
              </a:p>
            </c:rich>
          </c:tx>
          <c:overlay val="0"/>
        </c:title>
        <c:numFmt formatCode="0%" sourceLinked="1"/>
        <c:majorTickMark val="none"/>
        <c:minorTickMark val="none"/>
        <c:tickLblPos val="nextTo"/>
        <c:spPr>
          <a:ln w="9525">
            <a:solidFill>
              <a:srgbClr val="D9E1E8"/>
            </a:solidFill>
          </a:ln>
        </c:spPr>
        <c:txPr>
          <a:bodyPr anchorCtr="1"/>
          <a:lstStyle/>
          <a:p>
            <a:pPr>
              <a:defRPr sz="1500">
                <a:solidFill>
                  <a:srgbClr val="617184"/>
                </a:solidFill>
                <a:latin typeface="Arial"/>
                <a:ea typeface="Arial"/>
                <a:cs typeface="Arial"/>
              </a:defRPr>
            </a:pPr>
            <a:endParaRPr lang="zh-CN"/>
          </a:p>
        </c:txPr>
        <c:crossAx val="48650112"/>
        <c:crosses val="autoZero"/>
        <c:crossBetween val="between"/>
        <c:majorUnit val="0.1"/>
      </c:valAx>
      <c:spPr>
        <a:solidFill>
          <a:srgbClr val="FFFFFF"/>
        </a:solidFill>
        <a:ln w="0">
          <a:noFill/>
        </a:ln>
      </c:spPr>
    </c:plotArea>
    <c:legend>
      <c:legendPos val="t"/>
      <c:overlay val="0"/>
      <c:txPr>
        <a:bodyPr anchorCtr="1"/>
        <a:lstStyle/>
        <a:p>
          <a:pPr>
            <a:defRPr sz="1500">
              <a:solidFill>
                <a:srgbClr val="1D2938"/>
              </a:solidFill>
              <a:latin typeface="Arial"/>
              <a:ea typeface="Arial"/>
              <a:cs typeface="Arial"/>
            </a:defRPr>
          </a:pPr>
          <a:endParaRPr lang="zh-CN"/>
        </a:p>
      </c:txPr>
    </c:legend>
    <c:plotVisOnly val="1"/>
    <c:dispBlanksAs val="zero"/>
    <c:showDLblsOverMax val="1"/>
  </c:chart>
  <c:spPr>
    <a:solidFill>
      <a:srgbClr val="FFFFFF"/>
    </a:solidFill>
    <a:ln w="0">
      <a:noFill/>
    </a:ln>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scatterChart>
        <c:scatterStyle val="lineMarker"/>
        <c:varyColors val="1"/>
        <c:ser>
          <c:idx val="0"/>
          <c:order val="0"/>
          <c:tx>
            <c:v>Filtered Ch2</c:v>
          </c:tx>
          <c:spPr>
            <a:ln w="20955">
              <a:solidFill>
                <a:srgbClr val="176B87"/>
              </a:solidFill>
            </a:ln>
          </c:spPr>
          <c:marker>
            <c:symbol val="none"/>
          </c:marker>
          <c:xVal>
            <c:numRef>
              <c:f>'Chart Data'!$A$2:$A$1001</c:f>
              <c:numCache>
                <c:formatCode>General</c:formatCode>
                <c:ptCount val="1000"/>
                <c:pt idx="0">
                  <c:v>19</c:v>
                </c:pt>
                <c:pt idx="1">
                  <c:v>19.004000000000001</c:v>
                </c:pt>
                <c:pt idx="2">
                  <c:v>19.007999999999999</c:v>
                </c:pt>
                <c:pt idx="3">
                  <c:v>19.012</c:v>
                </c:pt>
                <c:pt idx="4">
                  <c:v>19.015999999999998</c:v>
                </c:pt>
                <c:pt idx="5">
                  <c:v>19.02</c:v>
                </c:pt>
                <c:pt idx="6">
                  <c:v>19.024000000000001</c:v>
                </c:pt>
                <c:pt idx="7">
                  <c:v>19.027999999999999</c:v>
                </c:pt>
                <c:pt idx="8">
                  <c:v>19.032</c:v>
                </c:pt>
                <c:pt idx="9">
                  <c:v>19.036000000000001</c:v>
                </c:pt>
                <c:pt idx="10">
                  <c:v>19.04</c:v>
                </c:pt>
                <c:pt idx="11">
                  <c:v>19.044</c:v>
                </c:pt>
                <c:pt idx="12">
                  <c:v>19.047999999999998</c:v>
                </c:pt>
                <c:pt idx="13">
                  <c:v>19.052</c:v>
                </c:pt>
                <c:pt idx="14">
                  <c:v>19.056000000000001</c:v>
                </c:pt>
                <c:pt idx="15">
                  <c:v>19.059999999999999</c:v>
                </c:pt>
                <c:pt idx="16">
                  <c:v>19.064</c:v>
                </c:pt>
                <c:pt idx="17">
                  <c:v>19.068000000000001</c:v>
                </c:pt>
                <c:pt idx="18">
                  <c:v>19.071999999999999</c:v>
                </c:pt>
                <c:pt idx="19">
                  <c:v>19.076000000000001</c:v>
                </c:pt>
                <c:pt idx="20">
                  <c:v>19.079999999999998</c:v>
                </c:pt>
                <c:pt idx="21">
                  <c:v>19.084</c:v>
                </c:pt>
                <c:pt idx="22">
                  <c:v>19.088000000000001</c:v>
                </c:pt>
                <c:pt idx="23">
                  <c:v>19.091999999999999</c:v>
                </c:pt>
                <c:pt idx="24">
                  <c:v>19.096</c:v>
                </c:pt>
                <c:pt idx="25">
                  <c:v>19.100000000000001</c:v>
                </c:pt>
                <c:pt idx="26">
                  <c:v>19.103999999999999</c:v>
                </c:pt>
                <c:pt idx="27">
                  <c:v>19.108000000000001</c:v>
                </c:pt>
                <c:pt idx="28">
                  <c:v>19.111999999999998</c:v>
                </c:pt>
                <c:pt idx="29">
                  <c:v>19.116</c:v>
                </c:pt>
                <c:pt idx="30">
                  <c:v>19.12</c:v>
                </c:pt>
                <c:pt idx="31">
                  <c:v>19.123999999999999</c:v>
                </c:pt>
                <c:pt idx="32">
                  <c:v>19.128</c:v>
                </c:pt>
                <c:pt idx="33">
                  <c:v>19.132000000000001</c:v>
                </c:pt>
                <c:pt idx="34">
                  <c:v>19.135999999999999</c:v>
                </c:pt>
                <c:pt idx="35">
                  <c:v>19.14</c:v>
                </c:pt>
                <c:pt idx="36">
                  <c:v>19.143999999999998</c:v>
                </c:pt>
                <c:pt idx="37">
                  <c:v>19.148</c:v>
                </c:pt>
                <c:pt idx="38">
                  <c:v>19.152000000000001</c:v>
                </c:pt>
                <c:pt idx="39">
                  <c:v>19.155999999999999</c:v>
                </c:pt>
                <c:pt idx="40">
                  <c:v>19.16</c:v>
                </c:pt>
                <c:pt idx="41">
                  <c:v>19.164000000000001</c:v>
                </c:pt>
                <c:pt idx="42">
                  <c:v>19.167999999999999</c:v>
                </c:pt>
                <c:pt idx="43">
                  <c:v>19.172000000000001</c:v>
                </c:pt>
                <c:pt idx="44">
                  <c:v>19.175999999999998</c:v>
                </c:pt>
                <c:pt idx="45">
                  <c:v>19.18</c:v>
                </c:pt>
                <c:pt idx="46">
                  <c:v>19.184000000000001</c:v>
                </c:pt>
                <c:pt idx="47">
                  <c:v>19.187999999999999</c:v>
                </c:pt>
                <c:pt idx="48">
                  <c:v>19.192</c:v>
                </c:pt>
                <c:pt idx="49">
                  <c:v>19.196000000000002</c:v>
                </c:pt>
                <c:pt idx="50">
                  <c:v>19.2</c:v>
                </c:pt>
                <c:pt idx="51">
                  <c:v>19.204000000000001</c:v>
                </c:pt>
                <c:pt idx="52">
                  <c:v>19.207999999999998</c:v>
                </c:pt>
                <c:pt idx="53">
                  <c:v>19.212</c:v>
                </c:pt>
                <c:pt idx="54">
                  <c:v>19.216000000000001</c:v>
                </c:pt>
                <c:pt idx="55">
                  <c:v>19.22</c:v>
                </c:pt>
                <c:pt idx="56">
                  <c:v>19.224</c:v>
                </c:pt>
                <c:pt idx="57">
                  <c:v>19.228000000000002</c:v>
                </c:pt>
                <c:pt idx="58">
                  <c:v>19.231999999999999</c:v>
                </c:pt>
                <c:pt idx="59">
                  <c:v>19.236000000000001</c:v>
                </c:pt>
                <c:pt idx="60">
                  <c:v>19.239999999999998</c:v>
                </c:pt>
                <c:pt idx="61">
                  <c:v>19.244</c:v>
                </c:pt>
                <c:pt idx="62">
                  <c:v>19.248000000000001</c:v>
                </c:pt>
                <c:pt idx="63">
                  <c:v>19.251999999999999</c:v>
                </c:pt>
                <c:pt idx="64">
                  <c:v>19.256</c:v>
                </c:pt>
                <c:pt idx="65">
                  <c:v>19.260000000000002</c:v>
                </c:pt>
                <c:pt idx="66">
                  <c:v>19.263999999999999</c:v>
                </c:pt>
                <c:pt idx="67">
                  <c:v>19.268000000000001</c:v>
                </c:pt>
                <c:pt idx="68">
                  <c:v>19.271999999999998</c:v>
                </c:pt>
                <c:pt idx="69">
                  <c:v>19.276</c:v>
                </c:pt>
                <c:pt idx="70">
                  <c:v>19.28</c:v>
                </c:pt>
                <c:pt idx="71">
                  <c:v>19.283999999999999</c:v>
                </c:pt>
                <c:pt idx="72">
                  <c:v>19.288</c:v>
                </c:pt>
                <c:pt idx="73">
                  <c:v>19.292000000000002</c:v>
                </c:pt>
                <c:pt idx="74">
                  <c:v>19.295999999999999</c:v>
                </c:pt>
                <c:pt idx="75">
                  <c:v>19.3</c:v>
                </c:pt>
                <c:pt idx="76">
                  <c:v>19.303999999999998</c:v>
                </c:pt>
                <c:pt idx="77">
                  <c:v>19.308</c:v>
                </c:pt>
                <c:pt idx="78">
                  <c:v>19.312000000000001</c:v>
                </c:pt>
                <c:pt idx="79">
                  <c:v>19.315999999999999</c:v>
                </c:pt>
                <c:pt idx="80">
                  <c:v>19.32</c:v>
                </c:pt>
                <c:pt idx="81">
                  <c:v>19.324000000000002</c:v>
                </c:pt>
                <c:pt idx="82">
                  <c:v>19.327999999999999</c:v>
                </c:pt>
                <c:pt idx="83">
                  <c:v>19.332000000000001</c:v>
                </c:pt>
                <c:pt idx="84">
                  <c:v>19.335999999999999</c:v>
                </c:pt>
                <c:pt idx="85">
                  <c:v>19.34</c:v>
                </c:pt>
                <c:pt idx="86">
                  <c:v>19.344000000000001</c:v>
                </c:pt>
                <c:pt idx="87">
                  <c:v>19.347999999999999</c:v>
                </c:pt>
                <c:pt idx="88">
                  <c:v>19.352</c:v>
                </c:pt>
                <c:pt idx="89">
                  <c:v>19.356000000000002</c:v>
                </c:pt>
                <c:pt idx="90">
                  <c:v>19.36</c:v>
                </c:pt>
                <c:pt idx="91">
                  <c:v>19.364000000000001</c:v>
                </c:pt>
                <c:pt idx="92">
                  <c:v>19.367999999999999</c:v>
                </c:pt>
                <c:pt idx="93">
                  <c:v>19.372</c:v>
                </c:pt>
                <c:pt idx="94">
                  <c:v>19.376000000000001</c:v>
                </c:pt>
                <c:pt idx="95">
                  <c:v>19.38</c:v>
                </c:pt>
                <c:pt idx="96">
                  <c:v>19.384</c:v>
                </c:pt>
                <c:pt idx="97">
                  <c:v>19.388000000000002</c:v>
                </c:pt>
                <c:pt idx="98">
                  <c:v>19.391999999999999</c:v>
                </c:pt>
                <c:pt idx="99">
                  <c:v>19.396000000000001</c:v>
                </c:pt>
                <c:pt idx="100">
                  <c:v>19.399999999999999</c:v>
                </c:pt>
                <c:pt idx="101">
                  <c:v>19.404</c:v>
                </c:pt>
                <c:pt idx="102">
                  <c:v>19.408000000000001</c:v>
                </c:pt>
                <c:pt idx="103">
                  <c:v>19.411999999999999</c:v>
                </c:pt>
                <c:pt idx="104">
                  <c:v>19.416</c:v>
                </c:pt>
                <c:pt idx="105">
                  <c:v>19.420000000000002</c:v>
                </c:pt>
                <c:pt idx="106">
                  <c:v>19.423999999999999</c:v>
                </c:pt>
                <c:pt idx="107">
                  <c:v>19.428000000000001</c:v>
                </c:pt>
                <c:pt idx="108">
                  <c:v>19.431999999999999</c:v>
                </c:pt>
                <c:pt idx="109">
                  <c:v>19.436</c:v>
                </c:pt>
                <c:pt idx="110">
                  <c:v>19.440000000000001</c:v>
                </c:pt>
                <c:pt idx="111">
                  <c:v>19.443999999999999</c:v>
                </c:pt>
                <c:pt idx="112">
                  <c:v>19.448</c:v>
                </c:pt>
                <c:pt idx="113">
                  <c:v>19.452000000000002</c:v>
                </c:pt>
                <c:pt idx="114">
                  <c:v>19.456</c:v>
                </c:pt>
                <c:pt idx="115">
                  <c:v>19.46</c:v>
                </c:pt>
                <c:pt idx="116">
                  <c:v>19.463999999999999</c:v>
                </c:pt>
                <c:pt idx="117">
                  <c:v>19.468</c:v>
                </c:pt>
                <c:pt idx="118">
                  <c:v>19.472000000000001</c:v>
                </c:pt>
                <c:pt idx="119">
                  <c:v>19.475999999999999</c:v>
                </c:pt>
                <c:pt idx="120">
                  <c:v>19.48</c:v>
                </c:pt>
                <c:pt idx="121">
                  <c:v>19.484000000000002</c:v>
                </c:pt>
                <c:pt idx="122">
                  <c:v>19.488</c:v>
                </c:pt>
                <c:pt idx="123">
                  <c:v>19.492000000000001</c:v>
                </c:pt>
                <c:pt idx="124">
                  <c:v>19.495999999999999</c:v>
                </c:pt>
                <c:pt idx="125">
                  <c:v>19.5</c:v>
                </c:pt>
                <c:pt idx="126">
                  <c:v>19.504000000000001</c:v>
                </c:pt>
                <c:pt idx="127">
                  <c:v>19.507999999999999</c:v>
                </c:pt>
                <c:pt idx="128">
                  <c:v>19.512</c:v>
                </c:pt>
                <c:pt idx="129">
                  <c:v>19.515999999999998</c:v>
                </c:pt>
                <c:pt idx="130">
                  <c:v>19.52</c:v>
                </c:pt>
                <c:pt idx="131">
                  <c:v>19.524000000000001</c:v>
                </c:pt>
                <c:pt idx="132">
                  <c:v>19.527999999999999</c:v>
                </c:pt>
                <c:pt idx="133">
                  <c:v>19.532</c:v>
                </c:pt>
                <c:pt idx="134">
                  <c:v>19.536000000000001</c:v>
                </c:pt>
                <c:pt idx="135">
                  <c:v>19.54</c:v>
                </c:pt>
                <c:pt idx="136">
                  <c:v>19.544</c:v>
                </c:pt>
                <c:pt idx="137">
                  <c:v>19.547999999999998</c:v>
                </c:pt>
                <c:pt idx="138">
                  <c:v>19.552</c:v>
                </c:pt>
                <c:pt idx="139">
                  <c:v>19.556000000000001</c:v>
                </c:pt>
                <c:pt idx="140">
                  <c:v>19.559999999999999</c:v>
                </c:pt>
                <c:pt idx="141">
                  <c:v>19.564</c:v>
                </c:pt>
                <c:pt idx="142">
                  <c:v>19.568000000000001</c:v>
                </c:pt>
                <c:pt idx="143">
                  <c:v>19.571999999999999</c:v>
                </c:pt>
                <c:pt idx="144">
                  <c:v>19.576000000000001</c:v>
                </c:pt>
                <c:pt idx="145">
                  <c:v>19.579999999999998</c:v>
                </c:pt>
                <c:pt idx="146">
                  <c:v>19.584</c:v>
                </c:pt>
                <c:pt idx="147">
                  <c:v>19.588000000000001</c:v>
                </c:pt>
                <c:pt idx="148">
                  <c:v>19.591999999999999</c:v>
                </c:pt>
                <c:pt idx="149">
                  <c:v>19.596</c:v>
                </c:pt>
                <c:pt idx="150">
                  <c:v>19.600000000000001</c:v>
                </c:pt>
                <c:pt idx="151">
                  <c:v>19.603999999999999</c:v>
                </c:pt>
                <c:pt idx="152">
                  <c:v>19.608000000000001</c:v>
                </c:pt>
                <c:pt idx="153">
                  <c:v>19.611999999999998</c:v>
                </c:pt>
                <c:pt idx="154">
                  <c:v>19.616</c:v>
                </c:pt>
                <c:pt idx="155">
                  <c:v>19.62</c:v>
                </c:pt>
                <c:pt idx="156">
                  <c:v>19.623999999999999</c:v>
                </c:pt>
                <c:pt idx="157">
                  <c:v>19.628</c:v>
                </c:pt>
                <c:pt idx="158">
                  <c:v>19.632000000000001</c:v>
                </c:pt>
                <c:pt idx="159">
                  <c:v>19.635999999999999</c:v>
                </c:pt>
                <c:pt idx="160">
                  <c:v>19.64</c:v>
                </c:pt>
                <c:pt idx="161">
                  <c:v>19.643999999999998</c:v>
                </c:pt>
                <c:pt idx="162">
                  <c:v>19.648</c:v>
                </c:pt>
                <c:pt idx="163">
                  <c:v>19.652000000000001</c:v>
                </c:pt>
                <c:pt idx="164">
                  <c:v>19.655999999999999</c:v>
                </c:pt>
                <c:pt idx="165">
                  <c:v>19.66</c:v>
                </c:pt>
                <c:pt idx="166">
                  <c:v>19.664000000000001</c:v>
                </c:pt>
                <c:pt idx="167">
                  <c:v>19.667999999999999</c:v>
                </c:pt>
                <c:pt idx="168">
                  <c:v>19.672000000000001</c:v>
                </c:pt>
                <c:pt idx="169">
                  <c:v>19.675999999999998</c:v>
                </c:pt>
                <c:pt idx="170">
                  <c:v>19.68</c:v>
                </c:pt>
                <c:pt idx="171">
                  <c:v>19.684000000000001</c:v>
                </c:pt>
                <c:pt idx="172">
                  <c:v>19.687999999999999</c:v>
                </c:pt>
                <c:pt idx="173">
                  <c:v>19.692</c:v>
                </c:pt>
                <c:pt idx="174">
                  <c:v>19.696000000000002</c:v>
                </c:pt>
                <c:pt idx="175">
                  <c:v>19.7</c:v>
                </c:pt>
                <c:pt idx="176">
                  <c:v>19.704000000000001</c:v>
                </c:pt>
                <c:pt idx="177">
                  <c:v>19.707999999999998</c:v>
                </c:pt>
                <c:pt idx="178">
                  <c:v>19.712</c:v>
                </c:pt>
                <c:pt idx="179">
                  <c:v>19.716000000000001</c:v>
                </c:pt>
                <c:pt idx="180">
                  <c:v>19.72</c:v>
                </c:pt>
                <c:pt idx="181">
                  <c:v>19.724</c:v>
                </c:pt>
                <c:pt idx="182">
                  <c:v>19.728000000000002</c:v>
                </c:pt>
                <c:pt idx="183">
                  <c:v>19.731999999999999</c:v>
                </c:pt>
                <c:pt idx="184">
                  <c:v>19.736000000000001</c:v>
                </c:pt>
                <c:pt idx="185">
                  <c:v>19.739999999999998</c:v>
                </c:pt>
                <c:pt idx="186">
                  <c:v>19.744</c:v>
                </c:pt>
                <c:pt idx="187">
                  <c:v>19.748000000000001</c:v>
                </c:pt>
                <c:pt idx="188">
                  <c:v>19.751999999999999</c:v>
                </c:pt>
                <c:pt idx="189">
                  <c:v>19.756</c:v>
                </c:pt>
                <c:pt idx="190">
                  <c:v>19.760000000000002</c:v>
                </c:pt>
                <c:pt idx="191">
                  <c:v>19.763999999999999</c:v>
                </c:pt>
                <c:pt idx="192">
                  <c:v>19.768000000000001</c:v>
                </c:pt>
                <c:pt idx="193">
                  <c:v>19.771999999999998</c:v>
                </c:pt>
                <c:pt idx="194">
                  <c:v>19.776</c:v>
                </c:pt>
                <c:pt idx="195">
                  <c:v>19.78</c:v>
                </c:pt>
                <c:pt idx="196">
                  <c:v>19.783999999999999</c:v>
                </c:pt>
                <c:pt idx="197">
                  <c:v>19.788</c:v>
                </c:pt>
                <c:pt idx="198">
                  <c:v>19.792000000000002</c:v>
                </c:pt>
                <c:pt idx="199">
                  <c:v>19.795999999999999</c:v>
                </c:pt>
                <c:pt idx="200">
                  <c:v>19.8</c:v>
                </c:pt>
                <c:pt idx="201">
                  <c:v>19.803999999999998</c:v>
                </c:pt>
                <c:pt idx="202">
                  <c:v>19.808</c:v>
                </c:pt>
                <c:pt idx="203">
                  <c:v>19.812000000000001</c:v>
                </c:pt>
                <c:pt idx="204">
                  <c:v>19.815999999999999</c:v>
                </c:pt>
                <c:pt idx="205">
                  <c:v>19.82</c:v>
                </c:pt>
                <c:pt idx="206">
                  <c:v>19.824000000000002</c:v>
                </c:pt>
                <c:pt idx="207">
                  <c:v>19.827999999999999</c:v>
                </c:pt>
                <c:pt idx="208">
                  <c:v>19.832000000000001</c:v>
                </c:pt>
                <c:pt idx="209">
                  <c:v>19.835999999999999</c:v>
                </c:pt>
                <c:pt idx="210">
                  <c:v>19.84</c:v>
                </c:pt>
                <c:pt idx="211">
                  <c:v>19.844000000000001</c:v>
                </c:pt>
                <c:pt idx="212">
                  <c:v>19.847999999999999</c:v>
                </c:pt>
                <c:pt idx="213">
                  <c:v>19.852</c:v>
                </c:pt>
                <c:pt idx="214">
                  <c:v>19.856000000000002</c:v>
                </c:pt>
                <c:pt idx="215">
                  <c:v>19.86</c:v>
                </c:pt>
                <c:pt idx="216">
                  <c:v>19.864000000000001</c:v>
                </c:pt>
                <c:pt idx="217">
                  <c:v>19.867999999999999</c:v>
                </c:pt>
                <c:pt idx="218">
                  <c:v>19.872</c:v>
                </c:pt>
                <c:pt idx="219">
                  <c:v>19.876000000000001</c:v>
                </c:pt>
                <c:pt idx="220">
                  <c:v>19.88</c:v>
                </c:pt>
                <c:pt idx="221">
                  <c:v>19.884</c:v>
                </c:pt>
                <c:pt idx="222">
                  <c:v>19.888000000000002</c:v>
                </c:pt>
                <c:pt idx="223">
                  <c:v>19.891999999999999</c:v>
                </c:pt>
                <c:pt idx="224">
                  <c:v>19.896000000000001</c:v>
                </c:pt>
                <c:pt idx="225">
                  <c:v>19.899999999999999</c:v>
                </c:pt>
                <c:pt idx="226">
                  <c:v>19.904</c:v>
                </c:pt>
                <c:pt idx="227">
                  <c:v>19.908000000000001</c:v>
                </c:pt>
                <c:pt idx="228">
                  <c:v>19.911999999999999</c:v>
                </c:pt>
                <c:pt idx="229">
                  <c:v>19.916</c:v>
                </c:pt>
                <c:pt idx="230">
                  <c:v>19.920000000000002</c:v>
                </c:pt>
                <c:pt idx="231">
                  <c:v>19.923999999999999</c:v>
                </c:pt>
                <c:pt idx="232">
                  <c:v>19.928000000000001</c:v>
                </c:pt>
                <c:pt idx="233">
                  <c:v>19.931999999999999</c:v>
                </c:pt>
                <c:pt idx="234">
                  <c:v>19.936</c:v>
                </c:pt>
                <c:pt idx="235">
                  <c:v>19.940000000000001</c:v>
                </c:pt>
                <c:pt idx="236">
                  <c:v>19.943999999999999</c:v>
                </c:pt>
                <c:pt idx="237">
                  <c:v>19.948</c:v>
                </c:pt>
                <c:pt idx="238">
                  <c:v>19.952000000000002</c:v>
                </c:pt>
                <c:pt idx="239">
                  <c:v>19.956</c:v>
                </c:pt>
                <c:pt idx="240">
                  <c:v>19.96</c:v>
                </c:pt>
                <c:pt idx="241">
                  <c:v>19.963999999999999</c:v>
                </c:pt>
                <c:pt idx="242">
                  <c:v>19.968</c:v>
                </c:pt>
                <c:pt idx="243">
                  <c:v>19.972000000000001</c:v>
                </c:pt>
                <c:pt idx="244">
                  <c:v>19.975999999999999</c:v>
                </c:pt>
                <c:pt idx="245">
                  <c:v>19.98</c:v>
                </c:pt>
                <c:pt idx="246">
                  <c:v>19.984000000000002</c:v>
                </c:pt>
                <c:pt idx="247">
                  <c:v>19.988</c:v>
                </c:pt>
                <c:pt idx="248">
                  <c:v>19.992000000000001</c:v>
                </c:pt>
                <c:pt idx="249">
                  <c:v>19.995999999999999</c:v>
                </c:pt>
                <c:pt idx="250">
                  <c:v>20</c:v>
                </c:pt>
                <c:pt idx="251">
                  <c:v>20.004000000000001</c:v>
                </c:pt>
                <c:pt idx="252">
                  <c:v>20.007999999999999</c:v>
                </c:pt>
                <c:pt idx="253">
                  <c:v>20.012</c:v>
                </c:pt>
                <c:pt idx="254">
                  <c:v>20.015999999999998</c:v>
                </c:pt>
                <c:pt idx="255">
                  <c:v>20.02</c:v>
                </c:pt>
                <c:pt idx="256">
                  <c:v>20.024000000000001</c:v>
                </c:pt>
                <c:pt idx="257">
                  <c:v>20.027999999999999</c:v>
                </c:pt>
                <c:pt idx="258">
                  <c:v>20.032</c:v>
                </c:pt>
                <c:pt idx="259">
                  <c:v>20.036000000000001</c:v>
                </c:pt>
                <c:pt idx="260">
                  <c:v>20.04</c:v>
                </c:pt>
                <c:pt idx="261">
                  <c:v>20.044</c:v>
                </c:pt>
                <c:pt idx="262">
                  <c:v>20.047999999999998</c:v>
                </c:pt>
                <c:pt idx="263">
                  <c:v>20.052</c:v>
                </c:pt>
                <c:pt idx="264">
                  <c:v>20.056000000000001</c:v>
                </c:pt>
                <c:pt idx="265">
                  <c:v>20.059999999999999</c:v>
                </c:pt>
                <c:pt idx="266">
                  <c:v>20.064</c:v>
                </c:pt>
                <c:pt idx="267">
                  <c:v>20.068000000000001</c:v>
                </c:pt>
                <c:pt idx="268">
                  <c:v>20.071999999999999</c:v>
                </c:pt>
                <c:pt idx="269">
                  <c:v>20.076000000000001</c:v>
                </c:pt>
                <c:pt idx="270">
                  <c:v>20.079999999999998</c:v>
                </c:pt>
                <c:pt idx="271">
                  <c:v>20.084</c:v>
                </c:pt>
                <c:pt idx="272">
                  <c:v>20.088000000000001</c:v>
                </c:pt>
                <c:pt idx="273">
                  <c:v>20.091999999999999</c:v>
                </c:pt>
                <c:pt idx="274">
                  <c:v>20.096</c:v>
                </c:pt>
                <c:pt idx="275">
                  <c:v>20.100000000000001</c:v>
                </c:pt>
                <c:pt idx="276">
                  <c:v>20.103999999999999</c:v>
                </c:pt>
                <c:pt idx="277">
                  <c:v>20.108000000000001</c:v>
                </c:pt>
                <c:pt idx="278">
                  <c:v>20.111999999999998</c:v>
                </c:pt>
                <c:pt idx="279">
                  <c:v>20.116</c:v>
                </c:pt>
                <c:pt idx="280">
                  <c:v>20.12</c:v>
                </c:pt>
                <c:pt idx="281">
                  <c:v>20.123999999999999</c:v>
                </c:pt>
                <c:pt idx="282">
                  <c:v>20.128</c:v>
                </c:pt>
                <c:pt idx="283">
                  <c:v>20.132000000000001</c:v>
                </c:pt>
                <c:pt idx="284">
                  <c:v>20.135999999999999</c:v>
                </c:pt>
                <c:pt idx="285">
                  <c:v>20.14</c:v>
                </c:pt>
                <c:pt idx="286">
                  <c:v>20.143999999999998</c:v>
                </c:pt>
                <c:pt idx="287">
                  <c:v>20.148</c:v>
                </c:pt>
                <c:pt idx="288">
                  <c:v>20.152000000000001</c:v>
                </c:pt>
                <c:pt idx="289">
                  <c:v>20.155999999999999</c:v>
                </c:pt>
                <c:pt idx="290">
                  <c:v>20.16</c:v>
                </c:pt>
                <c:pt idx="291">
                  <c:v>20.164000000000001</c:v>
                </c:pt>
                <c:pt idx="292">
                  <c:v>20.167999999999999</c:v>
                </c:pt>
                <c:pt idx="293">
                  <c:v>20.172000000000001</c:v>
                </c:pt>
                <c:pt idx="294">
                  <c:v>20.175999999999998</c:v>
                </c:pt>
                <c:pt idx="295">
                  <c:v>20.18</c:v>
                </c:pt>
                <c:pt idx="296">
                  <c:v>20.184000000000001</c:v>
                </c:pt>
                <c:pt idx="297">
                  <c:v>20.187999999999999</c:v>
                </c:pt>
                <c:pt idx="298">
                  <c:v>20.192</c:v>
                </c:pt>
                <c:pt idx="299">
                  <c:v>20.196000000000002</c:v>
                </c:pt>
                <c:pt idx="300">
                  <c:v>20.2</c:v>
                </c:pt>
                <c:pt idx="301">
                  <c:v>20.204000000000001</c:v>
                </c:pt>
                <c:pt idx="302">
                  <c:v>20.207999999999998</c:v>
                </c:pt>
                <c:pt idx="303">
                  <c:v>20.212</c:v>
                </c:pt>
                <c:pt idx="304">
                  <c:v>20.216000000000001</c:v>
                </c:pt>
                <c:pt idx="305">
                  <c:v>20.22</c:v>
                </c:pt>
                <c:pt idx="306">
                  <c:v>20.224</c:v>
                </c:pt>
                <c:pt idx="307">
                  <c:v>20.228000000000002</c:v>
                </c:pt>
                <c:pt idx="308">
                  <c:v>20.231999999999999</c:v>
                </c:pt>
                <c:pt idx="309">
                  <c:v>20.236000000000001</c:v>
                </c:pt>
                <c:pt idx="310">
                  <c:v>20.239999999999998</c:v>
                </c:pt>
                <c:pt idx="311">
                  <c:v>20.244</c:v>
                </c:pt>
                <c:pt idx="312">
                  <c:v>20.248000000000001</c:v>
                </c:pt>
                <c:pt idx="313">
                  <c:v>20.251999999999999</c:v>
                </c:pt>
                <c:pt idx="314">
                  <c:v>20.256</c:v>
                </c:pt>
                <c:pt idx="315">
                  <c:v>20.260000000000002</c:v>
                </c:pt>
                <c:pt idx="316">
                  <c:v>20.263999999999999</c:v>
                </c:pt>
                <c:pt idx="317">
                  <c:v>20.268000000000001</c:v>
                </c:pt>
                <c:pt idx="318">
                  <c:v>20.271999999999998</c:v>
                </c:pt>
                <c:pt idx="319">
                  <c:v>20.276</c:v>
                </c:pt>
                <c:pt idx="320">
                  <c:v>20.28</c:v>
                </c:pt>
                <c:pt idx="321">
                  <c:v>20.283999999999999</c:v>
                </c:pt>
                <c:pt idx="322">
                  <c:v>20.288</c:v>
                </c:pt>
                <c:pt idx="323">
                  <c:v>20.292000000000002</c:v>
                </c:pt>
                <c:pt idx="324">
                  <c:v>20.295999999999999</c:v>
                </c:pt>
                <c:pt idx="325">
                  <c:v>20.3</c:v>
                </c:pt>
                <c:pt idx="326">
                  <c:v>20.303999999999998</c:v>
                </c:pt>
                <c:pt idx="327">
                  <c:v>20.308</c:v>
                </c:pt>
                <c:pt idx="328">
                  <c:v>20.312000000000001</c:v>
                </c:pt>
                <c:pt idx="329">
                  <c:v>20.315999999999999</c:v>
                </c:pt>
                <c:pt idx="330">
                  <c:v>20.32</c:v>
                </c:pt>
                <c:pt idx="331">
                  <c:v>20.324000000000002</c:v>
                </c:pt>
                <c:pt idx="332">
                  <c:v>20.327999999999999</c:v>
                </c:pt>
                <c:pt idx="333">
                  <c:v>20.332000000000001</c:v>
                </c:pt>
                <c:pt idx="334">
                  <c:v>20.335999999999999</c:v>
                </c:pt>
                <c:pt idx="335">
                  <c:v>20.34</c:v>
                </c:pt>
                <c:pt idx="336">
                  <c:v>20.344000000000001</c:v>
                </c:pt>
                <c:pt idx="337">
                  <c:v>20.347999999999999</c:v>
                </c:pt>
                <c:pt idx="338">
                  <c:v>20.352</c:v>
                </c:pt>
                <c:pt idx="339">
                  <c:v>20.356000000000002</c:v>
                </c:pt>
                <c:pt idx="340">
                  <c:v>20.36</c:v>
                </c:pt>
                <c:pt idx="341">
                  <c:v>20.364000000000001</c:v>
                </c:pt>
                <c:pt idx="342">
                  <c:v>20.367999999999999</c:v>
                </c:pt>
                <c:pt idx="343">
                  <c:v>20.372</c:v>
                </c:pt>
                <c:pt idx="344">
                  <c:v>20.376000000000001</c:v>
                </c:pt>
                <c:pt idx="345">
                  <c:v>20.38</c:v>
                </c:pt>
                <c:pt idx="346">
                  <c:v>20.384</c:v>
                </c:pt>
                <c:pt idx="347">
                  <c:v>20.388000000000002</c:v>
                </c:pt>
                <c:pt idx="348">
                  <c:v>20.391999999999999</c:v>
                </c:pt>
                <c:pt idx="349">
                  <c:v>20.396000000000001</c:v>
                </c:pt>
                <c:pt idx="350">
                  <c:v>20.399999999999999</c:v>
                </c:pt>
                <c:pt idx="351">
                  <c:v>20.404</c:v>
                </c:pt>
                <c:pt idx="352">
                  <c:v>20.408000000000001</c:v>
                </c:pt>
                <c:pt idx="353">
                  <c:v>20.411999999999999</c:v>
                </c:pt>
                <c:pt idx="354">
                  <c:v>20.416</c:v>
                </c:pt>
                <c:pt idx="355">
                  <c:v>20.420000000000002</c:v>
                </c:pt>
                <c:pt idx="356">
                  <c:v>20.423999999999999</c:v>
                </c:pt>
                <c:pt idx="357">
                  <c:v>20.428000000000001</c:v>
                </c:pt>
                <c:pt idx="358">
                  <c:v>20.431999999999999</c:v>
                </c:pt>
                <c:pt idx="359">
                  <c:v>20.436</c:v>
                </c:pt>
                <c:pt idx="360">
                  <c:v>20.440000000000001</c:v>
                </c:pt>
                <c:pt idx="361">
                  <c:v>20.443999999999999</c:v>
                </c:pt>
                <c:pt idx="362">
                  <c:v>20.448</c:v>
                </c:pt>
                <c:pt idx="363">
                  <c:v>20.452000000000002</c:v>
                </c:pt>
                <c:pt idx="364">
                  <c:v>20.456</c:v>
                </c:pt>
                <c:pt idx="365">
                  <c:v>20.46</c:v>
                </c:pt>
                <c:pt idx="366">
                  <c:v>20.463999999999999</c:v>
                </c:pt>
                <c:pt idx="367">
                  <c:v>20.468</c:v>
                </c:pt>
                <c:pt idx="368">
                  <c:v>20.472000000000001</c:v>
                </c:pt>
                <c:pt idx="369">
                  <c:v>20.475999999999999</c:v>
                </c:pt>
                <c:pt idx="370">
                  <c:v>20.48</c:v>
                </c:pt>
                <c:pt idx="371">
                  <c:v>20.484000000000002</c:v>
                </c:pt>
                <c:pt idx="372">
                  <c:v>20.488</c:v>
                </c:pt>
                <c:pt idx="373">
                  <c:v>20.492000000000001</c:v>
                </c:pt>
                <c:pt idx="374">
                  <c:v>20.495999999999999</c:v>
                </c:pt>
                <c:pt idx="375">
                  <c:v>20.5</c:v>
                </c:pt>
                <c:pt idx="376">
                  <c:v>20.504000000000001</c:v>
                </c:pt>
                <c:pt idx="377">
                  <c:v>20.507999999999999</c:v>
                </c:pt>
                <c:pt idx="378">
                  <c:v>20.512</c:v>
                </c:pt>
                <c:pt idx="379">
                  <c:v>20.515999999999998</c:v>
                </c:pt>
                <c:pt idx="380">
                  <c:v>20.52</c:v>
                </c:pt>
                <c:pt idx="381">
                  <c:v>20.524000000000001</c:v>
                </c:pt>
                <c:pt idx="382">
                  <c:v>20.527999999999999</c:v>
                </c:pt>
                <c:pt idx="383">
                  <c:v>20.532</c:v>
                </c:pt>
                <c:pt idx="384">
                  <c:v>20.536000000000001</c:v>
                </c:pt>
                <c:pt idx="385">
                  <c:v>20.54</c:v>
                </c:pt>
                <c:pt idx="386">
                  <c:v>20.544</c:v>
                </c:pt>
                <c:pt idx="387">
                  <c:v>20.547999999999998</c:v>
                </c:pt>
                <c:pt idx="388">
                  <c:v>20.552</c:v>
                </c:pt>
                <c:pt idx="389">
                  <c:v>20.556000000000001</c:v>
                </c:pt>
                <c:pt idx="390">
                  <c:v>20.56</c:v>
                </c:pt>
                <c:pt idx="391">
                  <c:v>20.564</c:v>
                </c:pt>
                <c:pt idx="392">
                  <c:v>20.568000000000001</c:v>
                </c:pt>
                <c:pt idx="393">
                  <c:v>20.571999999999999</c:v>
                </c:pt>
                <c:pt idx="394">
                  <c:v>20.576000000000001</c:v>
                </c:pt>
                <c:pt idx="395">
                  <c:v>20.58</c:v>
                </c:pt>
                <c:pt idx="396">
                  <c:v>20.584</c:v>
                </c:pt>
                <c:pt idx="397">
                  <c:v>20.588000000000001</c:v>
                </c:pt>
                <c:pt idx="398">
                  <c:v>20.591999999999999</c:v>
                </c:pt>
                <c:pt idx="399">
                  <c:v>20.596</c:v>
                </c:pt>
                <c:pt idx="400">
                  <c:v>20.6</c:v>
                </c:pt>
                <c:pt idx="401">
                  <c:v>20.603999999999999</c:v>
                </c:pt>
                <c:pt idx="402">
                  <c:v>20.608000000000001</c:v>
                </c:pt>
                <c:pt idx="403">
                  <c:v>20.611999999999998</c:v>
                </c:pt>
                <c:pt idx="404">
                  <c:v>20.616</c:v>
                </c:pt>
                <c:pt idx="405">
                  <c:v>20.62</c:v>
                </c:pt>
                <c:pt idx="406">
                  <c:v>20.623999999999999</c:v>
                </c:pt>
                <c:pt idx="407">
                  <c:v>20.628</c:v>
                </c:pt>
                <c:pt idx="408">
                  <c:v>20.632000000000001</c:v>
                </c:pt>
                <c:pt idx="409">
                  <c:v>20.635999999999999</c:v>
                </c:pt>
                <c:pt idx="410">
                  <c:v>20.64</c:v>
                </c:pt>
                <c:pt idx="411">
                  <c:v>20.643999999999998</c:v>
                </c:pt>
                <c:pt idx="412">
                  <c:v>20.648</c:v>
                </c:pt>
                <c:pt idx="413">
                  <c:v>20.652000000000001</c:v>
                </c:pt>
                <c:pt idx="414">
                  <c:v>20.655999999999999</c:v>
                </c:pt>
                <c:pt idx="415">
                  <c:v>20.66</c:v>
                </c:pt>
                <c:pt idx="416">
                  <c:v>20.664000000000001</c:v>
                </c:pt>
                <c:pt idx="417">
                  <c:v>20.667999999999999</c:v>
                </c:pt>
                <c:pt idx="418">
                  <c:v>20.672000000000001</c:v>
                </c:pt>
                <c:pt idx="419">
                  <c:v>20.675999999999998</c:v>
                </c:pt>
                <c:pt idx="420">
                  <c:v>20.68</c:v>
                </c:pt>
                <c:pt idx="421">
                  <c:v>20.684000000000001</c:v>
                </c:pt>
                <c:pt idx="422">
                  <c:v>20.687999999999999</c:v>
                </c:pt>
                <c:pt idx="423">
                  <c:v>20.692</c:v>
                </c:pt>
                <c:pt idx="424">
                  <c:v>20.696000000000002</c:v>
                </c:pt>
                <c:pt idx="425">
                  <c:v>20.7</c:v>
                </c:pt>
                <c:pt idx="426">
                  <c:v>20.704000000000001</c:v>
                </c:pt>
                <c:pt idx="427">
                  <c:v>20.707999999999998</c:v>
                </c:pt>
                <c:pt idx="428">
                  <c:v>20.712</c:v>
                </c:pt>
                <c:pt idx="429">
                  <c:v>20.716000000000001</c:v>
                </c:pt>
                <c:pt idx="430">
                  <c:v>20.72</c:v>
                </c:pt>
                <c:pt idx="431">
                  <c:v>20.724</c:v>
                </c:pt>
                <c:pt idx="432">
                  <c:v>20.728000000000002</c:v>
                </c:pt>
                <c:pt idx="433">
                  <c:v>20.731999999999999</c:v>
                </c:pt>
                <c:pt idx="434">
                  <c:v>20.736000000000001</c:v>
                </c:pt>
                <c:pt idx="435">
                  <c:v>20.74</c:v>
                </c:pt>
                <c:pt idx="436">
                  <c:v>20.744</c:v>
                </c:pt>
                <c:pt idx="437">
                  <c:v>20.748000000000001</c:v>
                </c:pt>
                <c:pt idx="438">
                  <c:v>20.751999999999999</c:v>
                </c:pt>
                <c:pt idx="439">
                  <c:v>20.756</c:v>
                </c:pt>
                <c:pt idx="440">
                  <c:v>20.76</c:v>
                </c:pt>
                <c:pt idx="441">
                  <c:v>20.763999999999999</c:v>
                </c:pt>
                <c:pt idx="442">
                  <c:v>20.768000000000001</c:v>
                </c:pt>
                <c:pt idx="443">
                  <c:v>20.771999999999998</c:v>
                </c:pt>
                <c:pt idx="444">
                  <c:v>20.776</c:v>
                </c:pt>
                <c:pt idx="445">
                  <c:v>20.78</c:v>
                </c:pt>
                <c:pt idx="446">
                  <c:v>20.783999999999999</c:v>
                </c:pt>
                <c:pt idx="447">
                  <c:v>20.788</c:v>
                </c:pt>
                <c:pt idx="448">
                  <c:v>20.792000000000002</c:v>
                </c:pt>
                <c:pt idx="449">
                  <c:v>20.795999999999999</c:v>
                </c:pt>
                <c:pt idx="450">
                  <c:v>20.8</c:v>
                </c:pt>
                <c:pt idx="451">
                  <c:v>20.803999999999998</c:v>
                </c:pt>
                <c:pt idx="452">
                  <c:v>20.808</c:v>
                </c:pt>
                <c:pt idx="453">
                  <c:v>20.812000000000001</c:v>
                </c:pt>
                <c:pt idx="454">
                  <c:v>20.815999999999999</c:v>
                </c:pt>
                <c:pt idx="455">
                  <c:v>20.82</c:v>
                </c:pt>
                <c:pt idx="456">
                  <c:v>20.824000000000002</c:v>
                </c:pt>
                <c:pt idx="457">
                  <c:v>20.827999999999999</c:v>
                </c:pt>
                <c:pt idx="458">
                  <c:v>20.832000000000001</c:v>
                </c:pt>
                <c:pt idx="459">
                  <c:v>20.835999999999999</c:v>
                </c:pt>
                <c:pt idx="460">
                  <c:v>20.84</c:v>
                </c:pt>
                <c:pt idx="461">
                  <c:v>20.844000000000001</c:v>
                </c:pt>
                <c:pt idx="462">
                  <c:v>20.847999999999999</c:v>
                </c:pt>
                <c:pt idx="463">
                  <c:v>20.852</c:v>
                </c:pt>
                <c:pt idx="464">
                  <c:v>20.856000000000002</c:v>
                </c:pt>
                <c:pt idx="465">
                  <c:v>20.86</c:v>
                </c:pt>
                <c:pt idx="466">
                  <c:v>20.864000000000001</c:v>
                </c:pt>
                <c:pt idx="467">
                  <c:v>20.867999999999999</c:v>
                </c:pt>
                <c:pt idx="468">
                  <c:v>20.872</c:v>
                </c:pt>
                <c:pt idx="469">
                  <c:v>20.876000000000001</c:v>
                </c:pt>
                <c:pt idx="470">
                  <c:v>20.88</c:v>
                </c:pt>
                <c:pt idx="471">
                  <c:v>20.884</c:v>
                </c:pt>
                <c:pt idx="472">
                  <c:v>20.888000000000002</c:v>
                </c:pt>
                <c:pt idx="473">
                  <c:v>20.891999999999999</c:v>
                </c:pt>
                <c:pt idx="474">
                  <c:v>20.896000000000001</c:v>
                </c:pt>
                <c:pt idx="475">
                  <c:v>20.9</c:v>
                </c:pt>
                <c:pt idx="476">
                  <c:v>20.904</c:v>
                </c:pt>
                <c:pt idx="477">
                  <c:v>20.908000000000001</c:v>
                </c:pt>
                <c:pt idx="478">
                  <c:v>20.911999999999999</c:v>
                </c:pt>
                <c:pt idx="479">
                  <c:v>20.916</c:v>
                </c:pt>
                <c:pt idx="480">
                  <c:v>20.92</c:v>
                </c:pt>
                <c:pt idx="481">
                  <c:v>20.923999999999999</c:v>
                </c:pt>
                <c:pt idx="482">
                  <c:v>20.928000000000001</c:v>
                </c:pt>
                <c:pt idx="483">
                  <c:v>20.931999999999999</c:v>
                </c:pt>
                <c:pt idx="484">
                  <c:v>20.936</c:v>
                </c:pt>
                <c:pt idx="485">
                  <c:v>20.94</c:v>
                </c:pt>
                <c:pt idx="486">
                  <c:v>20.943999999999999</c:v>
                </c:pt>
                <c:pt idx="487">
                  <c:v>20.948</c:v>
                </c:pt>
                <c:pt idx="488">
                  <c:v>20.952000000000002</c:v>
                </c:pt>
                <c:pt idx="489">
                  <c:v>20.956</c:v>
                </c:pt>
                <c:pt idx="490">
                  <c:v>20.96</c:v>
                </c:pt>
                <c:pt idx="491">
                  <c:v>20.963999999999999</c:v>
                </c:pt>
                <c:pt idx="492">
                  <c:v>20.968</c:v>
                </c:pt>
                <c:pt idx="493">
                  <c:v>20.972000000000001</c:v>
                </c:pt>
                <c:pt idx="494">
                  <c:v>20.975999999999999</c:v>
                </c:pt>
                <c:pt idx="495">
                  <c:v>20.98</c:v>
                </c:pt>
                <c:pt idx="496">
                  <c:v>20.984000000000002</c:v>
                </c:pt>
                <c:pt idx="497">
                  <c:v>20.988</c:v>
                </c:pt>
                <c:pt idx="498">
                  <c:v>20.992000000000001</c:v>
                </c:pt>
                <c:pt idx="499">
                  <c:v>20.995999999999999</c:v>
                </c:pt>
                <c:pt idx="500">
                  <c:v>21</c:v>
                </c:pt>
                <c:pt idx="501">
                  <c:v>21.004000000000001</c:v>
                </c:pt>
                <c:pt idx="502">
                  <c:v>21.007999999999999</c:v>
                </c:pt>
                <c:pt idx="503">
                  <c:v>21.012</c:v>
                </c:pt>
                <c:pt idx="504">
                  <c:v>21.015999999999998</c:v>
                </c:pt>
                <c:pt idx="505">
                  <c:v>21.02</c:v>
                </c:pt>
                <c:pt idx="506">
                  <c:v>21.024000000000001</c:v>
                </c:pt>
                <c:pt idx="507">
                  <c:v>21.027999999999999</c:v>
                </c:pt>
                <c:pt idx="508">
                  <c:v>21.032</c:v>
                </c:pt>
                <c:pt idx="509">
                  <c:v>21.036000000000001</c:v>
                </c:pt>
                <c:pt idx="510">
                  <c:v>21.04</c:v>
                </c:pt>
                <c:pt idx="511">
                  <c:v>21.044</c:v>
                </c:pt>
                <c:pt idx="512">
                  <c:v>21.047999999999998</c:v>
                </c:pt>
                <c:pt idx="513">
                  <c:v>21.052</c:v>
                </c:pt>
                <c:pt idx="514">
                  <c:v>21.056000000000001</c:v>
                </c:pt>
                <c:pt idx="515">
                  <c:v>21.06</c:v>
                </c:pt>
                <c:pt idx="516">
                  <c:v>21.064</c:v>
                </c:pt>
                <c:pt idx="517">
                  <c:v>21.068000000000001</c:v>
                </c:pt>
                <c:pt idx="518">
                  <c:v>21.071999999999999</c:v>
                </c:pt>
                <c:pt idx="519">
                  <c:v>21.076000000000001</c:v>
                </c:pt>
                <c:pt idx="520">
                  <c:v>21.08</c:v>
                </c:pt>
                <c:pt idx="521">
                  <c:v>21.084</c:v>
                </c:pt>
                <c:pt idx="522">
                  <c:v>21.088000000000001</c:v>
                </c:pt>
                <c:pt idx="523">
                  <c:v>21.091999999999999</c:v>
                </c:pt>
                <c:pt idx="524">
                  <c:v>21.096</c:v>
                </c:pt>
                <c:pt idx="525">
                  <c:v>21.1</c:v>
                </c:pt>
                <c:pt idx="526">
                  <c:v>21.103999999999999</c:v>
                </c:pt>
                <c:pt idx="527">
                  <c:v>21.108000000000001</c:v>
                </c:pt>
                <c:pt idx="528">
                  <c:v>21.111999999999998</c:v>
                </c:pt>
                <c:pt idx="529">
                  <c:v>21.116</c:v>
                </c:pt>
                <c:pt idx="530">
                  <c:v>21.12</c:v>
                </c:pt>
                <c:pt idx="531">
                  <c:v>21.123999999999999</c:v>
                </c:pt>
                <c:pt idx="532">
                  <c:v>21.128</c:v>
                </c:pt>
                <c:pt idx="533">
                  <c:v>21.132000000000001</c:v>
                </c:pt>
                <c:pt idx="534">
                  <c:v>21.135999999999999</c:v>
                </c:pt>
                <c:pt idx="535">
                  <c:v>21.14</c:v>
                </c:pt>
                <c:pt idx="536">
                  <c:v>21.143999999999998</c:v>
                </c:pt>
                <c:pt idx="537">
                  <c:v>21.148</c:v>
                </c:pt>
                <c:pt idx="538">
                  <c:v>21.152000000000001</c:v>
                </c:pt>
                <c:pt idx="539">
                  <c:v>21.155999999999999</c:v>
                </c:pt>
                <c:pt idx="540">
                  <c:v>21.16</c:v>
                </c:pt>
                <c:pt idx="541">
                  <c:v>21.164000000000001</c:v>
                </c:pt>
                <c:pt idx="542">
                  <c:v>21.167999999999999</c:v>
                </c:pt>
                <c:pt idx="543">
                  <c:v>21.172000000000001</c:v>
                </c:pt>
                <c:pt idx="544">
                  <c:v>21.175999999999998</c:v>
                </c:pt>
                <c:pt idx="545">
                  <c:v>21.18</c:v>
                </c:pt>
                <c:pt idx="546">
                  <c:v>21.184000000000001</c:v>
                </c:pt>
                <c:pt idx="547">
                  <c:v>21.187999999999999</c:v>
                </c:pt>
                <c:pt idx="548">
                  <c:v>21.192</c:v>
                </c:pt>
                <c:pt idx="549">
                  <c:v>21.196000000000002</c:v>
                </c:pt>
                <c:pt idx="550">
                  <c:v>21.2</c:v>
                </c:pt>
                <c:pt idx="551">
                  <c:v>21.204000000000001</c:v>
                </c:pt>
                <c:pt idx="552">
                  <c:v>21.207999999999998</c:v>
                </c:pt>
                <c:pt idx="553">
                  <c:v>21.212</c:v>
                </c:pt>
                <c:pt idx="554">
                  <c:v>21.216000000000001</c:v>
                </c:pt>
                <c:pt idx="555">
                  <c:v>21.22</c:v>
                </c:pt>
                <c:pt idx="556">
                  <c:v>21.224</c:v>
                </c:pt>
                <c:pt idx="557">
                  <c:v>21.228000000000002</c:v>
                </c:pt>
                <c:pt idx="558">
                  <c:v>21.231999999999999</c:v>
                </c:pt>
                <c:pt idx="559">
                  <c:v>21.236000000000001</c:v>
                </c:pt>
                <c:pt idx="560">
                  <c:v>21.24</c:v>
                </c:pt>
                <c:pt idx="561">
                  <c:v>21.244</c:v>
                </c:pt>
                <c:pt idx="562">
                  <c:v>21.248000000000001</c:v>
                </c:pt>
                <c:pt idx="563">
                  <c:v>21.251999999999999</c:v>
                </c:pt>
                <c:pt idx="564">
                  <c:v>21.256</c:v>
                </c:pt>
                <c:pt idx="565">
                  <c:v>21.26</c:v>
                </c:pt>
                <c:pt idx="566">
                  <c:v>21.263999999999999</c:v>
                </c:pt>
                <c:pt idx="567">
                  <c:v>21.268000000000001</c:v>
                </c:pt>
                <c:pt idx="568">
                  <c:v>21.271999999999998</c:v>
                </c:pt>
                <c:pt idx="569">
                  <c:v>21.276</c:v>
                </c:pt>
                <c:pt idx="570">
                  <c:v>21.28</c:v>
                </c:pt>
                <c:pt idx="571">
                  <c:v>21.283999999999999</c:v>
                </c:pt>
                <c:pt idx="572">
                  <c:v>21.288</c:v>
                </c:pt>
                <c:pt idx="573">
                  <c:v>21.292000000000002</c:v>
                </c:pt>
                <c:pt idx="574">
                  <c:v>21.295999999999999</c:v>
                </c:pt>
                <c:pt idx="575">
                  <c:v>21.3</c:v>
                </c:pt>
                <c:pt idx="576">
                  <c:v>21.303999999999998</c:v>
                </c:pt>
                <c:pt idx="577">
                  <c:v>21.308</c:v>
                </c:pt>
                <c:pt idx="578">
                  <c:v>21.312000000000001</c:v>
                </c:pt>
                <c:pt idx="579">
                  <c:v>21.315999999999999</c:v>
                </c:pt>
                <c:pt idx="580">
                  <c:v>21.32</c:v>
                </c:pt>
                <c:pt idx="581">
                  <c:v>21.324000000000002</c:v>
                </c:pt>
                <c:pt idx="582">
                  <c:v>21.327999999999999</c:v>
                </c:pt>
                <c:pt idx="583">
                  <c:v>21.332000000000001</c:v>
                </c:pt>
                <c:pt idx="584">
                  <c:v>21.335999999999999</c:v>
                </c:pt>
                <c:pt idx="585">
                  <c:v>21.34</c:v>
                </c:pt>
                <c:pt idx="586">
                  <c:v>21.344000000000001</c:v>
                </c:pt>
                <c:pt idx="587">
                  <c:v>21.347999999999999</c:v>
                </c:pt>
                <c:pt idx="588">
                  <c:v>21.352</c:v>
                </c:pt>
                <c:pt idx="589">
                  <c:v>21.356000000000002</c:v>
                </c:pt>
                <c:pt idx="590">
                  <c:v>21.36</c:v>
                </c:pt>
                <c:pt idx="591">
                  <c:v>21.364000000000001</c:v>
                </c:pt>
                <c:pt idx="592">
                  <c:v>21.367999999999999</c:v>
                </c:pt>
                <c:pt idx="593">
                  <c:v>21.372</c:v>
                </c:pt>
                <c:pt idx="594">
                  <c:v>21.376000000000001</c:v>
                </c:pt>
                <c:pt idx="595">
                  <c:v>21.38</c:v>
                </c:pt>
                <c:pt idx="596">
                  <c:v>21.384</c:v>
                </c:pt>
                <c:pt idx="597">
                  <c:v>21.388000000000002</c:v>
                </c:pt>
                <c:pt idx="598">
                  <c:v>21.391999999999999</c:v>
                </c:pt>
                <c:pt idx="599">
                  <c:v>21.396000000000001</c:v>
                </c:pt>
                <c:pt idx="600">
                  <c:v>21.4</c:v>
                </c:pt>
                <c:pt idx="601">
                  <c:v>21.404</c:v>
                </c:pt>
                <c:pt idx="602">
                  <c:v>21.408000000000001</c:v>
                </c:pt>
                <c:pt idx="603">
                  <c:v>21.411999999999999</c:v>
                </c:pt>
                <c:pt idx="604">
                  <c:v>21.416</c:v>
                </c:pt>
                <c:pt idx="605">
                  <c:v>21.42</c:v>
                </c:pt>
                <c:pt idx="606">
                  <c:v>21.423999999999999</c:v>
                </c:pt>
                <c:pt idx="607">
                  <c:v>21.428000000000001</c:v>
                </c:pt>
                <c:pt idx="608">
                  <c:v>21.431999999999999</c:v>
                </c:pt>
                <c:pt idx="609">
                  <c:v>21.436</c:v>
                </c:pt>
                <c:pt idx="610">
                  <c:v>21.44</c:v>
                </c:pt>
                <c:pt idx="611">
                  <c:v>21.443999999999999</c:v>
                </c:pt>
                <c:pt idx="612">
                  <c:v>21.448</c:v>
                </c:pt>
                <c:pt idx="613">
                  <c:v>21.452000000000002</c:v>
                </c:pt>
                <c:pt idx="614">
                  <c:v>21.456</c:v>
                </c:pt>
                <c:pt idx="615">
                  <c:v>21.46</c:v>
                </c:pt>
                <c:pt idx="616">
                  <c:v>21.463999999999999</c:v>
                </c:pt>
                <c:pt idx="617">
                  <c:v>21.468</c:v>
                </c:pt>
                <c:pt idx="618">
                  <c:v>21.472000000000001</c:v>
                </c:pt>
                <c:pt idx="619">
                  <c:v>21.475999999999999</c:v>
                </c:pt>
                <c:pt idx="620">
                  <c:v>21.48</c:v>
                </c:pt>
                <c:pt idx="621">
                  <c:v>21.484000000000002</c:v>
                </c:pt>
                <c:pt idx="622">
                  <c:v>21.488</c:v>
                </c:pt>
                <c:pt idx="623">
                  <c:v>21.492000000000001</c:v>
                </c:pt>
                <c:pt idx="624">
                  <c:v>21.495999999999999</c:v>
                </c:pt>
                <c:pt idx="625">
                  <c:v>21.5</c:v>
                </c:pt>
                <c:pt idx="626">
                  <c:v>21.504000000000001</c:v>
                </c:pt>
                <c:pt idx="627">
                  <c:v>21.507999999999999</c:v>
                </c:pt>
                <c:pt idx="628">
                  <c:v>21.512</c:v>
                </c:pt>
                <c:pt idx="629">
                  <c:v>21.515999999999998</c:v>
                </c:pt>
                <c:pt idx="630">
                  <c:v>21.52</c:v>
                </c:pt>
                <c:pt idx="631">
                  <c:v>21.524000000000001</c:v>
                </c:pt>
                <c:pt idx="632">
                  <c:v>21.527999999999999</c:v>
                </c:pt>
                <c:pt idx="633">
                  <c:v>21.532</c:v>
                </c:pt>
                <c:pt idx="634">
                  <c:v>21.536000000000001</c:v>
                </c:pt>
                <c:pt idx="635">
                  <c:v>21.54</c:v>
                </c:pt>
                <c:pt idx="636">
                  <c:v>21.544</c:v>
                </c:pt>
                <c:pt idx="637">
                  <c:v>21.547999999999998</c:v>
                </c:pt>
                <c:pt idx="638">
                  <c:v>21.552</c:v>
                </c:pt>
                <c:pt idx="639">
                  <c:v>21.556000000000001</c:v>
                </c:pt>
                <c:pt idx="640">
                  <c:v>21.56</c:v>
                </c:pt>
                <c:pt idx="641">
                  <c:v>21.564</c:v>
                </c:pt>
                <c:pt idx="642">
                  <c:v>21.568000000000001</c:v>
                </c:pt>
                <c:pt idx="643">
                  <c:v>21.571999999999999</c:v>
                </c:pt>
                <c:pt idx="644">
                  <c:v>21.576000000000001</c:v>
                </c:pt>
                <c:pt idx="645">
                  <c:v>21.58</c:v>
                </c:pt>
                <c:pt idx="646">
                  <c:v>21.584</c:v>
                </c:pt>
                <c:pt idx="647">
                  <c:v>21.588000000000001</c:v>
                </c:pt>
                <c:pt idx="648">
                  <c:v>21.591999999999999</c:v>
                </c:pt>
                <c:pt idx="649">
                  <c:v>21.596</c:v>
                </c:pt>
                <c:pt idx="650">
                  <c:v>21.6</c:v>
                </c:pt>
                <c:pt idx="651">
                  <c:v>21.603999999999999</c:v>
                </c:pt>
                <c:pt idx="652">
                  <c:v>21.608000000000001</c:v>
                </c:pt>
                <c:pt idx="653">
                  <c:v>21.611999999999998</c:v>
                </c:pt>
                <c:pt idx="654">
                  <c:v>21.616</c:v>
                </c:pt>
                <c:pt idx="655">
                  <c:v>21.62</c:v>
                </c:pt>
                <c:pt idx="656">
                  <c:v>21.623999999999999</c:v>
                </c:pt>
                <c:pt idx="657">
                  <c:v>21.628</c:v>
                </c:pt>
                <c:pt idx="658">
                  <c:v>21.632000000000001</c:v>
                </c:pt>
                <c:pt idx="659">
                  <c:v>21.635999999999999</c:v>
                </c:pt>
                <c:pt idx="660">
                  <c:v>21.64</c:v>
                </c:pt>
                <c:pt idx="661">
                  <c:v>21.643999999999998</c:v>
                </c:pt>
                <c:pt idx="662">
                  <c:v>21.648</c:v>
                </c:pt>
                <c:pt idx="663">
                  <c:v>21.652000000000001</c:v>
                </c:pt>
                <c:pt idx="664">
                  <c:v>21.655999999999999</c:v>
                </c:pt>
                <c:pt idx="665">
                  <c:v>21.66</c:v>
                </c:pt>
                <c:pt idx="666">
                  <c:v>21.664000000000001</c:v>
                </c:pt>
                <c:pt idx="667">
                  <c:v>21.667999999999999</c:v>
                </c:pt>
                <c:pt idx="668">
                  <c:v>21.672000000000001</c:v>
                </c:pt>
                <c:pt idx="669">
                  <c:v>21.675999999999998</c:v>
                </c:pt>
                <c:pt idx="670">
                  <c:v>21.68</c:v>
                </c:pt>
                <c:pt idx="671">
                  <c:v>21.684000000000001</c:v>
                </c:pt>
                <c:pt idx="672">
                  <c:v>21.687999999999999</c:v>
                </c:pt>
                <c:pt idx="673">
                  <c:v>21.692</c:v>
                </c:pt>
                <c:pt idx="674">
                  <c:v>21.696000000000002</c:v>
                </c:pt>
                <c:pt idx="675">
                  <c:v>21.7</c:v>
                </c:pt>
                <c:pt idx="676">
                  <c:v>21.704000000000001</c:v>
                </c:pt>
                <c:pt idx="677">
                  <c:v>21.707999999999998</c:v>
                </c:pt>
                <c:pt idx="678">
                  <c:v>21.712</c:v>
                </c:pt>
                <c:pt idx="679">
                  <c:v>21.716000000000001</c:v>
                </c:pt>
                <c:pt idx="680">
                  <c:v>21.72</c:v>
                </c:pt>
                <c:pt idx="681">
                  <c:v>21.724</c:v>
                </c:pt>
                <c:pt idx="682">
                  <c:v>21.728000000000002</c:v>
                </c:pt>
                <c:pt idx="683">
                  <c:v>21.731999999999999</c:v>
                </c:pt>
                <c:pt idx="684">
                  <c:v>21.736000000000001</c:v>
                </c:pt>
                <c:pt idx="685">
                  <c:v>21.74</c:v>
                </c:pt>
                <c:pt idx="686">
                  <c:v>21.744</c:v>
                </c:pt>
                <c:pt idx="687">
                  <c:v>21.748000000000001</c:v>
                </c:pt>
                <c:pt idx="688">
                  <c:v>21.751999999999999</c:v>
                </c:pt>
                <c:pt idx="689">
                  <c:v>21.756</c:v>
                </c:pt>
                <c:pt idx="690">
                  <c:v>21.76</c:v>
                </c:pt>
                <c:pt idx="691">
                  <c:v>21.763999999999999</c:v>
                </c:pt>
                <c:pt idx="692">
                  <c:v>21.768000000000001</c:v>
                </c:pt>
                <c:pt idx="693">
                  <c:v>21.771999999999998</c:v>
                </c:pt>
                <c:pt idx="694">
                  <c:v>21.776</c:v>
                </c:pt>
                <c:pt idx="695">
                  <c:v>21.78</c:v>
                </c:pt>
                <c:pt idx="696">
                  <c:v>21.783999999999999</c:v>
                </c:pt>
                <c:pt idx="697">
                  <c:v>21.788</c:v>
                </c:pt>
                <c:pt idx="698">
                  <c:v>21.792000000000002</c:v>
                </c:pt>
                <c:pt idx="699">
                  <c:v>21.795999999999999</c:v>
                </c:pt>
                <c:pt idx="700">
                  <c:v>21.8</c:v>
                </c:pt>
                <c:pt idx="701">
                  <c:v>21.803999999999998</c:v>
                </c:pt>
                <c:pt idx="702">
                  <c:v>21.808</c:v>
                </c:pt>
                <c:pt idx="703">
                  <c:v>21.812000000000001</c:v>
                </c:pt>
                <c:pt idx="704">
                  <c:v>21.815999999999999</c:v>
                </c:pt>
                <c:pt idx="705">
                  <c:v>21.82</c:v>
                </c:pt>
                <c:pt idx="706">
                  <c:v>21.824000000000002</c:v>
                </c:pt>
                <c:pt idx="707">
                  <c:v>21.827999999999999</c:v>
                </c:pt>
                <c:pt idx="708">
                  <c:v>21.832000000000001</c:v>
                </c:pt>
                <c:pt idx="709">
                  <c:v>21.835999999999999</c:v>
                </c:pt>
                <c:pt idx="710">
                  <c:v>21.84</c:v>
                </c:pt>
                <c:pt idx="711">
                  <c:v>21.844000000000001</c:v>
                </c:pt>
                <c:pt idx="712">
                  <c:v>21.847999999999999</c:v>
                </c:pt>
                <c:pt idx="713">
                  <c:v>21.852</c:v>
                </c:pt>
                <c:pt idx="714">
                  <c:v>21.856000000000002</c:v>
                </c:pt>
                <c:pt idx="715">
                  <c:v>21.86</c:v>
                </c:pt>
                <c:pt idx="716">
                  <c:v>21.864000000000001</c:v>
                </c:pt>
                <c:pt idx="717">
                  <c:v>21.867999999999999</c:v>
                </c:pt>
                <c:pt idx="718">
                  <c:v>21.872</c:v>
                </c:pt>
                <c:pt idx="719">
                  <c:v>21.876000000000001</c:v>
                </c:pt>
                <c:pt idx="720">
                  <c:v>21.88</c:v>
                </c:pt>
                <c:pt idx="721">
                  <c:v>21.884</c:v>
                </c:pt>
                <c:pt idx="722">
                  <c:v>21.888000000000002</c:v>
                </c:pt>
                <c:pt idx="723">
                  <c:v>21.891999999999999</c:v>
                </c:pt>
                <c:pt idx="724">
                  <c:v>21.896000000000001</c:v>
                </c:pt>
                <c:pt idx="725">
                  <c:v>21.9</c:v>
                </c:pt>
                <c:pt idx="726">
                  <c:v>21.904</c:v>
                </c:pt>
                <c:pt idx="727">
                  <c:v>21.908000000000001</c:v>
                </c:pt>
                <c:pt idx="728">
                  <c:v>21.911999999999999</c:v>
                </c:pt>
                <c:pt idx="729">
                  <c:v>21.916</c:v>
                </c:pt>
                <c:pt idx="730">
                  <c:v>21.92</c:v>
                </c:pt>
                <c:pt idx="731">
                  <c:v>21.923999999999999</c:v>
                </c:pt>
                <c:pt idx="732">
                  <c:v>21.928000000000001</c:v>
                </c:pt>
                <c:pt idx="733">
                  <c:v>21.931999999999999</c:v>
                </c:pt>
                <c:pt idx="734">
                  <c:v>21.936</c:v>
                </c:pt>
                <c:pt idx="735">
                  <c:v>21.94</c:v>
                </c:pt>
                <c:pt idx="736">
                  <c:v>21.943999999999999</c:v>
                </c:pt>
                <c:pt idx="737">
                  <c:v>21.948</c:v>
                </c:pt>
                <c:pt idx="738">
                  <c:v>21.952000000000002</c:v>
                </c:pt>
                <c:pt idx="739">
                  <c:v>21.956</c:v>
                </c:pt>
                <c:pt idx="740">
                  <c:v>21.96</c:v>
                </c:pt>
                <c:pt idx="741">
                  <c:v>21.963999999999999</c:v>
                </c:pt>
                <c:pt idx="742">
                  <c:v>21.968</c:v>
                </c:pt>
                <c:pt idx="743">
                  <c:v>21.972000000000001</c:v>
                </c:pt>
                <c:pt idx="744">
                  <c:v>21.975999999999999</c:v>
                </c:pt>
                <c:pt idx="745">
                  <c:v>21.98</c:v>
                </c:pt>
                <c:pt idx="746">
                  <c:v>21.984000000000002</c:v>
                </c:pt>
                <c:pt idx="747">
                  <c:v>21.988</c:v>
                </c:pt>
                <c:pt idx="748">
                  <c:v>21.992000000000001</c:v>
                </c:pt>
                <c:pt idx="749">
                  <c:v>21.995999999999999</c:v>
                </c:pt>
                <c:pt idx="750">
                  <c:v>22</c:v>
                </c:pt>
                <c:pt idx="751">
                  <c:v>22.004000000000001</c:v>
                </c:pt>
                <c:pt idx="752">
                  <c:v>22.007999999999999</c:v>
                </c:pt>
                <c:pt idx="753">
                  <c:v>22.012</c:v>
                </c:pt>
                <c:pt idx="754">
                  <c:v>22.015999999999998</c:v>
                </c:pt>
                <c:pt idx="755">
                  <c:v>22.02</c:v>
                </c:pt>
                <c:pt idx="756">
                  <c:v>22.024000000000001</c:v>
                </c:pt>
                <c:pt idx="757">
                  <c:v>22.027999999999999</c:v>
                </c:pt>
                <c:pt idx="758">
                  <c:v>22.032</c:v>
                </c:pt>
                <c:pt idx="759">
                  <c:v>22.036000000000001</c:v>
                </c:pt>
                <c:pt idx="760">
                  <c:v>22.04</c:v>
                </c:pt>
                <c:pt idx="761">
                  <c:v>22.044</c:v>
                </c:pt>
                <c:pt idx="762">
                  <c:v>22.047999999999998</c:v>
                </c:pt>
                <c:pt idx="763">
                  <c:v>22.052</c:v>
                </c:pt>
                <c:pt idx="764">
                  <c:v>22.056000000000001</c:v>
                </c:pt>
                <c:pt idx="765">
                  <c:v>22.06</c:v>
                </c:pt>
                <c:pt idx="766">
                  <c:v>22.064</c:v>
                </c:pt>
                <c:pt idx="767">
                  <c:v>22.068000000000001</c:v>
                </c:pt>
                <c:pt idx="768">
                  <c:v>22.071999999999999</c:v>
                </c:pt>
                <c:pt idx="769">
                  <c:v>22.076000000000001</c:v>
                </c:pt>
                <c:pt idx="770">
                  <c:v>22.08</c:v>
                </c:pt>
                <c:pt idx="771">
                  <c:v>22.084</c:v>
                </c:pt>
                <c:pt idx="772">
                  <c:v>22.088000000000001</c:v>
                </c:pt>
                <c:pt idx="773">
                  <c:v>22.091999999999999</c:v>
                </c:pt>
                <c:pt idx="774">
                  <c:v>22.096</c:v>
                </c:pt>
                <c:pt idx="775">
                  <c:v>22.1</c:v>
                </c:pt>
                <c:pt idx="776">
                  <c:v>22.103999999999999</c:v>
                </c:pt>
                <c:pt idx="777">
                  <c:v>22.108000000000001</c:v>
                </c:pt>
                <c:pt idx="778">
                  <c:v>22.111999999999998</c:v>
                </c:pt>
                <c:pt idx="779">
                  <c:v>22.116</c:v>
                </c:pt>
                <c:pt idx="780">
                  <c:v>22.12</c:v>
                </c:pt>
                <c:pt idx="781">
                  <c:v>22.123999999999999</c:v>
                </c:pt>
                <c:pt idx="782">
                  <c:v>22.128</c:v>
                </c:pt>
                <c:pt idx="783">
                  <c:v>22.132000000000001</c:v>
                </c:pt>
                <c:pt idx="784">
                  <c:v>22.135999999999999</c:v>
                </c:pt>
                <c:pt idx="785">
                  <c:v>22.14</c:v>
                </c:pt>
                <c:pt idx="786">
                  <c:v>22.143999999999998</c:v>
                </c:pt>
                <c:pt idx="787">
                  <c:v>22.148</c:v>
                </c:pt>
                <c:pt idx="788">
                  <c:v>22.152000000000001</c:v>
                </c:pt>
                <c:pt idx="789">
                  <c:v>22.155999999999999</c:v>
                </c:pt>
                <c:pt idx="790">
                  <c:v>22.16</c:v>
                </c:pt>
                <c:pt idx="791">
                  <c:v>22.164000000000001</c:v>
                </c:pt>
                <c:pt idx="792">
                  <c:v>22.167999999999999</c:v>
                </c:pt>
                <c:pt idx="793">
                  <c:v>22.172000000000001</c:v>
                </c:pt>
                <c:pt idx="794">
                  <c:v>22.175999999999998</c:v>
                </c:pt>
                <c:pt idx="795">
                  <c:v>22.18</c:v>
                </c:pt>
                <c:pt idx="796">
                  <c:v>22.184000000000001</c:v>
                </c:pt>
                <c:pt idx="797">
                  <c:v>22.187999999999999</c:v>
                </c:pt>
                <c:pt idx="798">
                  <c:v>22.192</c:v>
                </c:pt>
                <c:pt idx="799">
                  <c:v>22.196000000000002</c:v>
                </c:pt>
                <c:pt idx="800">
                  <c:v>22.2</c:v>
                </c:pt>
                <c:pt idx="801">
                  <c:v>22.204000000000001</c:v>
                </c:pt>
                <c:pt idx="802">
                  <c:v>22.207999999999998</c:v>
                </c:pt>
                <c:pt idx="803">
                  <c:v>22.212</c:v>
                </c:pt>
                <c:pt idx="804">
                  <c:v>22.216000000000001</c:v>
                </c:pt>
                <c:pt idx="805">
                  <c:v>22.22</c:v>
                </c:pt>
                <c:pt idx="806">
                  <c:v>22.224</c:v>
                </c:pt>
                <c:pt idx="807">
                  <c:v>22.228000000000002</c:v>
                </c:pt>
                <c:pt idx="808">
                  <c:v>22.231999999999999</c:v>
                </c:pt>
                <c:pt idx="809">
                  <c:v>22.236000000000001</c:v>
                </c:pt>
                <c:pt idx="810">
                  <c:v>22.24</c:v>
                </c:pt>
                <c:pt idx="811">
                  <c:v>22.244</c:v>
                </c:pt>
                <c:pt idx="812">
                  <c:v>22.248000000000001</c:v>
                </c:pt>
                <c:pt idx="813">
                  <c:v>22.251999999999999</c:v>
                </c:pt>
                <c:pt idx="814">
                  <c:v>22.256</c:v>
                </c:pt>
                <c:pt idx="815">
                  <c:v>22.26</c:v>
                </c:pt>
                <c:pt idx="816">
                  <c:v>22.263999999999999</c:v>
                </c:pt>
                <c:pt idx="817">
                  <c:v>22.268000000000001</c:v>
                </c:pt>
                <c:pt idx="818">
                  <c:v>22.271999999999998</c:v>
                </c:pt>
                <c:pt idx="819">
                  <c:v>22.276</c:v>
                </c:pt>
                <c:pt idx="820">
                  <c:v>22.28</c:v>
                </c:pt>
                <c:pt idx="821">
                  <c:v>22.283999999999999</c:v>
                </c:pt>
                <c:pt idx="822">
                  <c:v>22.288</c:v>
                </c:pt>
                <c:pt idx="823">
                  <c:v>22.292000000000002</c:v>
                </c:pt>
                <c:pt idx="824">
                  <c:v>22.295999999999999</c:v>
                </c:pt>
                <c:pt idx="825">
                  <c:v>22.3</c:v>
                </c:pt>
                <c:pt idx="826">
                  <c:v>22.303999999999998</c:v>
                </c:pt>
                <c:pt idx="827">
                  <c:v>22.308</c:v>
                </c:pt>
                <c:pt idx="828">
                  <c:v>22.312000000000001</c:v>
                </c:pt>
                <c:pt idx="829">
                  <c:v>22.315999999999999</c:v>
                </c:pt>
                <c:pt idx="830">
                  <c:v>22.32</c:v>
                </c:pt>
                <c:pt idx="831">
                  <c:v>22.324000000000002</c:v>
                </c:pt>
                <c:pt idx="832">
                  <c:v>22.327999999999999</c:v>
                </c:pt>
                <c:pt idx="833">
                  <c:v>22.332000000000001</c:v>
                </c:pt>
                <c:pt idx="834">
                  <c:v>22.335999999999999</c:v>
                </c:pt>
                <c:pt idx="835">
                  <c:v>22.34</c:v>
                </c:pt>
                <c:pt idx="836">
                  <c:v>22.344000000000001</c:v>
                </c:pt>
                <c:pt idx="837">
                  <c:v>22.347999999999999</c:v>
                </c:pt>
                <c:pt idx="838">
                  <c:v>22.352</c:v>
                </c:pt>
                <c:pt idx="839">
                  <c:v>22.356000000000002</c:v>
                </c:pt>
                <c:pt idx="840">
                  <c:v>22.36</c:v>
                </c:pt>
                <c:pt idx="841">
                  <c:v>22.364000000000001</c:v>
                </c:pt>
                <c:pt idx="842">
                  <c:v>22.367999999999999</c:v>
                </c:pt>
                <c:pt idx="843">
                  <c:v>22.372</c:v>
                </c:pt>
                <c:pt idx="844">
                  <c:v>22.376000000000001</c:v>
                </c:pt>
                <c:pt idx="845">
                  <c:v>22.38</c:v>
                </c:pt>
                <c:pt idx="846">
                  <c:v>22.384</c:v>
                </c:pt>
                <c:pt idx="847">
                  <c:v>22.388000000000002</c:v>
                </c:pt>
                <c:pt idx="848">
                  <c:v>22.391999999999999</c:v>
                </c:pt>
                <c:pt idx="849">
                  <c:v>22.396000000000001</c:v>
                </c:pt>
                <c:pt idx="850">
                  <c:v>22.4</c:v>
                </c:pt>
                <c:pt idx="851">
                  <c:v>22.404</c:v>
                </c:pt>
                <c:pt idx="852">
                  <c:v>22.408000000000001</c:v>
                </c:pt>
                <c:pt idx="853">
                  <c:v>22.411999999999999</c:v>
                </c:pt>
                <c:pt idx="854">
                  <c:v>22.416</c:v>
                </c:pt>
                <c:pt idx="855">
                  <c:v>22.42</c:v>
                </c:pt>
                <c:pt idx="856">
                  <c:v>22.423999999999999</c:v>
                </c:pt>
                <c:pt idx="857">
                  <c:v>22.428000000000001</c:v>
                </c:pt>
                <c:pt idx="858">
                  <c:v>22.431999999999999</c:v>
                </c:pt>
                <c:pt idx="859">
                  <c:v>22.436</c:v>
                </c:pt>
                <c:pt idx="860">
                  <c:v>22.44</c:v>
                </c:pt>
                <c:pt idx="861">
                  <c:v>22.443999999999999</c:v>
                </c:pt>
                <c:pt idx="862">
                  <c:v>22.448</c:v>
                </c:pt>
                <c:pt idx="863">
                  <c:v>22.452000000000002</c:v>
                </c:pt>
                <c:pt idx="864">
                  <c:v>22.456</c:v>
                </c:pt>
                <c:pt idx="865">
                  <c:v>22.46</c:v>
                </c:pt>
                <c:pt idx="866">
                  <c:v>22.463999999999999</c:v>
                </c:pt>
                <c:pt idx="867">
                  <c:v>22.468</c:v>
                </c:pt>
                <c:pt idx="868">
                  <c:v>22.472000000000001</c:v>
                </c:pt>
                <c:pt idx="869">
                  <c:v>22.475999999999999</c:v>
                </c:pt>
                <c:pt idx="870">
                  <c:v>22.48</c:v>
                </c:pt>
                <c:pt idx="871">
                  <c:v>22.484000000000002</c:v>
                </c:pt>
                <c:pt idx="872">
                  <c:v>22.488</c:v>
                </c:pt>
                <c:pt idx="873">
                  <c:v>22.492000000000001</c:v>
                </c:pt>
                <c:pt idx="874">
                  <c:v>22.495999999999999</c:v>
                </c:pt>
                <c:pt idx="875">
                  <c:v>22.5</c:v>
                </c:pt>
                <c:pt idx="876">
                  <c:v>22.504000000000001</c:v>
                </c:pt>
                <c:pt idx="877">
                  <c:v>22.507999999999999</c:v>
                </c:pt>
                <c:pt idx="878">
                  <c:v>22.512</c:v>
                </c:pt>
                <c:pt idx="879">
                  <c:v>22.515999999999998</c:v>
                </c:pt>
                <c:pt idx="880">
                  <c:v>22.52</c:v>
                </c:pt>
                <c:pt idx="881">
                  <c:v>22.524000000000001</c:v>
                </c:pt>
                <c:pt idx="882">
                  <c:v>22.527999999999999</c:v>
                </c:pt>
                <c:pt idx="883">
                  <c:v>22.532</c:v>
                </c:pt>
                <c:pt idx="884">
                  <c:v>22.536000000000001</c:v>
                </c:pt>
                <c:pt idx="885">
                  <c:v>22.54</c:v>
                </c:pt>
                <c:pt idx="886">
                  <c:v>22.544</c:v>
                </c:pt>
                <c:pt idx="887">
                  <c:v>22.547999999999998</c:v>
                </c:pt>
                <c:pt idx="888">
                  <c:v>22.552</c:v>
                </c:pt>
                <c:pt idx="889">
                  <c:v>22.556000000000001</c:v>
                </c:pt>
                <c:pt idx="890">
                  <c:v>22.56</c:v>
                </c:pt>
                <c:pt idx="891">
                  <c:v>22.564</c:v>
                </c:pt>
                <c:pt idx="892">
                  <c:v>22.568000000000001</c:v>
                </c:pt>
                <c:pt idx="893">
                  <c:v>22.571999999999999</c:v>
                </c:pt>
                <c:pt idx="894">
                  <c:v>22.576000000000001</c:v>
                </c:pt>
                <c:pt idx="895">
                  <c:v>22.58</c:v>
                </c:pt>
                <c:pt idx="896">
                  <c:v>22.584</c:v>
                </c:pt>
                <c:pt idx="897">
                  <c:v>22.588000000000001</c:v>
                </c:pt>
                <c:pt idx="898">
                  <c:v>22.591999999999999</c:v>
                </c:pt>
                <c:pt idx="899">
                  <c:v>22.596</c:v>
                </c:pt>
                <c:pt idx="900">
                  <c:v>22.6</c:v>
                </c:pt>
                <c:pt idx="901">
                  <c:v>22.603999999999999</c:v>
                </c:pt>
                <c:pt idx="902">
                  <c:v>22.608000000000001</c:v>
                </c:pt>
                <c:pt idx="903">
                  <c:v>22.611999999999998</c:v>
                </c:pt>
                <c:pt idx="904">
                  <c:v>22.616</c:v>
                </c:pt>
                <c:pt idx="905">
                  <c:v>22.62</c:v>
                </c:pt>
                <c:pt idx="906">
                  <c:v>22.623999999999999</c:v>
                </c:pt>
                <c:pt idx="907">
                  <c:v>22.628</c:v>
                </c:pt>
                <c:pt idx="908">
                  <c:v>22.632000000000001</c:v>
                </c:pt>
                <c:pt idx="909">
                  <c:v>22.635999999999999</c:v>
                </c:pt>
                <c:pt idx="910">
                  <c:v>22.64</c:v>
                </c:pt>
                <c:pt idx="911">
                  <c:v>22.643999999999998</c:v>
                </c:pt>
                <c:pt idx="912">
                  <c:v>22.648</c:v>
                </c:pt>
                <c:pt idx="913">
                  <c:v>22.652000000000001</c:v>
                </c:pt>
                <c:pt idx="914">
                  <c:v>22.655999999999999</c:v>
                </c:pt>
                <c:pt idx="915">
                  <c:v>22.66</c:v>
                </c:pt>
                <c:pt idx="916">
                  <c:v>22.664000000000001</c:v>
                </c:pt>
                <c:pt idx="917">
                  <c:v>22.667999999999999</c:v>
                </c:pt>
                <c:pt idx="918">
                  <c:v>22.672000000000001</c:v>
                </c:pt>
                <c:pt idx="919">
                  <c:v>22.675999999999998</c:v>
                </c:pt>
                <c:pt idx="920">
                  <c:v>22.68</c:v>
                </c:pt>
                <c:pt idx="921">
                  <c:v>22.684000000000001</c:v>
                </c:pt>
                <c:pt idx="922">
                  <c:v>22.687999999999999</c:v>
                </c:pt>
                <c:pt idx="923">
                  <c:v>22.692</c:v>
                </c:pt>
                <c:pt idx="924">
                  <c:v>22.696000000000002</c:v>
                </c:pt>
                <c:pt idx="925">
                  <c:v>22.7</c:v>
                </c:pt>
                <c:pt idx="926">
                  <c:v>22.704000000000001</c:v>
                </c:pt>
                <c:pt idx="927">
                  <c:v>22.707999999999998</c:v>
                </c:pt>
                <c:pt idx="928">
                  <c:v>22.712</c:v>
                </c:pt>
                <c:pt idx="929">
                  <c:v>22.716000000000001</c:v>
                </c:pt>
                <c:pt idx="930">
                  <c:v>22.72</c:v>
                </c:pt>
                <c:pt idx="931">
                  <c:v>22.724</c:v>
                </c:pt>
                <c:pt idx="932">
                  <c:v>22.728000000000002</c:v>
                </c:pt>
                <c:pt idx="933">
                  <c:v>22.731999999999999</c:v>
                </c:pt>
                <c:pt idx="934">
                  <c:v>22.736000000000001</c:v>
                </c:pt>
                <c:pt idx="935">
                  <c:v>22.74</c:v>
                </c:pt>
                <c:pt idx="936">
                  <c:v>22.744</c:v>
                </c:pt>
                <c:pt idx="937">
                  <c:v>22.748000000000001</c:v>
                </c:pt>
                <c:pt idx="938">
                  <c:v>22.751999999999999</c:v>
                </c:pt>
                <c:pt idx="939">
                  <c:v>22.756</c:v>
                </c:pt>
                <c:pt idx="940">
                  <c:v>22.76</c:v>
                </c:pt>
                <c:pt idx="941">
                  <c:v>22.763999999999999</c:v>
                </c:pt>
                <c:pt idx="942">
                  <c:v>22.768000000000001</c:v>
                </c:pt>
                <c:pt idx="943">
                  <c:v>22.771999999999998</c:v>
                </c:pt>
                <c:pt idx="944">
                  <c:v>22.776</c:v>
                </c:pt>
                <c:pt idx="945">
                  <c:v>22.78</c:v>
                </c:pt>
                <c:pt idx="946">
                  <c:v>22.783999999999999</c:v>
                </c:pt>
                <c:pt idx="947">
                  <c:v>22.788</c:v>
                </c:pt>
                <c:pt idx="948">
                  <c:v>22.792000000000002</c:v>
                </c:pt>
                <c:pt idx="949">
                  <c:v>22.795999999999999</c:v>
                </c:pt>
                <c:pt idx="950">
                  <c:v>22.8</c:v>
                </c:pt>
                <c:pt idx="951">
                  <c:v>22.803999999999998</c:v>
                </c:pt>
                <c:pt idx="952">
                  <c:v>22.808</c:v>
                </c:pt>
                <c:pt idx="953">
                  <c:v>22.812000000000001</c:v>
                </c:pt>
                <c:pt idx="954">
                  <c:v>22.815999999999999</c:v>
                </c:pt>
                <c:pt idx="955">
                  <c:v>22.82</c:v>
                </c:pt>
                <c:pt idx="956">
                  <c:v>22.824000000000002</c:v>
                </c:pt>
                <c:pt idx="957">
                  <c:v>22.827999999999999</c:v>
                </c:pt>
                <c:pt idx="958">
                  <c:v>22.832000000000001</c:v>
                </c:pt>
                <c:pt idx="959">
                  <c:v>22.835999999999999</c:v>
                </c:pt>
                <c:pt idx="960">
                  <c:v>22.84</c:v>
                </c:pt>
                <c:pt idx="961">
                  <c:v>22.844000000000001</c:v>
                </c:pt>
                <c:pt idx="962">
                  <c:v>22.847999999999999</c:v>
                </c:pt>
                <c:pt idx="963">
                  <c:v>22.852</c:v>
                </c:pt>
                <c:pt idx="964">
                  <c:v>22.856000000000002</c:v>
                </c:pt>
                <c:pt idx="965">
                  <c:v>22.86</c:v>
                </c:pt>
                <c:pt idx="966">
                  <c:v>22.864000000000001</c:v>
                </c:pt>
                <c:pt idx="967">
                  <c:v>22.867999999999999</c:v>
                </c:pt>
                <c:pt idx="968">
                  <c:v>22.872</c:v>
                </c:pt>
                <c:pt idx="969">
                  <c:v>22.876000000000001</c:v>
                </c:pt>
                <c:pt idx="970">
                  <c:v>22.88</c:v>
                </c:pt>
                <c:pt idx="971">
                  <c:v>22.884</c:v>
                </c:pt>
                <c:pt idx="972">
                  <c:v>22.888000000000002</c:v>
                </c:pt>
                <c:pt idx="973">
                  <c:v>22.891999999999999</c:v>
                </c:pt>
                <c:pt idx="974">
                  <c:v>22.896000000000001</c:v>
                </c:pt>
                <c:pt idx="975">
                  <c:v>22.9</c:v>
                </c:pt>
                <c:pt idx="976">
                  <c:v>22.904</c:v>
                </c:pt>
                <c:pt idx="977">
                  <c:v>22.908000000000001</c:v>
                </c:pt>
                <c:pt idx="978">
                  <c:v>22.911999999999999</c:v>
                </c:pt>
                <c:pt idx="979">
                  <c:v>22.916</c:v>
                </c:pt>
                <c:pt idx="980">
                  <c:v>22.92</c:v>
                </c:pt>
                <c:pt idx="981">
                  <c:v>22.923999999999999</c:v>
                </c:pt>
                <c:pt idx="982">
                  <c:v>22.928000000000001</c:v>
                </c:pt>
                <c:pt idx="983">
                  <c:v>22.931999999999999</c:v>
                </c:pt>
                <c:pt idx="984">
                  <c:v>22.936</c:v>
                </c:pt>
                <c:pt idx="985">
                  <c:v>22.94</c:v>
                </c:pt>
                <c:pt idx="986">
                  <c:v>22.943999999999999</c:v>
                </c:pt>
                <c:pt idx="987">
                  <c:v>22.948</c:v>
                </c:pt>
                <c:pt idx="988">
                  <c:v>22.952000000000002</c:v>
                </c:pt>
                <c:pt idx="989">
                  <c:v>22.956</c:v>
                </c:pt>
                <c:pt idx="990">
                  <c:v>22.96</c:v>
                </c:pt>
                <c:pt idx="991">
                  <c:v>22.963999999999999</c:v>
                </c:pt>
                <c:pt idx="992">
                  <c:v>22.968</c:v>
                </c:pt>
                <c:pt idx="993">
                  <c:v>22.972000000000001</c:v>
                </c:pt>
                <c:pt idx="994">
                  <c:v>22.975999999999999</c:v>
                </c:pt>
                <c:pt idx="995">
                  <c:v>22.98</c:v>
                </c:pt>
                <c:pt idx="996">
                  <c:v>22.984000000000002</c:v>
                </c:pt>
                <c:pt idx="997">
                  <c:v>22.988</c:v>
                </c:pt>
                <c:pt idx="998">
                  <c:v>22.992000000000001</c:v>
                </c:pt>
                <c:pt idx="999">
                  <c:v>22.995999999999999</c:v>
                </c:pt>
              </c:numCache>
            </c:numRef>
          </c:xVal>
          <c:yVal>
            <c:numRef>
              <c:f>'Chart Data'!$B$2:$B$1001</c:f>
              <c:numCache>
                <c:formatCode>0</c:formatCode>
                <c:ptCount val="1000"/>
                <c:pt idx="0">
                  <c:v>50.649685831299998</c:v>
                </c:pt>
                <c:pt idx="1">
                  <c:v>49.461964230699998</c:v>
                </c:pt>
                <c:pt idx="2">
                  <c:v>45.621035667699999</c:v>
                </c:pt>
                <c:pt idx="3">
                  <c:v>40.080556662200003</c:v>
                </c:pt>
                <c:pt idx="4">
                  <c:v>35.123967524699999</c:v>
                </c:pt>
                <c:pt idx="5">
                  <c:v>32.419619353999998</c:v>
                </c:pt>
                <c:pt idx="6">
                  <c:v>31.446639101100001</c:v>
                </c:pt>
                <c:pt idx="7">
                  <c:v>30.112508567100001</c:v>
                </c:pt>
                <c:pt idx="8">
                  <c:v>26.748728931900001</c:v>
                </c:pt>
                <c:pt idx="9">
                  <c:v>21.266491565199999</c:v>
                </c:pt>
                <c:pt idx="10">
                  <c:v>14.841547204499999</c:v>
                </c:pt>
                <c:pt idx="11">
                  <c:v>8.9874455848700006</c:v>
                </c:pt>
                <c:pt idx="12">
                  <c:v>4.5749293423099999</c:v>
                </c:pt>
                <c:pt idx="13">
                  <c:v>1.21003070112</c:v>
                </c:pt>
                <c:pt idx="14">
                  <c:v>-2.4144773077399999</c:v>
                </c:pt>
                <c:pt idx="15">
                  <c:v>-7.4485497890700003</c:v>
                </c:pt>
                <c:pt idx="16">
                  <c:v>-14.1182174723</c:v>
                </c:pt>
                <c:pt idx="17">
                  <c:v>-21.584933416599998</c:v>
                </c:pt>
                <c:pt idx="18">
                  <c:v>-28.091457192299998</c:v>
                </c:pt>
                <c:pt idx="19">
                  <c:v>-31.618901465299999</c:v>
                </c:pt>
                <c:pt idx="20">
                  <c:v>-31.417542496599999</c:v>
                </c:pt>
                <c:pt idx="21">
                  <c:v>-29.177473068200001</c:v>
                </c:pt>
                <c:pt idx="22">
                  <c:v>-27.791345227200001</c:v>
                </c:pt>
                <c:pt idx="23">
                  <c:v>-28.370916342099999</c:v>
                </c:pt>
                <c:pt idx="24">
                  <c:v>-29.120453411500002</c:v>
                </c:pt>
                <c:pt idx="25">
                  <c:v>-27.7510423429</c:v>
                </c:pt>
                <c:pt idx="26">
                  <c:v>-24.539995445399999</c:v>
                </c:pt>
                <c:pt idx="27">
                  <c:v>-22.233468828500001</c:v>
                </c:pt>
                <c:pt idx="28">
                  <c:v>-22.8553705062</c:v>
                </c:pt>
                <c:pt idx="29">
                  <c:v>-25.296644174000001</c:v>
                </c:pt>
                <c:pt idx="30">
                  <c:v>-26.633958765399999</c:v>
                </c:pt>
                <c:pt idx="31">
                  <c:v>-25.433376101</c:v>
                </c:pt>
                <c:pt idx="32">
                  <c:v>-22.907078608100001</c:v>
                </c:pt>
                <c:pt idx="33">
                  <c:v>-20.903590128600001</c:v>
                </c:pt>
                <c:pt idx="34">
                  <c:v>-19.8791878822</c:v>
                </c:pt>
                <c:pt idx="35">
                  <c:v>-19.406553430399999</c:v>
                </c:pt>
                <c:pt idx="36">
                  <c:v>-19.595553987300001</c:v>
                </c:pt>
                <c:pt idx="37">
                  <c:v>-20.700658241999999</c:v>
                </c:pt>
                <c:pt idx="38">
                  <c:v>-21.8648703615</c:v>
                </c:pt>
                <c:pt idx="39">
                  <c:v>-21.739553580199999</c:v>
                </c:pt>
                <c:pt idx="40">
                  <c:v>-20.369468877599999</c:v>
                </c:pt>
                <c:pt idx="41">
                  <c:v>-19.421225728</c:v>
                </c:pt>
                <c:pt idx="42">
                  <c:v>-20.381805570000001</c:v>
                </c:pt>
                <c:pt idx="43">
                  <c:v>-23.027694606499999</c:v>
                </c:pt>
                <c:pt idx="44">
                  <c:v>-25.700846253200002</c:v>
                </c:pt>
                <c:pt idx="45">
                  <c:v>-26.924361683299999</c:v>
                </c:pt>
                <c:pt idx="46">
                  <c:v>-26.690684465499999</c:v>
                </c:pt>
                <c:pt idx="47">
                  <c:v>-25.857992784499999</c:v>
                </c:pt>
                <c:pt idx="48">
                  <c:v>-24.362263800400001</c:v>
                </c:pt>
                <c:pt idx="49">
                  <c:v>-21.162227400799999</c:v>
                </c:pt>
                <c:pt idx="50">
                  <c:v>-16.549035565600001</c:v>
                </c:pt>
                <c:pt idx="51">
                  <c:v>-13.170148916300001</c:v>
                </c:pt>
                <c:pt idx="52">
                  <c:v>-13.4085131382</c:v>
                </c:pt>
                <c:pt idx="53">
                  <c:v>-16.408806362299998</c:v>
                </c:pt>
                <c:pt idx="54">
                  <c:v>-18.876425429800001</c:v>
                </c:pt>
                <c:pt idx="55">
                  <c:v>-18.5226367659</c:v>
                </c:pt>
                <c:pt idx="56">
                  <c:v>-15.9942193961</c:v>
                </c:pt>
                <c:pt idx="57">
                  <c:v>-13.768088730200001</c:v>
                </c:pt>
                <c:pt idx="58">
                  <c:v>-13.707775933300001</c:v>
                </c:pt>
                <c:pt idx="59">
                  <c:v>-15.409057235500001</c:v>
                </c:pt>
                <c:pt idx="60">
                  <c:v>-16.658876686199999</c:v>
                </c:pt>
                <c:pt idx="61">
                  <c:v>-15.9034364651</c:v>
                </c:pt>
                <c:pt idx="62">
                  <c:v>-14.3088622676</c:v>
                </c:pt>
                <c:pt idx="63">
                  <c:v>-14.599019891399999</c:v>
                </c:pt>
                <c:pt idx="64">
                  <c:v>-17.560459074800001</c:v>
                </c:pt>
                <c:pt idx="65">
                  <c:v>-20.665623155900001</c:v>
                </c:pt>
                <c:pt idx="66">
                  <c:v>-20.906202110300001</c:v>
                </c:pt>
                <c:pt idx="67">
                  <c:v>-18.2810360386</c:v>
                </c:pt>
                <c:pt idx="68">
                  <c:v>-15.5814333126</c:v>
                </c:pt>
                <c:pt idx="69">
                  <c:v>-15.0451707051</c:v>
                </c:pt>
                <c:pt idx="70">
                  <c:v>-15.927385319900001</c:v>
                </c:pt>
                <c:pt idx="71">
                  <c:v>-15.423780173800001</c:v>
                </c:pt>
                <c:pt idx="72">
                  <c:v>-11.774766726299999</c:v>
                </c:pt>
                <c:pt idx="73">
                  <c:v>-6.2285294917399998</c:v>
                </c:pt>
                <c:pt idx="74">
                  <c:v>-1.6964087991100001</c:v>
                </c:pt>
                <c:pt idx="75">
                  <c:v>7.5021395508200001E-2</c:v>
                </c:pt>
                <c:pt idx="76">
                  <c:v>-0.74185064135300005</c:v>
                </c:pt>
                <c:pt idx="77">
                  <c:v>-3.41832624742</c:v>
                </c:pt>
                <c:pt idx="78">
                  <c:v>-7.1943507988800004</c:v>
                </c:pt>
                <c:pt idx="79">
                  <c:v>-10.3977842847</c:v>
                </c:pt>
                <c:pt idx="80">
                  <c:v>-10.6593160982</c:v>
                </c:pt>
                <c:pt idx="81">
                  <c:v>-7.1776569740699996</c:v>
                </c:pt>
                <c:pt idx="82">
                  <c:v>-2.40837647726</c:v>
                </c:pt>
                <c:pt idx="83">
                  <c:v>-0.33081231052100002</c:v>
                </c:pt>
                <c:pt idx="84">
                  <c:v>-2.4663667233600002</c:v>
                </c:pt>
                <c:pt idx="85">
                  <c:v>-6.2133154812000004</c:v>
                </c:pt>
                <c:pt idx="86">
                  <c:v>-7.6933933511400001</c:v>
                </c:pt>
                <c:pt idx="87">
                  <c:v>-5.6589468574000001</c:v>
                </c:pt>
                <c:pt idx="88">
                  <c:v>-1.97574427699</c:v>
                </c:pt>
                <c:pt idx="89">
                  <c:v>0.95761036363999996</c:v>
                </c:pt>
                <c:pt idx="90">
                  <c:v>2.1603694944499998</c:v>
                </c:pt>
                <c:pt idx="91">
                  <c:v>1.9143919813500001</c:v>
                </c:pt>
                <c:pt idx="92">
                  <c:v>1.00848397664</c:v>
                </c:pt>
                <c:pt idx="93">
                  <c:v>0.322480861796</c:v>
                </c:pt>
                <c:pt idx="94">
                  <c:v>0.31195241459200002</c:v>
                </c:pt>
                <c:pt idx="95">
                  <c:v>0.67531579695800004</c:v>
                </c:pt>
                <c:pt idx="96">
                  <c:v>0.94323673926100005</c:v>
                </c:pt>
                <c:pt idx="97">
                  <c:v>1.3899303835500001</c:v>
                </c:pt>
                <c:pt idx="98">
                  <c:v>3.0879067471499999</c:v>
                </c:pt>
                <c:pt idx="99">
                  <c:v>6.9756803186200003</c:v>
                </c:pt>
                <c:pt idx="100">
                  <c:v>12.627314764899999</c:v>
                </c:pt>
                <c:pt idx="101">
                  <c:v>17.754615329</c:v>
                </c:pt>
                <c:pt idx="102">
                  <c:v>19.554033415300001</c:v>
                </c:pt>
                <c:pt idx="103">
                  <c:v>17.397407034499999</c:v>
                </c:pt>
                <c:pt idx="104">
                  <c:v>13.8739918992</c:v>
                </c:pt>
                <c:pt idx="105">
                  <c:v>12.145554114299999</c:v>
                </c:pt>
                <c:pt idx="106">
                  <c:v>12.4017015226</c:v>
                </c:pt>
                <c:pt idx="107">
                  <c:v>12.141890266400001</c:v>
                </c:pt>
                <c:pt idx="108">
                  <c:v>10.1050411702</c:v>
                </c:pt>
                <c:pt idx="109">
                  <c:v>8.4329308826199991</c:v>
                </c:pt>
                <c:pt idx="110">
                  <c:v>9.9410658895699999</c:v>
                </c:pt>
                <c:pt idx="111">
                  <c:v>14.182515285599999</c:v>
                </c:pt>
                <c:pt idx="112">
                  <c:v>17.656988542600001</c:v>
                </c:pt>
                <c:pt idx="113">
                  <c:v>17.827929233799999</c:v>
                </c:pt>
                <c:pt idx="114">
                  <c:v>15.67670641</c:v>
                </c:pt>
                <c:pt idx="115">
                  <c:v>13.8430548742</c:v>
                </c:pt>
                <c:pt idx="116">
                  <c:v>13.2298434437</c:v>
                </c:pt>
                <c:pt idx="117">
                  <c:v>12.4696435019</c:v>
                </c:pt>
                <c:pt idx="118">
                  <c:v>10.468644980100001</c:v>
                </c:pt>
                <c:pt idx="119">
                  <c:v>8.2514126813300006</c:v>
                </c:pt>
                <c:pt idx="120">
                  <c:v>7.65548383417</c:v>
                </c:pt>
                <c:pt idx="121">
                  <c:v>8.8857862477299996</c:v>
                </c:pt>
                <c:pt idx="122">
                  <c:v>10.2017199759</c:v>
                </c:pt>
                <c:pt idx="123">
                  <c:v>9.8425948947100004</c:v>
                </c:pt>
                <c:pt idx="124">
                  <c:v>7.7419689463500001</c:v>
                </c:pt>
                <c:pt idx="125">
                  <c:v>5.4037992871</c:v>
                </c:pt>
                <c:pt idx="126">
                  <c:v>4.3360447404600002</c:v>
                </c:pt>
                <c:pt idx="127">
                  <c:v>4.7268740777899998</c:v>
                </c:pt>
                <c:pt idx="128">
                  <c:v>5.8294524175099998</c:v>
                </c:pt>
                <c:pt idx="129">
                  <c:v>7.3298907392599997</c:v>
                </c:pt>
                <c:pt idx="130">
                  <c:v>9.4489472171600006</c:v>
                </c:pt>
                <c:pt idx="131">
                  <c:v>11.679542126199999</c:v>
                </c:pt>
                <c:pt idx="132">
                  <c:v>12.6552311481</c:v>
                </c:pt>
                <c:pt idx="133">
                  <c:v>11.837041582299999</c:v>
                </c:pt>
                <c:pt idx="134">
                  <c:v>10.3613761529</c:v>
                </c:pt>
                <c:pt idx="135">
                  <c:v>9.4364710791200004</c:v>
                </c:pt>
                <c:pt idx="136">
                  <c:v>8.5521385534400007</c:v>
                </c:pt>
                <c:pt idx="137">
                  <c:v>6.2639707124899999</c:v>
                </c:pt>
                <c:pt idx="138">
                  <c:v>2.7043844837000002</c:v>
                </c:pt>
                <c:pt idx="139">
                  <c:v>0.39423828352099999</c:v>
                </c:pt>
                <c:pt idx="140">
                  <c:v>1.7762576799300001</c:v>
                </c:pt>
                <c:pt idx="141">
                  <c:v>6.05003560858</c:v>
                </c:pt>
                <c:pt idx="142">
                  <c:v>9.3152365149600005</c:v>
                </c:pt>
                <c:pt idx="143">
                  <c:v>8.3802488960100003</c:v>
                </c:pt>
                <c:pt idx="144">
                  <c:v>4.0071945818100003</c:v>
                </c:pt>
                <c:pt idx="145">
                  <c:v>-8.4983335712999999E-2</c:v>
                </c:pt>
                <c:pt idx="146">
                  <c:v>-1.0873894551200001</c:v>
                </c:pt>
                <c:pt idx="147">
                  <c:v>0.54134308021199995</c:v>
                </c:pt>
                <c:pt idx="148">
                  <c:v>2.33686984704</c:v>
                </c:pt>
                <c:pt idx="149">
                  <c:v>2.69750863845</c:v>
                </c:pt>
                <c:pt idx="150">
                  <c:v>2.09070906046</c:v>
                </c:pt>
                <c:pt idx="151">
                  <c:v>1.7189363742099999</c:v>
                </c:pt>
                <c:pt idx="152">
                  <c:v>1.64897216791</c:v>
                </c:pt>
                <c:pt idx="153">
                  <c:v>0.64573839175900005</c:v>
                </c:pt>
                <c:pt idx="154">
                  <c:v>-2.2176463232199999</c:v>
                </c:pt>
                <c:pt idx="155">
                  <c:v>-6.0115778939200002</c:v>
                </c:pt>
                <c:pt idx="156">
                  <c:v>-8.2183624352900004</c:v>
                </c:pt>
                <c:pt idx="157">
                  <c:v>-6.8576664424900002</c:v>
                </c:pt>
                <c:pt idx="158">
                  <c:v>-2.5496781999899998</c:v>
                </c:pt>
                <c:pt idx="159">
                  <c:v>1.7609123100399999</c:v>
                </c:pt>
                <c:pt idx="160">
                  <c:v>3.3922837937399999</c:v>
                </c:pt>
                <c:pt idx="161">
                  <c:v>2.0715809319999998</c:v>
                </c:pt>
                <c:pt idx="162">
                  <c:v>-0.50475954472999995</c:v>
                </c:pt>
                <c:pt idx="163">
                  <c:v>-2.5708953450499998</c:v>
                </c:pt>
                <c:pt idx="164">
                  <c:v>-3.3284601188699998</c:v>
                </c:pt>
                <c:pt idx="165">
                  <c:v>-2.90147026066</c:v>
                </c:pt>
                <c:pt idx="166">
                  <c:v>-2.3244568318100001</c:v>
                </c:pt>
                <c:pt idx="167">
                  <c:v>-3.2038955793600001</c:v>
                </c:pt>
                <c:pt idx="168">
                  <c:v>-6.02660227336</c:v>
                </c:pt>
                <c:pt idx="169">
                  <c:v>-8.6618877422900002</c:v>
                </c:pt>
                <c:pt idx="170">
                  <c:v>-8.0179560045499993</c:v>
                </c:pt>
                <c:pt idx="171">
                  <c:v>-3.8772627262400001</c:v>
                </c:pt>
                <c:pt idx="172">
                  <c:v>0.25423026892700001</c:v>
                </c:pt>
                <c:pt idx="173">
                  <c:v>1.26505383489</c:v>
                </c:pt>
                <c:pt idx="174">
                  <c:v>0.355173329679</c:v>
                </c:pt>
                <c:pt idx="175">
                  <c:v>1.2081756697999999</c:v>
                </c:pt>
                <c:pt idx="176">
                  <c:v>4.7352848660499998</c:v>
                </c:pt>
                <c:pt idx="177">
                  <c:v>7.7799777360800002</c:v>
                </c:pt>
                <c:pt idx="178">
                  <c:v>7.6533831835499999</c:v>
                </c:pt>
                <c:pt idx="179">
                  <c:v>5.9093194349599996</c:v>
                </c:pt>
                <c:pt idx="180">
                  <c:v>5.9701232051300002</c:v>
                </c:pt>
                <c:pt idx="181">
                  <c:v>8.2838040402700006</c:v>
                </c:pt>
                <c:pt idx="182">
                  <c:v>10.008110525299999</c:v>
                </c:pt>
                <c:pt idx="183">
                  <c:v>9.3705432070000008</c:v>
                </c:pt>
                <c:pt idx="184">
                  <c:v>8.3299137282900002</c:v>
                </c:pt>
                <c:pt idx="185">
                  <c:v>9.8861205892099999</c:v>
                </c:pt>
                <c:pt idx="186">
                  <c:v>13.841529593500001</c:v>
                </c:pt>
                <c:pt idx="187">
                  <c:v>16.764770245200001</c:v>
                </c:pt>
                <c:pt idx="188">
                  <c:v>16.244285384000001</c:v>
                </c:pt>
                <c:pt idx="189">
                  <c:v>13.945089997</c:v>
                </c:pt>
                <c:pt idx="190">
                  <c:v>13.468855337200001</c:v>
                </c:pt>
                <c:pt idx="191">
                  <c:v>15.657694732</c:v>
                </c:pt>
                <c:pt idx="192">
                  <c:v>17.483693728799999</c:v>
                </c:pt>
                <c:pt idx="193">
                  <c:v>16.098159147699999</c:v>
                </c:pt>
                <c:pt idx="194">
                  <c:v>12.6137717289</c:v>
                </c:pt>
                <c:pt idx="195">
                  <c:v>10.532093898599999</c:v>
                </c:pt>
                <c:pt idx="196">
                  <c:v>11.1061328539</c:v>
                </c:pt>
                <c:pt idx="197">
                  <c:v>11.9230494608</c:v>
                </c:pt>
                <c:pt idx="198">
                  <c:v>10.368977320200001</c:v>
                </c:pt>
                <c:pt idx="199">
                  <c:v>7.1846677894999997</c:v>
                </c:pt>
                <c:pt idx="200">
                  <c:v>5.5141724119099997</c:v>
                </c:pt>
                <c:pt idx="201">
                  <c:v>6.8704777826700001</c:v>
                </c:pt>
                <c:pt idx="202">
                  <c:v>9.2745997992000007</c:v>
                </c:pt>
                <c:pt idx="203">
                  <c:v>9.8110077466300005</c:v>
                </c:pt>
                <c:pt idx="204">
                  <c:v>8.1596458463099992</c:v>
                </c:pt>
                <c:pt idx="205">
                  <c:v>6.6163509067200001</c:v>
                </c:pt>
                <c:pt idx="206">
                  <c:v>6.85752832954</c:v>
                </c:pt>
                <c:pt idx="207">
                  <c:v>7.8922791301600004</c:v>
                </c:pt>
                <c:pt idx="208">
                  <c:v>7.73474348358</c:v>
                </c:pt>
                <c:pt idx="209">
                  <c:v>6.13002011726</c:v>
                </c:pt>
                <c:pt idx="210">
                  <c:v>4.5343869958900003</c:v>
                </c:pt>
                <c:pt idx="211">
                  <c:v>3.8430898981300001</c:v>
                </c:pt>
                <c:pt idx="212">
                  <c:v>3.4745870838799999</c:v>
                </c:pt>
                <c:pt idx="213">
                  <c:v>2.83580353838</c:v>
                </c:pt>
                <c:pt idx="214">
                  <c:v>2.35016533224</c:v>
                </c:pt>
                <c:pt idx="215">
                  <c:v>2.2955945652500001</c:v>
                </c:pt>
                <c:pt idx="216">
                  <c:v>1.63056367412</c:v>
                </c:pt>
                <c:pt idx="217">
                  <c:v>-0.88744574977799995</c:v>
                </c:pt>
                <c:pt idx="218">
                  <c:v>-4.7781683518499998</c:v>
                </c:pt>
                <c:pt idx="219">
                  <c:v>-7.9249009100999999</c:v>
                </c:pt>
                <c:pt idx="220">
                  <c:v>-8.5200331611499998</c:v>
                </c:pt>
                <c:pt idx="221">
                  <c:v>-6.5773670911000002</c:v>
                </c:pt>
                <c:pt idx="222">
                  <c:v>-3.8852864650900001</c:v>
                </c:pt>
                <c:pt idx="223">
                  <c:v>-2.7422281599799998</c:v>
                </c:pt>
                <c:pt idx="224">
                  <c:v>-4.1822146995500002</c:v>
                </c:pt>
                <c:pt idx="225">
                  <c:v>-6.9903320750000004</c:v>
                </c:pt>
                <c:pt idx="226">
                  <c:v>-8.8097768947899997</c:v>
                </c:pt>
                <c:pt idx="227">
                  <c:v>-8.5475492249799991</c:v>
                </c:pt>
                <c:pt idx="228">
                  <c:v>-7.3627483540699998</c:v>
                </c:pt>
                <c:pt idx="229">
                  <c:v>-7.0263172786999997</c:v>
                </c:pt>
                <c:pt idx="230">
                  <c:v>-7.8107006133499999</c:v>
                </c:pt>
                <c:pt idx="231">
                  <c:v>-8.5730323057300009</c:v>
                </c:pt>
                <c:pt idx="232">
                  <c:v>-8.5453135422800006</c:v>
                </c:pt>
                <c:pt idx="233">
                  <c:v>-8.1181377826999999</c:v>
                </c:pt>
                <c:pt idx="234">
                  <c:v>-7.7846393344199996</c:v>
                </c:pt>
                <c:pt idx="235">
                  <c:v>-7.2975367103400002</c:v>
                </c:pt>
                <c:pt idx="236">
                  <c:v>-6.4317213307200003</c:v>
                </c:pt>
                <c:pt idx="237">
                  <c:v>-5.8567660901799998</c:v>
                </c:pt>
                <c:pt idx="238">
                  <c:v>-6.3916294105800002</c:v>
                </c:pt>
                <c:pt idx="239">
                  <c:v>-7.6234813675700002</c:v>
                </c:pt>
                <c:pt idx="240">
                  <c:v>-8.0445581419799996</c:v>
                </c:pt>
                <c:pt idx="241">
                  <c:v>-6.7394222499999996</c:v>
                </c:pt>
                <c:pt idx="242">
                  <c:v>-4.5331183620999997</c:v>
                </c:pt>
                <c:pt idx="243">
                  <c:v>-3.1823099178700001</c:v>
                </c:pt>
                <c:pt idx="244">
                  <c:v>-3.4914353244399998</c:v>
                </c:pt>
                <c:pt idx="245">
                  <c:v>-4.5488379780499999</c:v>
                </c:pt>
                <c:pt idx="246">
                  <c:v>-5.1236305553800001</c:v>
                </c:pt>
                <c:pt idx="247">
                  <c:v>-5.4831424476399997</c:v>
                </c:pt>
                <c:pt idx="248">
                  <c:v>-7.0086388290799997</c:v>
                </c:pt>
                <c:pt idx="249">
                  <c:v>-9.9278390306300004</c:v>
                </c:pt>
                <c:pt idx="250">
                  <c:v>-12.375448735100001</c:v>
                </c:pt>
                <c:pt idx="251">
                  <c:v>-12.3507863768</c:v>
                </c:pt>
                <c:pt idx="252">
                  <c:v>-10.1752326743</c:v>
                </c:pt>
                <c:pt idx="253">
                  <c:v>-8.3902437332899993</c:v>
                </c:pt>
                <c:pt idx="254">
                  <c:v>-9.2861113839399998</c:v>
                </c:pt>
                <c:pt idx="255">
                  <c:v>-12.860478199299999</c:v>
                </c:pt>
                <c:pt idx="256">
                  <c:v>-17.166090768299998</c:v>
                </c:pt>
                <c:pt idx="257">
                  <c:v>-20.348498283800001</c:v>
                </c:pt>
                <c:pt idx="258">
                  <c:v>-22.069457291500001</c:v>
                </c:pt>
                <c:pt idx="259">
                  <c:v>-22.919351612300002</c:v>
                </c:pt>
                <c:pt idx="260">
                  <c:v>-22.975073747300002</c:v>
                </c:pt>
                <c:pt idx="261">
                  <c:v>-21.763379869400001</c:v>
                </c:pt>
                <c:pt idx="262">
                  <c:v>-19.667230747000001</c:v>
                </c:pt>
                <c:pt idx="263">
                  <c:v>-18.259791486400001</c:v>
                </c:pt>
                <c:pt idx="264">
                  <c:v>-18.474658938699999</c:v>
                </c:pt>
                <c:pt idx="265">
                  <c:v>-19.197304795499999</c:v>
                </c:pt>
                <c:pt idx="266">
                  <c:v>-18.6690815748</c:v>
                </c:pt>
                <c:pt idx="267">
                  <c:v>-16.8187783403</c:v>
                </c:pt>
                <c:pt idx="268">
                  <c:v>-15.2319525587</c:v>
                </c:pt>
                <c:pt idx="269">
                  <c:v>-15.157473550600001</c:v>
                </c:pt>
                <c:pt idx="270">
                  <c:v>-16.465896947200001</c:v>
                </c:pt>
                <c:pt idx="271">
                  <c:v>-18.3546618628</c:v>
                </c:pt>
                <c:pt idx="272">
                  <c:v>-20.1000315211</c:v>
                </c:pt>
                <c:pt idx="273">
                  <c:v>-20.867749053400001</c:v>
                </c:pt>
                <c:pt idx="274">
                  <c:v>-19.541287994400001</c:v>
                </c:pt>
                <c:pt idx="275">
                  <c:v>-15.528186596899999</c:v>
                </c:pt>
                <c:pt idx="276">
                  <c:v>-9.7957158090499998</c:v>
                </c:pt>
                <c:pt idx="277">
                  <c:v>-4.7407287582800004</c:v>
                </c:pt>
                <c:pt idx="278">
                  <c:v>-2.6877896458400001</c:v>
                </c:pt>
                <c:pt idx="279">
                  <c:v>-4.0257301193800004</c:v>
                </c:pt>
                <c:pt idx="280">
                  <c:v>-6.5711348587899998</c:v>
                </c:pt>
                <c:pt idx="281">
                  <c:v>-7.3990119080100003</c:v>
                </c:pt>
                <c:pt idx="282">
                  <c:v>-5.8445967136899997</c:v>
                </c:pt>
                <c:pt idx="283">
                  <c:v>-4.0912384898100003</c:v>
                </c:pt>
                <c:pt idx="284">
                  <c:v>-4.3150089830400002</c:v>
                </c:pt>
                <c:pt idx="285">
                  <c:v>-6.0793768290700001</c:v>
                </c:pt>
                <c:pt idx="286">
                  <c:v>-7.2663706224000002</c:v>
                </c:pt>
                <c:pt idx="287">
                  <c:v>-6.8774242591499997</c:v>
                </c:pt>
                <c:pt idx="288">
                  <c:v>-5.9658732223299999</c:v>
                </c:pt>
                <c:pt idx="289">
                  <c:v>-6.0204509497699998</c:v>
                </c:pt>
                <c:pt idx="290">
                  <c:v>-7.2794970874500002</c:v>
                </c:pt>
                <c:pt idx="291">
                  <c:v>-8.8293397200699992</c:v>
                </c:pt>
                <c:pt idx="292">
                  <c:v>-9.7620789284799994</c:v>
                </c:pt>
                <c:pt idx="293">
                  <c:v>-9.8000745717399997</c:v>
                </c:pt>
                <c:pt idx="294">
                  <c:v>-9.0584676899699996</c:v>
                </c:pt>
                <c:pt idx="295">
                  <c:v>-7.7293290685400002</c:v>
                </c:pt>
                <c:pt idx="296">
                  <c:v>-6.1066204421299997</c:v>
                </c:pt>
                <c:pt idx="297">
                  <c:v>-4.5041653311600003</c:v>
                </c:pt>
                <c:pt idx="298">
                  <c:v>-2.8314389447199999</c:v>
                </c:pt>
                <c:pt idx="299">
                  <c:v>-0.56442064734700004</c:v>
                </c:pt>
                <c:pt idx="300">
                  <c:v>2.3993934218000001</c:v>
                </c:pt>
                <c:pt idx="301">
                  <c:v>5.1039672415800004</c:v>
                </c:pt>
                <c:pt idx="302">
                  <c:v>6.4516641236499996</c:v>
                </c:pt>
                <c:pt idx="303">
                  <c:v>6.7570353326200001</c:v>
                </c:pt>
                <c:pt idx="304">
                  <c:v>7.6413988553600003</c:v>
                </c:pt>
                <c:pt idx="305">
                  <c:v>10.207702118</c:v>
                </c:pt>
                <c:pt idx="306">
                  <c:v>13.914337116</c:v>
                </c:pt>
                <c:pt idx="307">
                  <c:v>17.3370840989</c:v>
                </c:pt>
                <c:pt idx="308">
                  <c:v>19.4884923569</c:v>
                </c:pt>
                <c:pt idx="309">
                  <c:v>20.253597434100001</c:v>
                </c:pt>
                <c:pt idx="310">
                  <c:v>19.930945502099998</c:v>
                </c:pt>
                <c:pt idx="311">
                  <c:v>18.762386083999999</c:v>
                </c:pt>
                <c:pt idx="312">
                  <c:v>17.1363801854</c:v>
                </c:pt>
                <c:pt idx="313">
                  <c:v>15.9825139158</c:v>
                </c:pt>
                <c:pt idx="314">
                  <c:v>16.270630352200001</c:v>
                </c:pt>
                <c:pt idx="315">
                  <c:v>17.925361945399999</c:v>
                </c:pt>
                <c:pt idx="316">
                  <c:v>19.752459350399999</c:v>
                </c:pt>
                <c:pt idx="317">
                  <c:v>20.580385230200001</c:v>
                </c:pt>
                <c:pt idx="318">
                  <c:v>20.055023518700001</c:v>
                </c:pt>
                <c:pt idx="319">
                  <c:v>18.517470738499998</c:v>
                </c:pt>
                <c:pt idx="320">
                  <c:v>16.8676120959</c:v>
                </c:pt>
                <c:pt idx="321">
                  <c:v>16.389309991200001</c:v>
                </c:pt>
                <c:pt idx="322">
                  <c:v>17.782064957799999</c:v>
                </c:pt>
                <c:pt idx="323">
                  <c:v>20.2985921205</c:v>
                </c:pt>
                <c:pt idx="324">
                  <c:v>22.4693528458</c:v>
                </c:pt>
                <c:pt idx="325">
                  <c:v>23.5476996525</c:v>
                </c:pt>
                <c:pt idx="326">
                  <c:v>23.701861180000002</c:v>
                </c:pt>
                <c:pt idx="327">
                  <c:v>23.159527844599999</c:v>
                </c:pt>
                <c:pt idx="328">
                  <c:v>21.988552480500001</c:v>
                </c:pt>
                <c:pt idx="329">
                  <c:v>20.6748840154</c:v>
                </c:pt>
                <c:pt idx="330">
                  <c:v>20.091888759900002</c:v>
                </c:pt>
                <c:pt idx="331">
                  <c:v>20.377750311500002</c:v>
                </c:pt>
                <c:pt idx="332">
                  <c:v>20.254219535000001</c:v>
                </c:pt>
                <c:pt idx="333">
                  <c:v>18.3472952003</c:v>
                </c:pt>
                <c:pt idx="334">
                  <c:v>15.379760767700001</c:v>
                </c:pt>
                <c:pt idx="335">
                  <c:v>14.2118262143</c:v>
                </c:pt>
                <c:pt idx="336">
                  <c:v>16.9492334388</c:v>
                </c:pt>
                <c:pt idx="337">
                  <c:v>22.2552182077</c:v>
                </c:pt>
                <c:pt idx="338">
                  <c:v>26.241841504700002</c:v>
                </c:pt>
                <c:pt idx="339">
                  <c:v>26.184944821399998</c:v>
                </c:pt>
                <c:pt idx="340">
                  <c:v>22.868580228500001</c:v>
                </c:pt>
                <c:pt idx="341">
                  <c:v>19.030341114100001</c:v>
                </c:pt>
                <c:pt idx="342">
                  <c:v>16.1216215181</c:v>
                </c:pt>
                <c:pt idx="343">
                  <c:v>13.3130313425</c:v>
                </c:pt>
                <c:pt idx="344">
                  <c:v>9.4211420861900006</c:v>
                </c:pt>
                <c:pt idx="345">
                  <c:v>4.8655250456300001</c:v>
                </c:pt>
                <c:pt idx="346">
                  <c:v>1.2182177031600001</c:v>
                </c:pt>
                <c:pt idx="347">
                  <c:v>-0.83473206365399999</c:v>
                </c:pt>
                <c:pt idx="348">
                  <c:v>-2.3204198158999998</c:v>
                </c:pt>
                <c:pt idx="349">
                  <c:v>-4.4409184871100003</c:v>
                </c:pt>
                <c:pt idx="350">
                  <c:v>-6.9166460167399997</c:v>
                </c:pt>
                <c:pt idx="351">
                  <c:v>-8.7320596720800001</c:v>
                </c:pt>
                <c:pt idx="352">
                  <c:v>-9.9932234971699998</c:v>
                </c:pt>
                <c:pt idx="353">
                  <c:v>-11.7558557884</c:v>
                </c:pt>
                <c:pt idx="354">
                  <c:v>-14.107359232</c:v>
                </c:pt>
                <c:pt idx="355">
                  <c:v>-15.693527127299999</c:v>
                </c:pt>
                <c:pt idx="356">
                  <c:v>-15.5361886122</c:v>
                </c:pt>
                <c:pt idx="357">
                  <c:v>-14.5606974599</c:v>
                </c:pt>
                <c:pt idx="358">
                  <c:v>-14.8185882506</c:v>
                </c:pt>
                <c:pt idx="359">
                  <c:v>-17.381912402000001</c:v>
                </c:pt>
                <c:pt idx="360">
                  <c:v>-21.186253046400001</c:v>
                </c:pt>
                <c:pt idx="361">
                  <c:v>-23.851418349900001</c:v>
                </c:pt>
                <c:pt idx="362">
                  <c:v>-23.6316463886</c:v>
                </c:pt>
                <c:pt idx="363">
                  <c:v>-20.7854899813</c:v>
                </c:pt>
                <c:pt idx="364">
                  <c:v>-17.236490566899999</c:v>
                </c:pt>
                <c:pt idx="365">
                  <c:v>-15.014198265299999</c:v>
                </c:pt>
                <c:pt idx="366">
                  <c:v>-15.1217519281</c:v>
                </c:pt>
                <c:pt idx="367">
                  <c:v>-17.584223682499999</c:v>
                </c:pt>
                <c:pt idx="368">
                  <c:v>-21.681001997399999</c:v>
                </c:pt>
                <c:pt idx="369">
                  <c:v>-25.699834109099999</c:v>
                </c:pt>
                <c:pt idx="370">
                  <c:v>-27.373139631400001</c:v>
                </c:pt>
                <c:pt idx="371">
                  <c:v>-25.7227880666</c:v>
                </c:pt>
                <c:pt idx="372">
                  <c:v>-22.348191004499999</c:v>
                </c:pt>
                <c:pt idx="373">
                  <c:v>-19.856065258299999</c:v>
                </c:pt>
                <c:pt idx="374">
                  <c:v>-18.798534927399999</c:v>
                </c:pt>
                <c:pt idx="375">
                  <c:v>-17.201510412699999</c:v>
                </c:pt>
                <c:pt idx="376">
                  <c:v>-13.741235720100001</c:v>
                </c:pt>
                <c:pt idx="377">
                  <c:v>-10.3039068224</c:v>
                </c:pt>
                <c:pt idx="378">
                  <c:v>-10.007854035099999</c:v>
                </c:pt>
                <c:pt idx="379">
                  <c:v>-13.069965697800001</c:v>
                </c:pt>
                <c:pt idx="380">
                  <c:v>-16.168351816800001</c:v>
                </c:pt>
                <c:pt idx="381">
                  <c:v>-16.2158854499</c:v>
                </c:pt>
                <c:pt idx="382">
                  <c:v>-13.496299883000001</c:v>
                </c:pt>
                <c:pt idx="383">
                  <c:v>-10.443002228899999</c:v>
                </c:pt>
                <c:pt idx="384">
                  <c:v>-8.5808907571600006</c:v>
                </c:pt>
                <c:pt idx="385">
                  <c:v>-7.9185021291700002</c:v>
                </c:pt>
                <c:pt idx="386">
                  <c:v>-8.5258296396300004</c:v>
                </c:pt>
                <c:pt idx="387">
                  <c:v>-10.9398924467</c:v>
                </c:pt>
                <c:pt idx="388">
                  <c:v>-14.694250742199999</c:v>
                </c:pt>
                <c:pt idx="389">
                  <c:v>-17.6155896603</c:v>
                </c:pt>
                <c:pt idx="390">
                  <c:v>-17.532039337699999</c:v>
                </c:pt>
                <c:pt idx="391">
                  <c:v>-14.661786212499999</c:v>
                </c:pt>
                <c:pt idx="392">
                  <c:v>-11.66741964</c:v>
                </c:pt>
                <c:pt idx="393">
                  <c:v>-10.7197339888</c:v>
                </c:pt>
                <c:pt idx="394">
                  <c:v>-10.760459644100001</c:v>
                </c:pt>
                <c:pt idx="395">
                  <c:v>-8.6896405854999994</c:v>
                </c:pt>
                <c:pt idx="396">
                  <c:v>-3.4427592795800002</c:v>
                </c:pt>
                <c:pt idx="397">
                  <c:v>2.21070068082</c:v>
                </c:pt>
                <c:pt idx="398">
                  <c:v>4.5231815215099997</c:v>
                </c:pt>
                <c:pt idx="399">
                  <c:v>2.7208462072700001</c:v>
                </c:pt>
                <c:pt idx="400">
                  <c:v>-0.45544824900999997</c:v>
                </c:pt>
                <c:pt idx="401">
                  <c:v>-1.7208862358300001</c:v>
                </c:pt>
                <c:pt idx="402">
                  <c:v>-0.18625591291499999</c:v>
                </c:pt>
                <c:pt idx="403">
                  <c:v>2.5389145267200002</c:v>
                </c:pt>
                <c:pt idx="404">
                  <c:v>4.4749951694499996</c:v>
                </c:pt>
                <c:pt idx="405">
                  <c:v>4.96344283092</c:v>
                </c:pt>
                <c:pt idx="406">
                  <c:v>4.5303982030199998</c:v>
                </c:pt>
                <c:pt idx="407">
                  <c:v>3.95025663869</c:v>
                </c:pt>
                <c:pt idx="408">
                  <c:v>3.8687669625500001</c:v>
                </c:pt>
                <c:pt idx="409">
                  <c:v>4.8145897909900004</c:v>
                </c:pt>
                <c:pt idx="410">
                  <c:v>6.8069290062499999</c:v>
                </c:pt>
                <c:pt idx="411">
                  <c:v>8.94918645025</c:v>
                </c:pt>
                <c:pt idx="412">
                  <c:v>10.129151672500001</c:v>
                </c:pt>
                <c:pt idx="413">
                  <c:v>10.4656122833</c:v>
                </c:pt>
                <c:pt idx="414">
                  <c:v>11.4578300885</c:v>
                </c:pt>
                <c:pt idx="415">
                  <c:v>14.0766663447</c:v>
                </c:pt>
                <c:pt idx="416">
                  <c:v>17.109778884000001</c:v>
                </c:pt>
                <c:pt idx="417">
                  <c:v>18.246946748100001</c:v>
                </c:pt>
                <c:pt idx="418">
                  <c:v>16.8073197091</c:v>
                </c:pt>
                <c:pt idx="419">
                  <c:v>14.5707882496</c:v>
                </c:pt>
                <c:pt idx="420">
                  <c:v>13.472908997099999</c:v>
                </c:pt>
                <c:pt idx="421">
                  <c:v>13.1297695663</c:v>
                </c:pt>
                <c:pt idx="422">
                  <c:v>11.604315293799999</c:v>
                </c:pt>
                <c:pt idx="423">
                  <c:v>8.4896440441899994</c:v>
                </c:pt>
                <c:pt idx="424">
                  <c:v>6.0220084636899998</c:v>
                </c:pt>
                <c:pt idx="425">
                  <c:v>6.4781895654400001</c:v>
                </c:pt>
                <c:pt idx="426">
                  <c:v>9.1925486754799994</c:v>
                </c:pt>
                <c:pt idx="427">
                  <c:v>11.1181997054</c:v>
                </c:pt>
                <c:pt idx="428">
                  <c:v>10.2707309644</c:v>
                </c:pt>
                <c:pt idx="429">
                  <c:v>7.7979444559699997</c:v>
                </c:pt>
                <c:pt idx="430">
                  <c:v>6.3436533068800003</c:v>
                </c:pt>
                <c:pt idx="431">
                  <c:v>7.1377655734900003</c:v>
                </c:pt>
                <c:pt idx="432">
                  <c:v>9.4891107519200002</c:v>
                </c:pt>
                <c:pt idx="433">
                  <c:v>12.5805376944</c:v>
                </c:pt>
                <c:pt idx="434">
                  <c:v>16.396698947099999</c:v>
                </c:pt>
                <c:pt idx="435">
                  <c:v>20.5351999881</c:v>
                </c:pt>
                <c:pt idx="436">
                  <c:v>23.126545919200002</c:v>
                </c:pt>
                <c:pt idx="437">
                  <c:v>22.113082866999999</c:v>
                </c:pt>
                <c:pt idx="438">
                  <c:v>17.922752360299999</c:v>
                </c:pt>
                <c:pt idx="439">
                  <c:v>14.0898405544</c:v>
                </c:pt>
                <c:pt idx="440">
                  <c:v>14.0756160864</c:v>
                </c:pt>
                <c:pt idx="441">
                  <c:v>17.420487382800001</c:v>
                </c:pt>
                <c:pt idx="442">
                  <c:v>20.252695606900001</c:v>
                </c:pt>
                <c:pt idx="443">
                  <c:v>20.131724741799999</c:v>
                </c:pt>
                <c:pt idx="444">
                  <c:v>19.032846558100001</c:v>
                </c:pt>
                <c:pt idx="445">
                  <c:v>20.2156245969</c:v>
                </c:pt>
                <c:pt idx="446">
                  <c:v>23.1337868297</c:v>
                </c:pt>
                <c:pt idx="447">
                  <c:v>23.604726252599999</c:v>
                </c:pt>
                <c:pt idx="448">
                  <c:v>19.3828337542</c:v>
                </c:pt>
                <c:pt idx="449">
                  <c:v>13.731959346</c:v>
                </c:pt>
                <c:pt idx="450">
                  <c:v>12.0016761551</c:v>
                </c:pt>
                <c:pt idx="451">
                  <c:v>15.4281654127</c:v>
                </c:pt>
                <c:pt idx="452">
                  <c:v>19.905004448900002</c:v>
                </c:pt>
                <c:pt idx="453">
                  <c:v>20.759605365199999</c:v>
                </c:pt>
                <c:pt idx="454">
                  <c:v>17.358647300000001</c:v>
                </c:pt>
                <c:pt idx="455">
                  <c:v>12.786263482600001</c:v>
                </c:pt>
                <c:pt idx="456">
                  <c:v>10.187212733200001</c:v>
                </c:pt>
                <c:pt idx="457">
                  <c:v>10.2474028894</c:v>
                </c:pt>
                <c:pt idx="458">
                  <c:v>11.7630368174</c:v>
                </c:pt>
                <c:pt idx="459">
                  <c:v>13.3862507424</c:v>
                </c:pt>
                <c:pt idx="460">
                  <c:v>14.089931292099999</c:v>
                </c:pt>
                <c:pt idx="461">
                  <c:v>12.8770966937</c:v>
                </c:pt>
                <c:pt idx="462">
                  <c:v>9.6342375873900004</c:v>
                </c:pt>
                <c:pt idx="463">
                  <c:v>6.2311792614500003</c:v>
                </c:pt>
                <c:pt idx="464">
                  <c:v>5.2879813341900004</c:v>
                </c:pt>
                <c:pt idx="465">
                  <c:v>7.3201155669100002</c:v>
                </c:pt>
                <c:pt idx="466">
                  <c:v>9.9657115935099991</c:v>
                </c:pt>
                <c:pt idx="467">
                  <c:v>10.5138969806</c:v>
                </c:pt>
                <c:pt idx="468">
                  <c:v>8.7198844261000001</c:v>
                </c:pt>
                <c:pt idx="469">
                  <c:v>6.7801954709899999</c:v>
                </c:pt>
                <c:pt idx="470">
                  <c:v>6.8116046358500002</c:v>
                </c:pt>
                <c:pt idx="471">
                  <c:v>8.6471849374200005</c:v>
                </c:pt>
                <c:pt idx="472">
                  <c:v>10.054771691299999</c:v>
                </c:pt>
                <c:pt idx="473">
                  <c:v>9.0371143219000007</c:v>
                </c:pt>
                <c:pt idx="474">
                  <c:v>5.89881052449</c:v>
                </c:pt>
                <c:pt idx="475">
                  <c:v>2.8952869721600001</c:v>
                </c:pt>
                <c:pt idx="476">
                  <c:v>1.86627764183</c:v>
                </c:pt>
                <c:pt idx="477">
                  <c:v>2.6385373106899999</c:v>
                </c:pt>
                <c:pt idx="478">
                  <c:v>3.8753026582499999</c:v>
                </c:pt>
                <c:pt idx="479">
                  <c:v>4.8467642284499997</c:v>
                </c:pt>
                <c:pt idx="480">
                  <c:v>5.7357147423599999</c:v>
                </c:pt>
                <c:pt idx="481">
                  <c:v>6.4294400127399998</c:v>
                </c:pt>
                <c:pt idx="482">
                  <c:v>5.8792684389099996</c:v>
                </c:pt>
                <c:pt idx="483">
                  <c:v>3.2707842510299998</c:v>
                </c:pt>
                <c:pt idx="484">
                  <c:v>-0.49567609270099999</c:v>
                </c:pt>
                <c:pt idx="485">
                  <c:v>-3.3390754086199999</c:v>
                </c:pt>
                <c:pt idx="486">
                  <c:v>-4.1502247468900002</c:v>
                </c:pt>
                <c:pt idx="487">
                  <c:v>-3.7380961246400002</c:v>
                </c:pt>
                <c:pt idx="488">
                  <c:v>-3.4710824982299999</c:v>
                </c:pt>
                <c:pt idx="489">
                  <c:v>-3.6963553988700002</c:v>
                </c:pt>
                <c:pt idx="490">
                  <c:v>-3.8785661580399999</c:v>
                </c:pt>
                <c:pt idx="491">
                  <c:v>-3.7991441714</c:v>
                </c:pt>
                <c:pt idx="492">
                  <c:v>-4.0588972613600003</c:v>
                </c:pt>
                <c:pt idx="493">
                  <c:v>-5.2886792930500004</c:v>
                </c:pt>
                <c:pt idx="494">
                  <c:v>-7.0873941586100004</c:v>
                </c:pt>
                <c:pt idx="495">
                  <c:v>-8.2181548441899999</c:v>
                </c:pt>
                <c:pt idx="496">
                  <c:v>-8.1054068643299999</c:v>
                </c:pt>
                <c:pt idx="497">
                  <c:v>-7.6018751273799996</c:v>
                </c:pt>
                <c:pt idx="498">
                  <c:v>-7.7348686734800003</c:v>
                </c:pt>
                <c:pt idx="499">
                  <c:v>-8.2433051754799997</c:v>
                </c:pt>
                <c:pt idx="500">
                  <c:v>-8.1940650304799991</c:v>
                </c:pt>
                <c:pt idx="501">
                  <c:v>-7.7237964989599996</c:v>
                </c:pt>
                <c:pt idx="502">
                  <c:v>-8.1655887374499994</c:v>
                </c:pt>
                <c:pt idx="503">
                  <c:v>-10.277680326800001</c:v>
                </c:pt>
                <c:pt idx="504">
                  <c:v>-13.042696120800001</c:v>
                </c:pt>
                <c:pt idx="505">
                  <c:v>-14.617771873800001</c:v>
                </c:pt>
                <c:pt idx="506">
                  <c:v>-14.218697199199999</c:v>
                </c:pt>
                <c:pt idx="507">
                  <c:v>-12.805583155000001</c:v>
                </c:pt>
                <c:pt idx="508">
                  <c:v>-11.949338899800001</c:v>
                </c:pt>
                <c:pt idx="509">
                  <c:v>-12.074673667100001</c:v>
                </c:pt>
                <c:pt idx="510">
                  <c:v>-11.835762431599999</c:v>
                </c:pt>
                <c:pt idx="511">
                  <c:v>-9.3955406142399998</c:v>
                </c:pt>
                <c:pt idx="512">
                  <c:v>-4.4389923971299998</c:v>
                </c:pt>
                <c:pt idx="513">
                  <c:v>1.2160805967199999</c:v>
                </c:pt>
                <c:pt idx="514">
                  <c:v>5.0369380804899997</c:v>
                </c:pt>
                <c:pt idx="515">
                  <c:v>5.6712657010700003</c:v>
                </c:pt>
                <c:pt idx="516">
                  <c:v>3.6622664280700001</c:v>
                </c:pt>
                <c:pt idx="517">
                  <c:v>0.71220860735900005</c:v>
                </c:pt>
                <c:pt idx="518">
                  <c:v>-1.8091789190900001</c:v>
                </c:pt>
                <c:pt idx="519">
                  <c:v>-3.9493544034100001</c:v>
                </c:pt>
                <c:pt idx="520">
                  <c:v>-6.8436938213299996</c:v>
                </c:pt>
                <c:pt idx="521">
                  <c:v>-11.3694805442</c:v>
                </c:pt>
                <c:pt idx="522">
                  <c:v>-17.2865930862</c:v>
                </c:pt>
                <c:pt idx="523">
                  <c:v>-23.396127570499999</c:v>
                </c:pt>
                <c:pt idx="524">
                  <c:v>-27.980052956800002</c:v>
                </c:pt>
                <c:pt idx="525">
                  <c:v>-29.395992821299998</c:v>
                </c:pt>
                <c:pt idx="526">
                  <c:v>-27.371366737900001</c:v>
                </c:pt>
                <c:pt idx="527">
                  <c:v>-24.0855261056</c:v>
                </c:pt>
                <c:pt idx="528">
                  <c:v>-22.876372546500001</c:v>
                </c:pt>
                <c:pt idx="529">
                  <c:v>-24.731010379299999</c:v>
                </c:pt>
                <c:pt idx="530">
                  <c:v>-26.5186637525</c:v>
                </c:pt>
                <c:pt idx="531">
                  <c:v>-24.1301351344</c:v>
                </c:pt>
                <c:pt idx="532">
                  <c:v>-17.507179051000001</c:v>
                </c:pt>
                <c:pt idx="533">
                  <c:v>-11.099921590699999</c:v>
                </c:pt>
                <c:pt idx="534">
                  <c:v>-8.8269367152899996</c:v>
                </c:pt>
                <c:pt idx="535">
                  <c:v>-10.174639557500001</c:v>
                </c:pt>
                <c:pt idx="536">
                  <c:v>-12.234887974399999</c:v>
                </c:pt>
                <c:pt idx="537">
                  <c:v>-13.8154811701</c:v>
                </c:pt>
                <c:pt idx="538">
                  <c:v>-15.648180161999999</c:v>
                </c:pt>
                <c:pt idx="539">
                  <c:v>-17.592413486800002</c:v>
                </c:pt>
                <c:pt idx="540">
                  <c:v>-17.922507468300001</c:v>
                </c:pt>
                <c:pt idx="541">
                  <c:v>-15.6193986651</c:v>
                </c:pt>
                <c:pt idx="542">
                  <c:v>-11.939830414999999</c:v>
                </c:pt>
                <c:pt idx="543">
                  <c:v>-9.08456724929</c:v>
                </c:pt>
                <c:pt idx="544">
                  <c:v>-7.93387003495</c:v>
                </c:pt>
                <c:pt idx="545">
                  <c:v>-7.6245010298300002</c:v>
                </c:pt>
                <c:pt idx="546">
                  <c:v>-7.0650487448000003</c:v>
                </c:pt>
                <c:pt idx="547">
                  <c:v>-6.2845753101700002</c:v>
                </c:pt>
                <c:pt idx="548">
                  <c:v>-6.2507413448599998</c:v>
                </c:pt>
                <c:pt idx="549">
                  <c:v>-7.8383985350099996</c:v>
                </c:pt>
                <c:pt idx="550">
                  <c:v>-10.978581014</c:v>
                </c:pt>
                <c:pt idx="551">
                  <c:v>-14.102119362</c:v>
                </c:pt>
                <c:pt idx="552">
                  <c:v>-14.387455985000001</c:v>
                </c:pt>
                <c:pt idx="553">
                  <c:v>-9.7643137537799998</c:v>
                </c:pt>
                <c:pt idx="554">
                  <c:v>-1.3048207574799999</c:v>
                </c:pt>
                <c:pt idx="555">
                  <c:v>7.1322772622299997</c:v>
                </c:pt>
                <c:pt idx="556">
                  <c:v>12.0084686531</c:v>
                </c:pt>
                <c:pt idx="557">
                  <c:v>12.432460445</c:v>
                </c:pt>
                <c:pt idx="558">
                  <c:v>9.9287392271300003</c:v>
                </c:pt>
                <c:pt idx="559">
                  <c:v>7.0183840438600003</c:v>
                </c:pt>
                <c:pt idx="560">
                  <c:v>5.6484703242799998</c:v>
                </c:pt>
                <c:pt idx="561">
                  <c:v>5.7793526762200003</c:v>
                </c:pt>
                <c:pt idx="562">
                  <c:v>5.5348138131500004</c:v>
                </c:pt>
                <c:pt idx="563">
                  <c:v>3.4191202924300002</c:v>
                </c:pt>
                <c:pt idx="564">
                  <c:v>0.109530172595</c:v>
                </c:pt>
                <c:pt idx="565">
                  <c:v>-2.4035393852200002</c:v>
                </c:pt>
                <c:pt idx="566">
                  <c:v>-2.9917078896199998</c:v>
                </c:pt>
                <c:pt idx="567">
                  <c:v>-2.2280477404800001</c:v>
                </c:pt>
                <c:pt idx="568">
                  <c:v>-1.3728595800300001</c:v>
                </c:pt>
                <c:pt idx="569">
                  <c:v>-0.98451826138599996</c:v>
                </c:pt>
                <c:pt idx="570">
                  <c:v>-0.66838700830700004</c:v>
                </c:pt>
                <c:pt idx="571">
                  <c:v>-0.129340663355</c:v>
                </c:pt>
                <c:pt idx="572">
                  <c:v>-0.102488130537</c:v>
                </c:pt>
                <c:pt idx="573">
                  <c:v>-1.69125587268</c:v>
                </c:pt>
                <c:pt idx="574">
                  <c:v>-4.6922022677999999</c:v>
                </c:pt>
                <c:pt idx="575">
                  <c:v>-7.1608625715600001</c:v>
                </c:pt>
                <c:pt idx="576">
                  <c:v>-7.2591949688400002</c:v>
                </c:pt>
                <c:pt idx="577">
                  <c:v>-5.4429777276099998</c:v>
                </c:pt>
                <c:pt idx="578">
                  <c:v>-4.08446849128</c:v>
                </c:pt>
                <c:pt idx="579">
                  <c:v>-4.5839169388699998</c:v>
                </c:pt>
                <c:pt idx="580">
                  <c:v>-5.6133836234299999</c:v>
                </c:pt>
                <c:pt idx="581">
                  <c:v>-5.0309425123200002</c:v>
                </c:pt>
                <c:pt idx="582">
                  <c:v>-2.87201660268</c:v>
                </c:pt>
                <c:pt idx="583">
                  <c:v>-1.14246896568</c:v>
                </c:pt>
                <c:pt idx="584">
                  <c:v>-0.96284839010800005</c:v>
                </c:pt>
                <c:pt idx="585">
                  <c:v>-1.5187280517399999</c:v>
                </c:pt>
                <c:pt idx="586">
                  <c:v>-2.0363393426499998</c:v>
                </c:pt>
                <c:pt idx="587">
                  <c:v>-3.1562542017299999</c:v>
                </c:pt>
                <c:pt idx="588">
                  <c:v>-5.4709121704100001</c:v>
                </c:pt>
                <c:pt idx="589">
                  <c:v>-7.8710652345699996</c:v>
                </c:pt>
                <c:pt idx="590">
                  <c:v>-8.6425570450699993</c:v>
                </c:pt>
                <c:pt idx="591">
                  <c:v>-7.7853410383100004</c:v>
                </c:pt>
                <c:pt idx="592">
                  <c:v>-7.0578083821100002</c:v>
                </c:pt>
                <c:pt idx="593">
                  <c:v>-7.6362452565799996</c:v>
                </c:pt>
                <c:pt idx="594">
                  <c:v>-8.6579694615600005</c:v>
                </c:pt>
                <c:pt idx="595">
                  <c:v>-8.6018087363899998</c:v>
                </c:pt>
                <c:pt idx="596">
                  <c:v>-7.6274244001599998</c:v>
                </c:pt>
                <c:pt idx="597">
                  <c:v>-7.5930870691000001</c:v>
                </c:pt>
                <c:pt idx="598">
                  <c:v>-9.4011751437199997</c:v>
                </c:pt>
                <c:pt idx="599">
                  <c:v>-11.281364595599999</c:v>
                </c:pt>
                <c:pt idx="600">
                  <c:v>-10.818754525499999</c:v>
                </c:pt>
                <c:pt idx="601">
                  <c:v>-8.1405807832899999</c:v>
                </c:pt>
                <c:pt idx="602">
                  <c:v>-5.77707934777</c:v>
                </c:pt>
                <c:pt idx="603">
                  <c:v>-5.5666049469400001</c:v>
                </c:pt>
                <c:pt idx="604">
                  <c:v>-6.8644777042899996</c:v>
                </c:pt>
                <c:pt idx="605">
                  <c:v>-7.8138568485600004</c:v>
                </c:pt>
                <c:pt idx="606">
                  <c:v>-7.5000933274400001</c:v>
                </c:pt>
                <c:pt idx="607">
                  <c:v>-6.6331094496</c:v>
                </c:pt>
                <c:pt idx="608">
                  <c:v>-6.4381045863499997</c:v>
                </c:pt>
                <c:pt idx="609">
                  <c:v>-6.9962581308100003</c:v>
                </c:pt>
                <c:pt idx="610">
                  <c:v>-6.8696818192300002</c:v>
                </c:pt>
                <c:pt idx="611">
                  <c:v>-4.7914156702600001</c:v>
                </c:pt>
                <c:pt idx="612">
                  <c:v>-1.73719118812</c:v>
                </c:pt>
                <c:pt idx="613">
                  <c:v>-0.68257436553499995</c:v>
                </c:pt>
                <c:pt idx="614">
                  <c:v>-3.59795397223</c:v>
                </c:pt>
                <c:pt idx="615">
                  <c:v>-8.6578132446900007</c:v>
                </c:pt>
                <c:pt idx="616">
                  <c:v>-11.339987646200001</c:v>
                </c:pt>
                <c:pt idx="617">
                  <c:v>-9.0153756261200009</c:v>
                </c:pt>
                <c:pt idx="618">
                  <c:v>-3.6562802183800001</c:v>
                </c:pt>
                <c:pt idx="619">
                  <c:v>0.96466396635899998</c:v>
                </c:pt>
                <c:pt idx="620">
                  <c:v>3.69804205311</c:v>
                </c:pt>
                <c:pt idx="621">
                  <c:v>6.1329622195200004</c:v>
                </c:pt>
                <c:pt idx="622">
                  <c:v>9.2071977168599997</c:v>
                </c:pt>
                <c:pt idx="623">
                  <c:v>11.710771558099999</c:v>
                </c:pt>
                <c:pt idx="624">
                  <c:v>12.1725677899</c:v>
                </c:pt>
                <c:pt idx="625">
                  <c:v>10.700167288299999</c:v>
                </c:pt>
                <c:pt idx="626">
                  <c:v>8.4717766481099996</c:v>
                </c:pt>
                <c:pt idx="627">
                  <c:v>6.3427617629900004</c:v>
                </c:pt>
                <c:pt idx="628">
                  <c:v>4.5100779589300002</c:v>
                </c:pt>
                <c:pt idx="629">
                  <c:v>2.93184229391</c:v>
                </c:pt>
                <c:pt idx="630">
                  <c:v>1.3654993854299999</c:v>
                </c:pt>
                <c:pt idx="631">
                  <c:v>-0.803793543996</c:v>
                </c:pt>
                <c:pt idx="632">
                  <c:v>-4.0014337755299998</c:v>
                </c:pt>
                <c:pt idx="633">
                  <c:v>-7.4054378083900003</c:v>
                </c:pt>
                <c:pt idx="634">
                  <c:v>-9.0489816886700005</c:v>
                </c:pt>
                <c:pt idx="635">
                  <c:v>-7.7346551300700002</c:v>
                </c:pt>
                <c:pt idx="636">
                  <c:v>-4.5351385494800001</c:v>
                </c:pt>
                <c:pt idx="637">
                  <c:v>-1.42827962978</c:v>
                </c:pt>
                <c:pt idx="638">
                  <c:v>1.3826023056700001</c:v>
                </c:pt>
                <c:pt idx="639">
                  <c:v>5.4489329663300001</c:v>
                </c:pt>
                <c:pt idx="640">
                  <c:v>11.012041185299999</c:v>
                </c:pt>
                <c:pt idx="641">
                  <c:v>15.2841778224</c:v>
                </c:pt>
                <c:pt idx="642">
                  <c:v>14.9587875886</c:v>
                </c:pt>
                <c:pt idx="643">
                  <c:v>10.0817361971</c:v>
                </c:pt>
                <c:pt idx="644">
                  <c:v>4.4638936249899999</c:v>
                </c:pt>
                <c:pt idx="645">
                  <c:v>2.0536400975000002</c:v>
                </c:pt>
                <c:pt idx="646">
                  <c:v>3.43628914525</c:v>
                </c:pt>
                <c:pt idx="647">
                  <c:v>6.1837103747100004</c:v>
                </c:pt>
                <c:pt idx="648">
                  <c:v>8.1424363031899993</c:v>
                </c:pt>
                <c:pt idx="649">
                  <c:v>9.5921926314900006</c:v>
                </c:pt>
                <c:pt idx="650">
                  <c:v>11.9360964361</c:v>
                </c:pt>
                <c:pt idx="651">
                  <c:v>14.9864995357</c:v>
                </c:pt>
                <c:pt idx="652">
                  <c:v>16.7184582547</c:v>
                </c:pt>
                <c:pt idx="653">
                  <c:v>15.998071829500001</c:v>
                </c:pt>
                <c:pt idx="654">
                  <c:v>14.423191554200001</c:v>
                </c:pt>
                <c:pt idx="655">
                  <c:v>14.355587917699999</c:v>
                </c:pt>
                <c:pt idx="656">
                  <c:v>15.5500981709</c:v>
                </c:pt>
                <c:pt idx="657">
                  <c:v>15.030990149300001</c:v>
                </c:pt>
                <c:pt idx="658">
                  <c:v>10.7525149077</c:v>
                </c:pt>
                <c:pt idx="659">
                  <c:v>4.5289102440900004</c:v>
                </c:pt>
                <c:pt idx="660">
                  <c:v>0.45327744877800002</c:v>
                </c:pt>
                <c:pt idx="661">
                  <c:v>0.70111998833599998</c:v>
                </c:pt>
                <c:pt idx="662">
                  <c:v>3.7584565598999999</c:v>
                </c:pt>
                <c:pt idx="663">
                  <c:v>6.7286207203000004</c:v>
                </c:pt>
                <c:pt idx="664">
                  <c:v>8.4058887660499995</c:v>
                </c:pt>
                <c:pt idx="665">
                  <c:v>9.6242051613400008</c:v>
                </c:pt>
                <c:pt idx="666">
                  <c:v>11.203859187200001</c:v>
                </c:pt>
                <c:pt idx="667">
                  <c:v>12.4587655371</c:v>
                </c:pt>
                <c:pt idx="668">
                  <c:v>12.144929149499999</c:v>
                </c:pt>
                <c:pt idx="669">
                  <c:v>10.564902188</c:v>
                </c:pt>
                <c:pt idx="670">
                  <c:v>9.9298077815799992</c:v>
                </c:pt>
                <c:pt idx="671">
                  <c:v>12.135423644399999</c:v>
                </c:pt>
                <c:pt idx="672">
                  <c:v>16.520255561199999</c:v>
                </c:pt>
                <c:pt idx="673">
                  <c:v>20.467038611700001</c:v>
                </c:pt>
                <c:pt idx="674">
                  <c:v>22.195964219299999</c:v>
                </c:pt>
                <c:pt idx="675">
                  <c:v>22.343372046799999</c:v>
                </c:pt>
                <c:pt idx="676">
                  <c:v>22.6555215078</c:v>
                </c:pt>
                <c:pt idx="677">
                  <c:v>23.840288020500001</c:v>
                </c:pt>
                <c:pt idx="678">
                  <c:v>25.2463695685</c:v>
                </c:pt>
                <c:pt idx="679">
                  <c:v>26.2129557807</c:v>
                </c:pt>
                <c:pt idx="680">
                  <c:v>26.8981971595</c:v>
                </c:pt>
                <c:pt idx="681">
                  <c:v>27.654001830199999</c:v>
                </c:pt>
                <c:pt idx="682">
                  <c:v>28.256266636500001</c:v>
                </c:pt>
                <c:pt idx="683">
                  <c:v>28.196355237799999</c:v>
                </c:pt>
                <c:pt idx="684">
                  <c:v>27.295019062600002</c:v>
                </c:pt>
                <c:pt idx="685">
                  <c:v>25.497361546099999</c:v>
                </c:pt>
                <c:pt idx="686">
                  <c:v>22.561762385000002</c:v>
                </c:pt>
                <c:pt idx="687">
                  <c:v>18.922914242099999</c:v>
                </c:pt>
                <c:pt idx="688">
                  <c:v>16.531767007799999</c:v>
                </c:pt>
                <c:pt idx="689">
                  <c:v>17.284475984099998</c:v>
                </c:pt>
                <c:pt idx="690">
                  <c:v>20.276383775799999</c:v>
                </c:pt>
                <c:pt idx="691">
                  <c:v>22.183231104699999</c:v>
                </c:pt>
                <c:pt idx="692">
                  <c:v>21.118043714100001</c:v>
                </c:pt>
                <c:pt idx="693">
                  <c:v>18.7195000454</c:v>
                </c:pt>
                <c:pt idx="694">
                  <c:v>17.511300637000002</c:v>
                </c:pt>
                <c:pt idx="695">
                  <c:v>17.401040958300001</c:v>
                </c:pt>
                <c:pt idx="696">
                  <c:v>15.9558150121</c:v>
                </c:pt>
                <c:pt idx="697">
                  <c:v>11.6125989634</c:v>
                </c:pt>
                <c:pt idx="698">
                  <c:v>5.7255242043200001</c:v>
                </c:pt>
                <c:pt idx="699">
                  <c:v>1.44066948866</c:v>
                </c:pt>
                <c:pt idx="700">
                  <c:v>0.82540233340199998</c:v>
                </c:pt>
                <c:pt idx="701">
                  <c:v>2.94251659634</c:v>
                </c:pt>
                <c:pt idx="702">
                  <c:v>4.5287381913600004</c:v>
                </c:pt>
                <c:pt idx="703">
                  <c:v>2.8459488461300002</c:v>
                </c:pt>
                <c:pt idx="704">
                  <c:v>-1.7403731283799999</c:v>
                </c:pt>
                <c:pt idx="705">
                  <c:v>-6.1941547578699998</c:v>
                </c:pt>
                <c:pt idx="706">
                  <c:v>-8.1047813404899998</c:v>
                </c:pt>
                <c:pt idx="707">
                  <c:v>-8.0855518629900001</c:v>
                </c:pt>
                <c:pt idx="708">
                  <c:v>-8.4505299789099997</c:v>
                </c:pt>
                <c:pt idx="709">
                  <c:v>-10.2870464925</c:v>
                </c:pt>
                <c:pt idx="710">
                  <c:v>-12.813713892099999</c:v>
                </c:pt>
                <c:pt idx="711">
                  <c:v>-15.169380955199999</c:v>
                </c:pt>
                <c:pt idx="712">
                  <c:v>-17.580837268</c:v>
                </c:pt>
                <c:pt idx="713">
                  <c:v>-20.4412750698</c:v>
                </c:pt>
                <c:pt idx="714">
                  <c:v>-23.065795755900002</c:v>
                </c:pt>
                <c:pt idx="715">
                  <c:v>-24.1796078538</c:v>
                </c:pt>
                <c:pt idx="716">
                  <c:v>-23.529593592099999</c:v>
                </c:pt>
                <c:pt idx="717">
                  <c:v>-22.2986259298</c:v>
                </c:pt>
                <c:pt idx="718">
                  <c:v>-21.703775744000001</c:v>
                </c:pt>
                <c:pt idx="719">
                  <c:v>-21.704808552999999</c:v>
                </c:pt>
                <c:pt idx="720">
                  <c:v>-21.427484568499999</c:v>
                </c:pt>
                <c:pt idx="721">
                  <c:v>-20.529634251200001</c:v>
                </c:pt>
                <c:pt idx="722">
                  <c:v>-19.735112669199999</c:v>
                </c:pt>
                <c:pt idx="723">
                  <c:v>-20.029537458299998</c:v>
                </c:pt>
                <c:pt idx="724">
                  <c:v>-21.658347713800001</c:v>
                </c:pt>
                <c:pt idx="725">
                  <c:v>-24.1213731691</c:v>
                </c:pt>
                <c:pt idx="726">
                  <c:v>-26.8694228311</c:v>
                </c:pt>
                <c:pt idx="727">
                  <c:v>-29.560310515099999</c:v>
                </c:pt>
                <c:pt idx="728">
                  <c:v>-31.778644444400001</c:v>
                </c:pt>
                <c:pt idx="729">
                  <c:v>-33.165021348300002</c:v>
                </c:pt>
                <c:pt idx="730">
                  <c:v>-33.966455467300001</c:v>
                </c:pt>
                <c:pt idx="731">
                  <c:v>-34.795570010799999</c:v>
                </c:pt>
                <c:pt idx="732">
                  <c:v>-35.5298765792</c:v>
                </c:pt>
                <c:pt idx="733">
                  <c:v>-35.1160652541</c:v>
                </c:pt>
                <c:pt idx="734">
                  <c:v>-32.9523900127</c:v>
                </c:pt>
                <c:pt idx="735">
                  <c:v>-29.990671809799998</c:v>
                </c:pt>
                <c:pt idx="736">
                  <c:v>-28.0123322253</c:v>
                </c:pt>
                <c:pt idx="737">
                  <c:v>-27.9992759101</c:v>
                </c:pt>
                <c:pt idx="738">
                  <c:v>-29.353532411300002</c:v>
                </c:pt>
                <c:pt idx="739">
                  <c:v>-30.439429582599999</c:v>
                </c:pt>
                <c:pt idx="740">
                  <c:v>-29.668544065900001</c:v>
                </c:pt>
                <c:pt idx="741">
                  <c:v>-26.3570498986</c:v>
                </c:pt>
                <c:pt idx="742">
                  <c:v>-21.200624980499999</c:v>
                </c:pt>
                <c:pt idx="743">
                  <c:v>-16.120933168200001</c:v>
                </c:pt>
                <c:pt idx="744">
                  <c:v>-13.011495156000001</c:v>
                </c:pt>
                <c:pt idx="745">
                  <c:v>-12.079916302199999</c:v>
                </c:pt>
                <c:pt idx="746">
                  <c:v>-11.6706819435</c:v>
                </c:pt>
                <c:pt idx="747">
                  <c:v>-10.0899066349</c:v>
                </c:pt>
                <c:pt idx="748">
                  <c:v>-7.3657818380700002</c:v>
                </c:pt>
                <c:pt idx="749">
                  <c:v>-4.8045040130699999</c:v>
                </c:pt>
                <c:pt idx="750">
                  <c:v>-3.0437917893000002</c:v>
                </c:pt>
                <c:pt idx="751">
                  <c:v>-1.26307872545</c:v>
                </c:pt>
                <c:pt idx="752">
                  <c:v>1.5057080294</c:v>
                </c:pt>
                <c:pt idx="753">
                  <c:v>4.9320451162600003</c:v>
                </c:pt>
                <c:pt idx="754">
                  <c:v>7.6674482357800002</c:v>
                </c:pt>
                <c:pt idx="755">
                  <c:v>8.7096849525900009</c:v>
                </c:pt>
                <c:pt idx="756">
                  <c:v>8.2492950194100008</c:v>
                </c:pt>
                <c:pt idx="757">
                  <c:v>7.5761397826500003</c:v>
                </c:pt>
                <c:pt idx="758">
                  <c:v>8.2782529198199999</c:v>
                </c:pt>
                <c:pt idx="759">
                  <c:v>10.852960029</c:v>
                </c:pt>
                <c:pt idx="760">
                  <c:v>13.7706471866</c:v>
                </c:pt>
                <c:pt idx="761">
                  <c:v>14.543698237599999</c:v>
                </c:pt>
                <c:pt idx="762">
                  <c:v>12.152444832700001</c:v>
                </c:pt>
                <c:pt idx="763">
                  <c:v>8.14529858631</c:v>
                </c:pt>
                <c:pt idx="764">
                  <c:v>5.2693160492100004</c:v>
                </c:pt>
                <c:pt idx="765">
                  <c:v>5.1576318321699999</c:v>
                </c:pt>
                <c:pt idx="766">
                  <c:v>7.1996638749299997</c:v>
                </c:pt>
                <c:pt idx="767">
                  <c:v>9.5960248211299994</c:v>
                </c:pt>
                <c:pt idx="768">
                  <c:v>11.526745306800001</c:v>
                </c:pt>
                <c:pt idx="769">
                  <c:v>13.7776140696</c:v>
                </c:pt>
                <c:pt idx="770">
                  <c:v>16.815480301800001</c:v>
                </c:pt>
                <c:pt idx="771">
                  <c:v>19.0041112165</c:v>
                </c:pt>
                <c:pt idx="772">
                  <c:v>18.0486802502</c:v>
                </c:pt>
                <c:pt idx="773">
                  <c:v>14.4508416213</c:v>
                </c:pt>
                <c:pt idx="774">
                  <c:v>12.308894726</c:v>
                </c:pt>
                <c:pt idx="775">
                  <c:v>15.389831002999999</c:v>
                </c:pt>
                <c:pt idx="776">
                  <c:v>22.561642142899998</c:v>
                </c:pt>
                <c:pt idx="777">
                  <c:v>28.449979540000001</c:v>
                </c:pt>
                <c:pt idx="778">
                  <c:v>29.1382686635</c:v>
                </c:pt>
                <c:pt idx="779">
                  <c:v>26.135841065099999</c:v>
                </c:pt>
                <c:pt idx="780">
                  <c:v>23.984101452899999</c:v>
                </c:pt>
                <c:pt idx="781">
                  <c:v>25.057081633399999</c:v>
                </c:pt>
                <c:pt idx="782">
                  <c:v>27.933579034499999</c:v>
                </c:pt>
                <c:pt idx="783">
                  <c:v>30.157680195200001</c:v>
                </c:pt>
                <c:pt idx="784">
                  <c:v>30.987999675000001</c:v>
                </c:pt>
                <c:pt idx="785">
                  <c:v>31.097951969699999</c:v>
                </c:pt>
                <c:pt idx="786">
                  <c:v>30.5847713058</c:v>
                </c:pt>
                <c:pt idx="787">
                  <c:v>28.3737262239</c:v>
                </c:pt>
                <c:pt idx="788">
                  <c:v>23.915587960500002</c:v>
                </c:pt>
                <c:pt idx="789">
                  <c:v>18.797178456600001</c:v>
                </c:pt>
                <c:pt idx="790">
                  <c:v>15.759759284699999</c:v>
                </c:pt>
                <c:pt idx="791">
                  <c:v>16.0779772227</c:v>
                </c:pt>
                <c:pt idx="792">
                  <c:v>18.364606630499999</c:v>
                </c:pt>
                <c:pt idx="793">
                  <c:v>19.941216409999999</c:v>
                </c:pt>
                <c:pt idx="794">
                  <c:v>19.198932337900001</c:v>
                </c:pt>
                <c:pt idx="795">
                  <c:v>16.775335116699999</c:v>
                </c:pt>
                <c:pt idx="796">
                  <c:v>14.5097498225</c:v>
                </c:pt>
                <c:pt idx="797">
                  <c:v>13.2433743133</c:v>
                </c:pt>
                <c:pt idx="798">
                  <c:v>12.133093922800001</c:v>
                </c:pt>
                <c:pt idx="799">
                  <c:v>10.547456146</c:v>
                </c:pt>
                <c:pt idx="800">
                  <c:v>9.7111993969599997</c:v>
                </c:pt>
                <c:pt idx="801">
                  <c:v>11.0045700468</c:v>
                </c:pt>
                <c:pt idx="802">
                  <c:v>13.097629167799999</c:v>
                </c:pt>
                <c:pt idx="803">
                  <c:v>12.8846459761</c:v>
                </c:pt>
                <c:pt idx="804">
                  <c:v>9.6361946570200008</c:v>
                </c:pt>
                <c:pt idx="805">
                  <c:v>6.2215383322199997</c:v>
                </c:pt>
                <c:pt idx="806">
                  <c:v>5.2676347740000002</c:v>
                </c:pt>
                <c:pt idx="807">
                  <c:v>5.6905325794900001</c:v>
                </c:pt>
                <c:pt idx="808">
                  <c:v>4.4848121708099997</c:v>
                </c:pt>
                <c:pt idx="809">
                  <c:v>1.10035391917</c:v>
                </c:pt>
                <c:pt idx="810">
                  <c:v>-1.7432783092499999</c:v>
                </c:pt>
                <c:pt idx="811">
                  <c:v>-1.67963291254</c:v>
                </c:pt>
                <c:pt idx="812">
                  <c:v>0.465163217543</c:v>
                </c:pt>
                <c:pt idx="813">
                  <c:v>2.1261276467300001</c:v>
                </c:pt>
                <c:pt idx="814">
                  <c:v>2.1701423603699999</c:v>
                </c:pt>
                <c:pt idx="815">
                  <c:v>1.7068650464199999</c:v>
                </c:pt>
                <c:pt idx="816">
                  <c:v>2.1996411705100001</c:v>
                </c:pt>
                <c:pt idx="817">
                  <c:v>3.55958522314</c:v>
                </c:pt>
                <c:pt idx="818">
                  <c:v>4.3800368709899997</c:v>
                </c:pt>
                <c:pt idx="819">
                  <c:v>3.8107400507800002</c:v>
                </c:pt>
                <c:pt idx="820">
                  <c:v>2.5478313462200002</c:v>
                </c:pt>
                <c:pt idx="821">
                  <c:v>1.61174542704</c:v>
                </c:pt>
                <c:pt idx="822">
                  <c:v>0.82988522900499995</c:v>
                </c:pt>
                <c:pt idx="823">
                  <c:v>-0.60018343702800003</c:v>
                </c:pt>
                <c:pt idx="824">
                  <c:v>-2.4575126786700001</c:v>
                </c:pt>
                <c:pt idx="825">
                  <c:v>-3.6714948609900002</c:v>
                </c:pt>
                <c:pt idx="826">
                  <c:v>-4.2881854002999997</c:v>
                </c:pt>
                <c:pt idx="827">
                  <c:v>-5.8483971372700001</c:v>
                </c:pt>
                <c:pt idx="828">
                  <c:v>-8.9567369693199996</c:v>
                </c:pt>
                <c:pt idx="829">
                  <c:v>-11.6099320968</c:v>
                </c:pt>
                <c:pt idx="830">
                  <c:v>-11.274799893599999</c:v>
                </c:pt>
                <c:pt idx="831">
                  <c:v>-8.1169599418100002</c:v>
                </c:pt>
                <c:pt idx="832">
                  <c:v>-4.9118569331800002</c:v>
                </c:pt>
                <c:pt idx="833">
                  <c:v>-3.8493922992799998</c:v>
                </c:pt>
                <c:pt idx="834">
                  <c:v>-4.4600658624799996</c:v>
                </c:pt>
                <c:pt idx="835">
                  <c:v>-4.8923779240499998</c:v>
                </c:pt>
                <c:pt idx="836">
                  <c:v>-4.4956999627699998</c:v>
                </c:pt>
                <c:pt idx="837">
                  <c:v>-4.6036198687600001</c:v>
                </c:pt>
                <c:pt idx="838">
                  <c:v>-6.6375596776299997</c:v>
                </c:pt>
                <c:pt idx="839">
                  <c:v>-9.5999762892200007</c:v>
                </c:pt>
                <c:pt idx="840">
                  <c:v>-10.373797488199999</c:v>
                </c:pt>
                <c:pt idx="841">
                  <c:v>-7.4098668003699997</c:v>
                </c:pt>
                <c:pt idx="842">
                  <c:v>-3.2555348474299999</c:v>
                </c:pt>
                <c:pt idx="843">
                  <c:v>-1.85686811049</c:v>
                </c:pt>
                <c:pt idx="844">
                  <c:v>-3.9204456042900002</c:v>
                </c:pt>
                <c:pt idx="845">
                  <c:v>-6.8022082780300002</c:v>
                </c:pt>
                <c:pt idx="846">
                  <c:v>-8.6472947054099993</c:v>
                </c:pt>
                <c:pt idx="847">
                  <c:v>-10.413712562100001</c:v>
                </c:pt>
                <c:pt idx="848">
                  <c:v>-13.3196252386</c:v>
                </c:pt>
                <c:pt idx="849">
                  <c:v>-16.212791614</c:v>
                </c:pt>
                <c:pt idx="850">
                  <c:v>-16.839634242500001</c:v>
                </c:pt>
                <c:pt idx="851">
                  <c:v>-14.8828971768</c:v>
                </c:pt>
                <c:pt idx="852">
                  <c:v>-12.266503069900001</c:v>
                </c:pt>
                <c:pt idx="853">
                  <c:v>-10.5510319913</c:v>
                </c:pt>
                <c:pt idx="854">
                  <c:v>-9.5585893519099994</c:v>
                </c:pt>
                <c:pt idx="855">
                  <c:v>-9.02178126025</c:v>
                </c:pt>
                <c:pt idx="856">
                  <c:v>-9.9226539524799993</c:v>
                </c:pt>
                <c:pt idx="857">
                  <c:v>-13.0152462466</c:v>
                </c:pt>
                <c:pt idx="858">
                  <c:v>-17.143936821600001</c:v>
                </c:pt>
                <c:pt idx="859">
                  <c:v>-20.301747786699998</c:v>
                </c:pt>
                <c:pt idx="860">
                  <c:v>-21.910621564100001</c:v>
                </c:pt>
                <c:pt idx="861">
                  <c:v>-23.134011506099998</c:v>
                </c:pt>
                <c:pt idx="862">
                  <c:v>-24.876361384500001</c:v>
                </c:pt>
                <c:pt idx="863">
                  <c:v>-26.0750053376</c:v>
                </c:pt>
                <c:pt idx="864">
                  <c:v>-24.616444126299999</c:v>
                </c:pt>
                <c:pt idx="865">
                  <c:v>-20.0872126987</c:v>
                </c:pt>
                <c:pt idx="866">
                  <c:v>-15.1526357292</c:v>
                </c:pt>
                <c:pt idx="867">
                  <c:v>-13.602024327300001</c:v>
                </c:pt>
                <c:pt idx="868">
                  <c:v>-16.758611621899998</c:v>
                </c:pt>
                <c:pt idx="869">
                  <c:v>-22.152499464400002</c:v>
                </c:pt>
                <c:pt idx="870">
                  <c:v>-26.234225393500001</c:v>
                </c:pt>
                <c:pt idx="871">
                  <c:v>-28.0122659116</c:v>
                </c:pt>
                <c:pt idx="872">
                  <c:v>-28.999664947900001</c:v>
                </c:pt>
                <c:pt idx="873">
                  <c:v>-29.8593813279</c:v>
                </c:pt>
                <c:pt idx="874">
                  <c:v>-29.135120779099999</c:v>
                </c:pt>
                <c:pt idx="875">
                  <c:v>-26.3550810841</c:v>
                </c:pt>
                <c:pt idx="876">
                  <c:v>-24.504000349599998</c:v>
                </c:pt>
                <c:pt idx="877">
                  <c:v>-27.142407410000001</c:v>
                </c:pt>
                <c:pt idx="878">
                  <c:v>-33.669072916099999</c:v>
                </c:pt>
                <c:pt idx="879">
                  <c:v>-39.4291450602</c:v>
                </c:pt>
                <c:pt idx="880">
                  <c:v>-40.620771291300002</c:v>
                </c:pt>
                <c:pt idx="881">
                  <c:v>-37.818158226900003</c:v>
                </c:pt>
                <c:pt idx="882">
                  <c:v>-34.500538337999998</c:v>
                </c:pt>
                <c:pt idx="883">
                  <c:v>-33.145008015000002</c:v>
                </c:pt>
                <c:pt idx="884">
                  <c:v>-33.317990760999997</c:v>
                </c:pt>
                <c:pt idx="885">
                  <c:v>-33.120619861999998</c:v>
                </c:pt>
                <c:pt idx="886">
                  <c:v>-31.626230164599999</c:v>
                </c:pt>
                <c:pt idx="887">
                  <c:v>-29.447406629900001</c:v>
                </c:pt>
                <c:pt idx="888">
                  <c:v>-27.4428809335</c:v>
                </c:pt>
                <c:pt idx="889">
                  <c:v>-25.772331725200001</c:v>
                </c:pt>
                <c:pt idx="890">
                  <c:v>-24.177312743000002</c:v>
                </c:pt>
                <c:pt idx="891">
                  <c:v>-22.471170928300001</c:v>
                </c:pt>
                <c:pt idx="892">
                  <c:v>-20.685844496400001</c:v>
                </c:pt>
                <c:pt idx="893">
                  <c:v>-18.983587612800001</c:v>
                </c:pt>
                <c:pt idx="894">
                  <c:v>-17.204960567299999</c:v>
                </c:pt>
                <c:pt idx="895">
                  <c:v>-14.696904143299999</c:v>
                </c:pt>
                <c:pt idx="896">
                  <c:v>-11.253967150599999</c:v>
                </c:pt>
                <c:pt idx="897">
                  <c:v>-7.8427446714300002</c:v>
                </c:pt>
                <c:pt idx="898">
                  <c:v>-5.4929401422000002</c:v>
                </c:pt>
                <c:pt idx="899">
                  <c:v>-4.0125813392499996</c:v>
                </c:pt>
                <c:pt idx="900">
                  <c:v>-2.8608162129000001</c:v>
                </c:pt>
                <c:pt idx="901">
                  <c:v>-2.6017406517700001</c:v>
                </c:pt>
                <c:pt idx="902">
                  <c:v>-4.01023082762</c:v>
                </c:pt>
                <c:pt idx="903">
                  <c:v>-6.0732874359300002</c:v>
                </c:pt>
                <c:pt idx="904">
                  <c:v>-6.5699645342500004</c:v>
                </c:pt>
                <c:pt idx="905">
                  <c:v>-4.9071803128399996</c:v>
                </c:pt>
                <c:pt idx="906">
                  <c:v>-2.8856832915699999</c:v>
                </c:pt>
                <c:pt idx="907">
                  <c:v>-1.9777030069099999</c:v>
                </c:pt>
                <c:pt idx="908">
                  <c:v>-1.05346391488</c:v>
                </c:pt>
                <c:pt idx="909">
                  <c:v>2.1678269476300001</c:v>
                </c:pt>
                <c:pt idx="910">
                  <c:v>7.9402564604099997</c:v>
                </c:pt>
                <c:pt idx="911">
                  <c:v>13.5888140534</c:v>
                </c:pt>
                <c:pt idx="912">
                  <c:v>15.897386667299999</c:v>
                </c:pt>
                <c:pt idx="913">
                  <c:v>14.3343308444</c:v>
                </c:pt>
                <c:pt idx="914">
                  <c:v>11.8606265579</c:v>
                </c:pt>
                <c:pt idx="915">
                  <c:v>12.196436953499999</c:v>
                </c:pt>
                <c:pt idx="916">
                  <c:v>16.017011951499999</c:v>
                </c:pt>
                <c:pt idx="917">
                  <c:v>20.222080411699999</c:v>
                </c:pt>
                <c:pt idx="918">
                  <c:v>21.5312933491</c:v>
                </c:pt>
                <c:pt idx="919">
                  <c:v>20.535091829700001</c:v>
                </c:pt>
                <c:pt idx="920">
                  <c:v>21.1999670272</c:v>
                </c:pt>
                <c:pt idx="921">
                  <c:v>26.16822908</c:v>
                </c:pt>
                <c:pt idx="922">
                  <c:v>33.678453007599998</c:v>
                </c:pt>
                <c:pt idx="923">
                  <c:v>39.777102656700002</c:v>
                </c:pt>
                <c:pt idx="924">
                  <c:v>42.415836665400001</c:v>
                </c:pt>
                <c:pt idx="925">
                  <c:v>42.265209568899998</c:v>
                </c:pt>
                <c:pt idx="926">
                  <c:v>40.619641383599998</c:v>
                </c:pt>
                <c:pt idx="927">
                  <c:v>38.397015769200003</c:v>
                </c:pt>
                <c:pt idx="928">
                  <c:v>36.842583079599997</c:v>
                </c:pt>
                <c:pt idx="929">
                  <c:v>37.049404510899997</c:v>
                </c:pt>
                <c:pt idx="930">
                  <c:v>38.1323641611</c:v>
                </c:pt>
                <c:pt idx="931">
                  <c:v>37.574522403800003</c:v>
                </c:pt>
                <c:pt idx="932">
                  <c:v>34.622515440900003</c:v>
                </c:pt>
                <c:pt idx="933">
                  <c:v>32.333377104100002</c:v>
                </c:pt>
                <c:pt idx="934">
                  <c:v>34.619754970899997</c:v>
                </c:pt>
                <c:pt idx="935">
                  <c:v>41.145146596700002</c:v>
                </c:pt>
                <c:pt idx="936">
                  <c:v>46.558727784200002</c:v>
                </c:pt>
                <c:pt idx="937">
                  <c:v>46.026733477800001</c:v>
                </c:pt>
                <c:pt idx="938">
                  <c:v>40.967082975799997</c:v>
                </c:pt>
                <c:pt idx="939">
                  <c:v>37.550911321900003</c:v>
                </c:pt>
                <c:pt idx="940">
                  <c:v>39.2776029399</c:v>
                </c:pt>
                <c:pt idx="941">
                  <c:v>43.110938419599997</c:v>
                </c:pt>
                <c:pt idx="942">
                  <c:v>44.234383282099998</c:v>
                </c:pt>
                <c:pt idx="943">
                  <c:v>42.669158134</c:v>
                </c:pt>
                <c:pt idx="944">
                  <c:v>42.653439844700003</c:v>
                </c:pt>
                <c:pt idx="945">
                  <c:v>46.222567591599997</c:v>
                </c:pt>
                <c:pt idx="946">
                  <c:v>50.253798467800003</c:v>
                </c:pt>
                <c:pt idx="947">
                  <c:v>50.593758550399997</c:v>
                </c:pt>
                <c:pt idx="948">
                  <c:v>47.244567912599997</c:v>
                </c:pt>
                <c:pt idx="949">
                  <c:v>44.206828892600001</c:v>
                </c:pt>
                <c:pt idx="950">
                  <c:v>44.720651268499999</c:v>
                </c:pt>
                <c:pt idx="951">
                  <c:v>47.432312367500003</c:v>
                </c:pt>
                <c:pt idx="952">
                  <c:v>47.679918797200003</c:v>
                </c:pt>
                <c:pt idx="953">
                  <c:v>42.908496539300003</c:v>
                </c:pt>
                <c:pt idx="954">
                  <c:v>36.336576795200003</c:v>
                </c:pt>
                <c:pt idx="955">
                  <c:v>33.934099568599997</c:v>
                </c:pt>
                <c:pt idx="956">
                  <c:v>37.493797786999998</c:v>
                </c:pt>
                <c:pt idx="957">
                  <c:v>42.187280909599998</c:v>
                </c:pt>
                <c:pt idx="958">
                  <c:v>42.050547737099997</c:v>
                </c:pt>
                <c:pt idx="959">
                  <c:v>36.831721360400003</c:v>
                </c:pt>
                <c:pt idx="960">
                  <c:v>31.8050567013</c:v>
                </c:pt>
                <c:pt idx="961">
                  <c:v>31.133460901900001</c:v>
                </c:pt>
                <c:pt idx="962">
                  <c:v>33.164085196800002</c:v>
                </c:pt>
                <c:pt idx="963">
                  <c:v>32.699634225799997</c:v>
                </c:pt>
                <c:pt idx="964">
                  <c:v>26.492567381299999</c:v>
                </c:pt>
                <c:pt idx="965">
                  <c:v>15.687594585299999</c:v>
                </c:pt>
                <c:pt idx="966">
                  <c:v>3.7752815432900002</c:v>
                </c:pt>
                <c:pt idx="967">
                  <c:v>-6.6867645694600002</c:v>
                </c:pt>
                <c:pt idx="968">
                  <c:v>-15.074706581999999</c:v>
                </c:pt>
                <c:pt idx="969">
                  <c:v>-21.139209095599998</c:v>
                </c:pt>
                <c:pt idx="970">
                  <c:v>-23.885622998500001</c:v>
                </c:pt>
                <c:pt idx="971">
                  <c:v>-23.020751463900002</c:v>
                </c:pt>
                <c:pt idx="972">
                  <c:v>-20.616339290900001</c:v>
                </c:pt>
                <c:pt idx="973">
                  <c:v>-19.5262859061</c:v>
                </c:pt>
                <c:pt idx="974">
                  <c:v>-20.0832024722</c:v>
                </c:pt>
                <c:pt idx="975">
                  <c:v>-19.968361888499999</c:v>
                </c:pt>
                <c:pt idx="976">
                  <c:v>-17.822720072799999</c:v>
                </c:pt>
                <c:pt idx="977">
                  <c:v>-15.5074684755</c:v>
                </c:pt>
                <c:pt idx="978">
                  <c:v>-15.7201256245</c:v>
                </c:pt>
                <c:pt idx="979">
                  <c:v>-18.193632971700001</c:v>
                </c:pt>
                <c:pt idx="980">
                  <c:v>-19.606896198699999</c:v>
                </c:pt>
                <c:pt idx="981">
                  <c:v>-17.441404003700001</c:v>
                </c:pt>
                <c:pt idx="982">
                  <c:v>-12.952376430999999</c:v>
                </c:pt>
                <c:pt idx="983">
                  <c:v>-9.5116188026599993</c:v>
                </c:pt>
                <c:pt idx="984">
                  <c:v>-8.5906033777899999</c:v>
                </c:pt>
                <c:pt idx="985">
                  <c:v>-8.7396063647000002</c:v>
                </c:pt>
                <c:pt idx="986">
                  <c:v>-8.5394319091999993</c:v>
                </c:pt>
                <c:pt idx="987">
                  <c:v>-8.9183036224799999</c:v>
                </c:pt>
                <c:pt idx="988">
                  <c:v>-11.6328882056</c:v>
                </c:pt>
                <c:pt idx="989">
                  <c:v>-16.426390974299999</c:v>
                </c:pt>
                <c:pt idx="990">
                  <c:v>-20.888962636399999</c:v>
                </c:pt>
                <c:pt idx="991">
                  <c:v>-23.128905896300001</c:v>
                </c:pt>
                <c:pt idx="992">
                  <c:v>-23.812864123800001</c:v>
                </c:pt>
                <c:pt idx="993">
                  <c:v>-25.0467428354</c:v>
                </c:pt>
                <c:pt idx="994">
                  <c:v>-27.5670323547</c:v>
                </c:pt>
                <c:pt idx="995">
                  <c:v>-29.8095375041</c:v>
                </c:pt>
                <c:pt idx="996">
                  <c:v>-29.8401413305</c:v>
                </c:pt>
                <c:pt idx="997">
                  <c:v>-27.496267036999999</c:v>
                </c:pt>
                <c:pt idx="998">
                  <c:v>-24.2561022298</c:v>
                </c:pt>
                <c:pt idx="999">
                  <c:v>-21.522180411099999</c:v>
                </c:pt>
              </c:numCache>
            </c:numRef>
          </c:yVal>
          <c:smooth val="1"/>
          <c:extLst>
            <c:ext xmlns:c16="http://schemas.microsoft.com/office/drawing/2014/chart" uri="{C3380CC4-5D6E-409C-BE32-E72D297353CC}">
              <c16:uniqueId val="{00000000-2E24-41E5-8AC6-12E24CF71571}"/>
            </c:ext>
          </c:extLst>
        </c:ser>
        <c:dLbls>
          <c:showLegendKey val="0"/>
          <c:showVal val="0"/>
          <c:showCatName val="0"/>
          <c:showSerName val="0"/>
          <c:showPercent val="0"/>
          <c:showBubbleSize val="0"/>
        </c:dLbls>
        <c:axId val="48650112"/>
        <c:axId val="48672768"/>
      </c:scatterChart>
      <c:valAx>
        <c:axId val="48672768"/>
        <c:scaling>
          <c:orientation val="minMax"/>
          <c:max val="60"/>
          <c:min val="-60"/>
        </c:scaling>
        <c:delete val="0"/>
        <c:axPos val="l"/>
        <c:title>
          <c:tx>
            <c:rich>
              <a:bodyPr/>
              <a:lstStyle/>
              <a:p>
                <a:r>
                  <a:rPr lang="en-US" sz="1650">
                    <a:solidFill>
                      <a:srgbClr val="617184"/>
                    </a:solidFill>
                    <a:latin typeface="Arial"/>
                    <a:ea typeface="Arial"/>
                    <a:cs typeface="Arial"/>
                  </a:rPr>
                  <a:t>Filtered EEG (µV)</a:t>
                </a:r>
              </a:p>
            </c:rich>
          </c:tx>
          <c:overlay val="0"/>
        </c:title>
        <c:numFmt formatCode="0" sourceLinked="1"/>
        <c:majorTickMark val="none"/>
        <c:minorTickMark val="none"/>
        <c:tickLblPos val="nextTo"/>
        <c:spPr>
          <a:ln w="9525">
            <a:solidFill>
              <a:srgbClr val="D9E1E8"/>
            </a:solidFill>
          </a:ln>
        </c:spPr>
        <c:txPr>
          <a:bodyPr anchorCtr="1"/>
          <a:lstStyle/>
          <a:p>
            <a:pPr>
              <a:defRPr sz="1500">
                <a:solidFill>
                  <a:srgbClr val="617184"/>
                </a:solidFill>
                <a:latin typeface="Arial"/>
                <a:ea typeface="Arial"/>
                <a:cs typeface="Arial"/>
              </a:defRPr>
            </a:pPr>
            <a:endParaRPr lang="zh-CN"/>
          </a:p>
        </c:txPr>
        <c:crossAx val="48650112"/>
        <c:crosses val="autoZero"/>
        <c:crossBetween val="midCat"/>
        <c:majorUnit val="20"/>
      </c:valAx>
      <c:valAx>
        <c:axId val="48650112"/>
        <c:scaling>
          <c:orientation val="minMax"/>
          <c:max val="23"/>
          <c:min val="19"/>
        </c:scaling>
        <c:delete val="0"/>
        <c:axPos val="b"/>
        <c:title>
          <c:tx>
            <c:rich>
              <a:bodyPr/>
              <a:lstStyle/>
              <a:p>
                <a:r>
                  <a:rPr lang="en-US" sz="1650">
                    <a:solidFill>
                      <a:srgbClr val="617184"/>
                    </a:solidFill>
                    <a:latin typeface="Arial"/>
                    <a:ea typeface="Arial"/>
                    <a:cs typeface="Arial"/>
                  </a:rPr>
                  <a:t>Time (s)</a:t>
                </a:r>
              </a:p>
            </c:rich>
          </c:tx>
          <c:overlay val="0"/>
        </c:title>
        <c:numFmt formatCode="General" sourceLinked="1"/>
        <c:majorTickMark val="none"/>
        <c:minorTickMark val="none"/>
        <c:tickLblPos val="nextTo"/>
        <c:spPr>
          <a:ln w="9525">
            <a:solidFill>
              <a:srgbClr val="D9E1E8"/>
            </a:solidFill>
          </a:ln>
        </c:spPr>
        <c:txPr>
          <a:bodyPr anchorCtr="1"/>
          <a:lstStyle/>
          <a:p>
            <a:pPr>
              <a:defRPr sz="1500">
                <a:solidFill>
                  <a:srgbClr val="617184"/>
                </a:solidFill>
                <a:latin typeface="Arial"/>
                <a:ea typeface="Arial"/>
                <a:cs typeface="Arial"/>
              </a:defRPr>
            </a:pPr>
            <a:endParaRPr lang="zh-CN"/>
          </a:p>
        </c:txPr>
        <c:crossAx val="48672768"/>
        <c:crosses val="autoZero"/>
        <c:crossBetween val="midCat"/>
        <c:majorUnit val="1"/>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scatterChart>
        <c:scatterStyle val="lineMarker"/>
        <c:varyColors val="1"/>
        <c:ser>
          <c:idx val="0"/>
          <c:order val="0"/>
          <c:tx>
            <c:v>PSD</c:v>
          </c:tx>
          <c:spPr>
            <a:ln w="20955">
              <a:solidFill>
                <a:srgbClr val="176B87"/>
              </a:solidFill>
            </a:ln>
          </c:spPr>
          <c:marker>
            <c:symbol val="none"/>
          </c:marker>
          <c:xVal>
            <c:numRef>
              <c:f>'Chart Data'!$A$2:$A$82</c:f>
              <c:numCache>
                <c:formatCode>General</c:formatCode>
                <c:ptCount val="81"/>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pt idx="41">
                  <c:v>20.5</c:v>
                </c:pt>
                <c:pt idx="42">
                  <c:v>21</c:v>
                </c:pt>
                <c:pt idx="43">
                  <c:v>21.5</c:v>
                </c:pt>
                <c:pt idx="44">
                  <c:v>22</c:v>
                </c:pt>
                <c:pt idx="45">
                  <c:v>22.5</c:v>
                </c:pt>
                <c:pt idx="46">
                  <c:v>23</c:v>
                </c:pt>
                <c:pt idx="47">
                  <c:v>23.5</c:v>
                </c:pt>
                <c:pt idx="48">
                  <c:v>24</c:v>
                </c:pt>
                <c:pt idx="49">
                  <c:v>24.5</c:v>
                </c:pt>
                <c:pt idx="50">
                  <c:v>25</c:v>
                </c:pt>
                <c:pt idx="51">
                  <c:v>25.5</c:v>
                </c:pt>
                <c:pt idx="52">
                  <c:v>26</c:v>
                </c:pt>
                <c:pt idx="53">
                  <c:v>26.5</c:v>
                </c:pt>
                <c:pt idx="54">
                  <c:v>27</c:v>
                </c:pt>
                <c:pt idx="55">
                  <c:v>27.5</c:v>
                </c:pt>
                <c:pt idx="56">
                  <c:v>28</c:v>
                </c:pt>
                <c:pt idx="57">
                  <c:v>28.5</c:v>
                </c:pt>
                <c:pt idx="58">
                  <c:v>29</c:v>
                </c:pt>
                <c:pt idx="59">
                  <c:v>29.5</c:v>
                </c:pt>
                <c:pt idx="60">
                  <c:v>30</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40</c:v>
                </c:pt>
              </c:numCache>
            </c:numRef>
          </c:xVal>
          <c:yVal>
            <c:numRef>
              <c:f>'Chart Data'!$B$2:$B$82</c:f>
              <c:numCache>
                <c:formatCode>0.0</c:formatCode>
                <c:ptCount val="81"/>
                <c:pt idx="0">
                  <c:v>0.46103157732200001</c:v>
                </c:pt>
                <c:pt idx="1">
                  <c:v>6.3774359806199996</c:v>
                </c:pt>
                <c:pt idx="2">
                  <c:v>25.632206773499998</c:v>
                </c:pt>
                <c:pt idx="3">
                  <c:v>88.2514850102</c:v>
                </c:pt>
                <c:pt idx="4">
                  <c:v>127.180539017</c:v>
                </c:pt>
                <c:pt idx="5">
                  <c:v>53.192668137600002</c:v>
                </c:pt>
                <c:pt idx="6">
                  <c:v>28.6457556752</c:v>
                </c:pt>
                <c:pt idx="7">
                  <c:v>19.338065725500002</c:v>
                </c:pt>
                <c:pt idx="8">
                  <c:v>4.35303557681</c:v>
                </c:pt>
                <c:pt idx="9">
                  <c:v>3.4200624999999998</c:v>
                </c:pt>
                <c:pt idx="10">
                  <c:v>2.0706287096499998</c:v>
                </c:pt>
                <c:pt idx="11">
                  <c:v>2.12177126483</c:v>
                </c:pt>
                <c:pt idx="12">
                  <c:v>0.70475312512099997</c:v>
                </c:pt>
                <c:pt idx="13">
                  <c:v>0.81834390092800002</c:v>
                </c:pt>
                <c:pt idx="14">
                  <c:v>3.7635049188999998</c:v>
                </c:pt>
                <c:pt idx="15">
                  <c:v>5.0042389696600003</c:v>
                </c:pt>
                <c:pt idx="16">
                  <c:v>2.1558006653800001</c:v>
                </c:pt>
                <c:pt idx="17">
                  <c:v>1.2578754165799999</c:v>
                </c:pt>
                <c:pt idx="18">
                  <c:v>1.4126747777099999</c:v>
                </c:pt>
                <c:pt idx="19">
                  <c:v>0.86164856557000002</c:v>
                </c:pt>
                <c:pt idx="20">
                  <c:v>1.1946273056200001</c:v>
                </c:pt>
                <c:pt idx="21">
                  <c:v>1.0723987931000001</c:v>
                </c:pt>
                <c:pt idx="22">
                  <c:v>1.2246067141100001</c:v>
                </c:pt>
                <c:pt idx="23">
                  <c:v>0.94075180502599998</c:v>
                </c:pt>
                <c:pt idx="24">
                  <c:v>0.71085928601799997</c:v>
                </c:pt>
                <c:pt idx="25">
                  <c:v>1.3392651087</c:v>
                </c:pt>
                <c:pt idx="26">
                  <c:v>1.3129752727599999</c:v>
                </c:pt>
                <c:pt idx="27">
                  <c:v>0.66171113880400001</c:v>
                </c:pt>
                <c:pt idx="28">
                  <c:v>0.49168073247299998</c:v>
                </c:pt>
                <c:pt idx="29">
                  <c:v>0.57749782804000005</c:v>
                </c:pt>
                <c:pt idx="30">
                  <c:v>0.43829919534099998</c:v>
                </c:pt>
                <c:pt idx="31">
                  <c:v>0.70329036165199998</c:v>
                </c:pt>
                <c:pt idx="32">
                  <c:v>0.387081198776</c:v>
                </c:pt>
                <c:pt idx="33">
                  <c:v>0.43792951789200002</c:v>
                </c:pt>
                <c:pt idx="34">
                  <c:v>0.62255691460200002</c:v>
                </c:pt>
                <c:pt idx="35">
                  <c:v>0.40684077772499999</c:v>
                </c:pt>
                <c:pt idx="36">
                  <c:v>0.69988943239300005</c:v>
                </c:pt>
                <c:pt idx="37">
                  <c:v>1.1804840325299999</c:v>
                </c:pt>
                <c:pt idx="38">
                  <c:v>0.36316269607000001</c:v>
                </c:pt>
                <c:pt idx="39">
                  <c:v>0.453960769519</c:v>
                </c:pt>
                <c:pt idx="40">
                  <c:v>0.35790519061199999</c:v>
                </c:pt>
                <c:pt idx="41">
                  <c:v>0.274191838465</c:v>
                </c:pt>
                <c:pt idx="42">
                  <c:v>0.449379486858</c:v>
                </c:pt>
                <c:pt idx="43">
                  <c:v>0.21084314147200001</c:v>
                </c:pt>
                <c:pt idx="44">
                  <c:v>0.191367126868</c:v>
                </c:pt>
                <c:pt idx="45">
                  <c:v>0.201785658708</c:v>
                </c:pt>
                <c:pt idx="46">
                  <c:v>0.42554301851499998</c:v>
                </c:pt>
                <c:pt idx="47">
                  <c:v>0.48796775321399999</c:v>
                </c:pt>
                <c:pt idx="48">
                  <c:v>0.12893237259699999</c:v>
                </c:pt>
                <c:pt idx="49">
                  <c:v>0.507844641845</c:v>
                </c:pt>
                <c:pt idx="50">
                  <c:v>0.29754553595099997</c:v>
                </c:pt>
                <c:pt idx="51">
                  <c:v>0.30758567256800001</c:v>
                </c:pt>
                <c:pt idx="52">
                  <c:v>6.6527711082899996E-2</c:v>
                </c:pt>
                <c:pt idx="53">
                  <c:v>0.44840443544399999</c:v>
                </c:pt>
                <c:pt idx="54">
                  <c:v>0.32498308123000003</c:v>
                </c:pt>
                <c:pt idx="55">
                  <c:v>0.119274549041</c:v>
                </c:pt>
                <c:pt idx="56">
                  <c:v>0.11106698907400001</c:v>
                </c:pt>
                <c:pt idx="57">
                  <c:v>0.35520918740500002</c:v>
                </c:pt>
                <c:pt idx="58">
                  <c:v>0.33331096759700002</c:v>
                </c:pt>
                <c:pt idx="59">
                  <c:v>0.25280283952799998</c:v>
                </c:pt>
                <c:pt idx="60">
                  <c:v>0.18976669225600001</c:v>
                </c:pt>
                <c:pt idx="61">
                  <c:v>0.23003018401</c:v>
                </c:pt>
                <c:pt idx="62">
                  <c:v>0.289087554139</c:v>
                </c:pt>
                <c:pt idx="63">
                  <c:v>0.31223053730700001</c:v>
                </c:pt>
                <c:pt idx="64">
                  <c:v>0.16942915252999999</c:v>
                </c:pt>
                <c:pt idx="65">
                  <c:v>9.5417710208399995E-2</c:v>
                </c:pt>
                <c:pt idx="66">
                  <c:v>0.247033140082</c:v>
                </c:pt>
                <c:pt idx="67">
                  <c:v>0.19535142626900001</c:v>
                </c:pt>
                <c:pt idx="68">
                  <c:v>7.0800983555999994E-2</c:v>
                </c:pt>
                <c:pt idx="69">
                  <c:v>7.99470155558E-2</c:v>
                </c:pt>
                <c:pt idx="70">
                  <c:v>7.7405096989200006E-2</c:v>
                </c:pt>
                <c:pt idx="71">
                  <c:v>7.5354550336100001E-2</c:v>
                </c:pt>
                <c:pt idx="72">
                  <c:v>0.16807388856</c:v>
                </c:pt>
                <c:pt idx="73">
                  <c:v>0.33382527521799998</c:v>
                </c:pt>
                <c:pt idx="74">
                  <c:v>0.31825360879999998</c:v>
                </c:pt>
                <c:pt idx="75">
                  <c:v>9.6023251795900003E-2</c:v>
                </c:pt>
                <c:pt idx="76">
                  <c:v>3.7869334536999998E-2</c:v>
                </c:pt>
                <c:pt idx="77">
                  <c:v>6.2643986520100003E-2</c:v>
                </c:pt>
                <c:pt idx="78">
                  <c:v>8.7991597161399995E-2</c:v>
                </c:pt>
                <c:pt idx="79">
                  <c:v>5.63966981714E-2</c:v>
                </c:pt>
                <c:pt idx="80">
                  <c:v>9.8200423183900001E-2</c:v>
                </c:pt>
              </c:numCache>
            </c:numRef>
          </c:yVal>
          <c:smooth val="1"/>
          <c:extLst>
            <c:ext xmlns:c16="http://schemas.microsoft.com/office/drawing/2014/chart" uri="{C3380CC4-5D6E-409C-BE32-E72D297353CC}">
              <c16:uniqueId val="{00000000-A64C-4742-B65D-812FE308E466}"/>
            </c:ext>
          </c:extLst>
        </c:ser>
        <c:ser>
          <c:idx val="1"/>
          <c:order val="1"/>
          <c:tx>
            <c:v>Alpha 8–13 Hz</c:v>
          </c:tx>
          <c:spPr>
            <a:ln w="38100">
              <a:solidFill>
                <a:srgbClr val="C26630"/>
              </a:solidFill>
            </a:ln>
          </c:spPr>
          <c:marker>
            <c:symbol val="none"/>
          </c:marker>
          <c:xVal>
            <c:numRef>
              <c:f>'Chart Data'!$C$2:$C$12</c:f>
              <c:numCache>
                <c:formatCode>General</c:formatCode>
                <c:ptCount val="11"/>
                <c:pt idx="0">
                  <c:v>8</c:v>
                </c:pt>
                <c:pt idx="1">
                  <c:v>8.5</c:v>
                </c:pt>
                <c:pt idx="2">
                  <c:v>9</c:v>
                </c:pt>
                <c:pt idx="3">
                  <c:v>9.5</c:v>
                </c:pt>
                <c:pt idx="4">
                  <c:v>10</c:v>
                </c:pt>
                <c:pt idx="5">
                  <c:v>10.5</c:v>
                </c:pt>
                <c:pt idx="6">
                  <c:v>11</c:v>
                </c:pt>
                <c:pt idx="7">
                  <c:v>11.5</c:v>
                </c:pt>
                <c:pt idx="8">
                  <c:v>12</c:v>
                </c:pt>
                <c:pt idx="9">
                  <c:v>12.5</c:v>
                </c:pt>
                <c:pt idx="10">
                  <c:v>13</c:v>
                </c:pt>
              </c:numCache>
            </c:numRef>
          </c:xVal>
          <c:yVal>
            <c:numRef>
              <c:f>'Chart Data'!$D$2:$D$12</c:f>
              <c:numCache>
                <c:formatCode>0.0</c:formatCode>
                <c:ptCount val="11"/>
                <c:pt idx="0">
                  <c:v>2.1558006653800001</c:v>
                </c:pt>
                <c:pt idx="1">
                  <c:v>1.2578754165799999</c:v>
                </c:pt>
                <c:pt idx="2">
                  <c:v>1.4126747777099999</c:v>
                </c:pt>
                <c:pt idx="3">
                  <c:v>0.86164856557000002</c:v>
                </c:pt>
                <c:pt idx="4">
                  <c:v>1.1946273056200001</c:v>
                </c:pt>
                <c:pt idx="5">
                  <c:v>1.0723987931000001</c:v>
                </c:pt>
                <c:pt idx="6">
                  <c:v>1.2246067141100001</c:v>
                </c:pt>
                <c:pt idx="7">
                  <c:v>0.94075180502599998</c:v>
                </c:pt>
                <c:pt idx="8">
                  <c:v>0.71085928601799997</c:v>
                </c:pt>
                <c:pt idx="9">
                  <c:v>1.3392651087</c:v>
                </c:pt>
                <c:pt idx="10">
                  <c:v>1.3129752727599999</c:v>
                </c:pt>
              </c:numCache>
            </c:numRef>
          </c:yVal>
          <c:smooth val="1"/>
          <c:extLst>
            <c:ext xmlns:c16="http://schemas.microsoft.com/office/drawing/2014/chart" uri="{C3380CC4-5D6E-409C-BE32-E72D297353CC}">
              <c16:uniqueId val="{00000001-A64C-4742-B65D-812FE308E466}"/>
            </c:ext>
          </c:extLst>
        </c:ser>
        <c:dLbls>
          <c:showLegendKey val="0"/>
          <c:showVal val="0"/>
          <c:showCatName val="0"/>
          <c:showSerName val="0"/>
          <c:showPercent val="0"/>
          <c:showBubbleSize val="0"/>
        </c:dLbls>
        <c:axId val="48650112"/>
        <c:axId val="48672768"/>
      </c:scatterChart>
      <c:valAx>
        <c:axId val="48672768"/>
        <c:scaling>
          <c:orientation val="minMax"/>
          <c:min val="0"/>
        </c:scaling>
        <c:delete val="0"/>
        <c:axPos val="l"/>
        <c:title>
          <c:tx>
            <c:rich>
              <a:bodyPr/>
              <a:lstStyle/>
              <a:p>
                <a:r>
                  <a:rPr lang="en-US" sz="1650">
                    <a:solidFill>
                      <a:srgbClr val="617184"/>
                    </a:solidFill>
                    <a:latin typeface="Arial"/>
                    <a:ea typeface="Arial"/>
                    <a:cs typeface="Arial"/>
                  </a:rPr>
                  <a:t>PSD (µV²/Hz)</a:t>
                </a:r>
              </a:p>
            </c:rich>
          </c:tx>
          <c:overlay val="0"/>
        </c:title>
        <c:numFmt formatCode="0.0" sourceLinked="1"/>
        <c:majorTickMark val="none"/>
        <c:minorTickMark val="none"/>
        <c:tickLblPos val="nextTo"/>
        <c:spPr>
          <a:ln w="9525">
            <a:solidFill>
              <a:srgbClr val="D9E1E8"/>
            </a:solidFill>
          </a:ln>
        </c:spPr>
        <c:txPr>
          <a:bodyPr anchorCtr="1"/>
          <a:lstStyle/>
          <a:p>
            <a:pPr>
              <a:defRPr sz="1500">
                <a:solidFill>
                  <a:srgbClr val="617184"/>
                </a:solidFill>
                <a:latin typeface="Arial"/>
                <a:ea typeface="Arial"/>
                <a:cs typeface="Arial"/>
              </a:defRPr>
            </a:pPr>
            <a:endParaRPr lang="zh-CN"/>
          </a:p>
        </c:txPr>
        <c:crossAx val="48650112"/>
        <c:crosses val="autoZero"/>
        <c:crossBetween val="midCat"/>
      </c:valAx>
      <c:valAx>
        <c:axId val="48650112"/>
        <c:scaling>
          <c:orientation val="minMax"/>
          <c:max val="40"/>
          <c:min val="0"/>
        </c:scaling>
        <c:delete val="0"/>
        <c:axPos val="b"/>
        <c:title>
          <c:tx>
            <c:rich>
              <a:bodyPr/>
              <a:lstStyle/>
              <a:p>
                <a:r>
                  <a:rPr lang="en-US" sz="1650">
                    <a:solidFill>
                      <a:srgbClr val="617184"/>
                    </a:solidFill>
                    <a:latin typeface="Arial"/>
                    <a:ea typeface="Arial"/>
                    <a:cs typeface="Arial"/>
                  </a:rPr>
                  <a:t>Frequency (Hz)</a:t>
                </a:r>
              </a:p>
            </c:rich>
          </c:tx>
          <c:overlay val="0"/>
        </c:title>
        <c:numFmt formatCode="General" sourceLinked="1"/>
        <c:majorTickMark val="none"/>
        <c:minorTickMark val="none"/>
        <c:tickLblPos val="nextTo"/>
        <c:spPr>
          <a:ln w="9525">
            <a:solidFill>
              <a:srgbClr val="D9E1E8"/>
            </a:solidFill>
          </a:ln>
        </c:spPr>
        <c:txPr>
          <a:bodyPr anchorCtr="1"/>
          <a:lstStyle/>
          <a:p>
            <a:pPr>
              <a:defRPr sz="1500">
                <a:solidFill>
                  <a:srgbClr val="617184"/>
                </a:solidFill>
                <a:latin typeface="Arial"/>
                <a:ea typeface="Arial"/>
                <a:cs typeface="Arial"/>
              </a:defRPr>
            </a:pPr>
            <a:endParaRPr lang="zh-CN"/>
          </a:p>
        </c:txPr>
        <c:crossAx val="48672768"/>
        <c:crosses val="autoZero"/>
        <c:crossBetween val="midCat"/>
        <c:majorUnit val="10"/>
      </c:valAx>
      <c:spPr>
        <a:solidFill>
          <a:srgbClr val="FFFFFF"/>
        </a:solidFill>
        <a:ln w="0">
          <a:noFill/>
        </a:ln>
      </c:spPr>
    </c:plotArea>
    <c:legend>
      <c:legendPos val="t"/>
      <c:overlay val="0"/>
      <c:txPr>
        <a:bodyPr anchorCtr="1"/>
        <a:lstStyle/>
        <a:p>
          <a:pPr>
            <a:defRPr sz="1500">
              <a:solidFill>
                <a:srgbClr val="1D2938"/>
              </a:solidFill>
              <a:latin typeface="Arial"/>
              <a:ea typeface="Arial"/>
              <a:cs typeface="Arial"/>
            </a:defRPr>
          </a:pPr>
          <a:endParaRPr lang="zh-CN"/>
        </a:p>
      </c:txPr>
    </c:legend>
    <c:plotVisOnly val="1"/>
    <c:dispBlanksAs val="zero"/>
    <c:showDLblsOverMax val="1"/>
  </c:chart>
  <c:spPr>
    <a:solidFill>
      <a:srgbClr val="FFFFFF"/>
    </a:solidFill>
    <a:ln w="0">
      <a:noFill/>
    </a:ln>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scatterChart>
        <c:scatterStyle val="lineMarker"/>
        <c:varyColors val="1"/>
        <c:ser>
          <c:idx val="0"/>
          <c:order val="0"/>
          <c:tx>
            <c:v>Alpha density</c:v>
          </c:tx>
          <c:spPr>
            <a:ln w="28575">
              <a:solidFill>
                <a:srgbClr val="C26630"/>
              </a:solidFill>
            </a:ln>
          </c:spPr>
          <c:marker>
            <c:symbol val="circle"/>
            <c:size val="5"/>
            <c:spPr>
              <a:solidFill>
                <a:srgbClr val="C26630"/>
              </a:solidFill>
            </c:spPr>
          </c:marker>
          <c:xVal>
            <c:numRef>
              <c:f>'Chart Data'!$A$2:$A$12</c:f>
              <c:numCache>
                <c:formatCode>General</c:formatCode>
                <c:ptCount val="11"/>
                <c:pt idx="0">
                  <c:v>8</c:v>
                </c:pt>
                <c:pt idx="1">
                  <c:v>8.5</c:v>
                </c:pt>
                <c:pt idx="2">
                  <c:v>9</c:v>
                </c:pt>
                <c:pt idx="3">
                  <c:v>9.5</c:v>
                </c:pt>
                <c:pt idx="4">
                  <c:v>10</c:v>
                </c:pt>
                <c:pt idx="5">
                  <c:v>10.5</c:v>
                </c:pt>
                <c:pt idx="6">
                  <c:v>11</c:v>
                </c:pt>
                <c:pt idx="7">
                  <c:v>11.5</c:v>
                </c:pt>
                <c:pt idx="8">
                  <c:v>12</c:v>
                </c:pt>
                <c:pt idx="9">
                  <c:v>12.5</c:v>
                </c:pt>
                <c:pt idx="10">
                  <c:v>13</c:v>
                </c:pt>
              </c:numCache>
            </c:numRef>
          </c:xVal>
          <c:yVal>
            <c:numRef>
              <c:f>'Chart Data'!$B$2:$B$12</c:f>
              <c:numCache>
                <c:formatCode>0.0</c:formatCode>
                <c:ptCount val="11"/>
                <c:pt idx="0">
                  <c:v>2.1558006653800001</c:v>
                </c:pt>
                <c:pt idx="1">
                  <c:v>1.2578754165799999</c:v>
                </c:pt>
                <c:pt idx="2">
                  <c:v>1.4126747777099999</c:v>
                </c:pt>
                <c:pt idx="3">
                  <c:v>0.86164856557000002</c:v>
                </c:pt>
                <c:pt idx="4">
                  <c:v>1.1946273056200001</c:v>
                </c:pt>
                <c:pt idx="5">
                  <c:v>1.0723987931000001</c:v>
                </c:pt>
                <c:pt idx="6">
                  <c:v>1.2246067141100001</c:v>
                </c:pt>
                <c:pt idx="7">
                  <c:v>0.94075180502599998</c:v>
                </c:pt>
                <c:pt idx="8">
                  <c:v>0.71085928601799997</c:v>
                </c:pt>
                <c:pt idx="9">
                  <c:v>1.3392651087</c:v>
                </c:pt>
                <c:pt idx="10">
                  <c:v>1.3129752727599999</c:v>
                </c:pt>
              </c:numCache>
            </c:numRef>
          </c:yVal>
          <c:smooth val="1"/>
          <c:extLst>
            <c:ext xmlns:c16="http://schemas.microsoft.com/office/drawing/2014/chart" uri="{C3380CC4-5D6E-409C-BE32-E72D297353CC}">
              <c16:uniqueId val="{00000000-3E81-459B-BD43-86F5547A32C7}"/>
            </c:ext>
          </c:extLst>
        </c:ser>
        <c:dLbls>
          <c:showLegendKey val="0"/>
          <c:showVal val="0"/>
          <c:showCatName val="0"/>
          <c:showSerName val="0"/>
          <c:showPercent val="0"/>
          <c:showBubbleSize val="0"/>
        </c:dLbls>
        <c:axId val="48650112"/>
        <c:axId val="48672768"/>
      </c:scatterChart>
      <c:valAx>
        <c:axId val="48672768"/>
        <c:scaling>
          <c:orientation val="minMax"/>
          <c:min val="0"/>
        </c:scaling>
        <c:delete val="0"/>
        <c:axPos val="l"/>
        <c:title>
          <c:tx>
            <c:rich>
              <a:bodyPr/>
              <a:lstStyle/>
              <a:p>
                <a:r>
                  <a:rPr lang="en-US" sz="1650">
                    <a:solidFill>
                      <a:srgbClr val="617184"/>
                    </a:solidFill>
                    <a:latin typeface="Arial"/>
                    <a:ea typeface="Arial"/>
                    <a:cs typeface="Arial"/>
                  </a:rPr>
                  <a:t>PSD (µV²/Hz)</a:t>
                </a:r>
              </a:p>
            </c:rich>
          </c:tx>
          <c:overlay val="0"/>
        </c:title>
        <c:numFmt formatCode="0.0" sourceLinked="1"/>
        <c:majorTickMark val="none"/>
        <c:minorTickMark val="none"/>
        <c:tickLblPos val="nextTo"/>
        <c:spPr>
          <a:ln w="9525">
            <a:solidFill>
              <a:srgbClr val="D9E1E8"/>
            </a:solidFill>
          </a:ln>
        </c:spPr>
        <c:txPr>
          <a:bodyPr anchorCtr="1"/>
          <a:lstStyle/>
          <a:p>
            <a:pPr>
              <a:defRPr sz="1500">
                <a:solidFill>
                  <a:srgbClr val="617184"/>
                </a:solidFill>
                <a:latin typeface="Arial"/>
                <a:ea typeface="Arial"/>
                <a:cs typeface="Arial"/>
              </a:defRPr>
            </a:pPr>
            <a:endParaRPr lang="zh-CN"/>
          </a:p>
        </c:txPr>
        <c:crossAx val="48650112"/>
        <c:crosses val="autoZero"/>
        <c:crossBetween val="midCat"/>
      </c:valAx>
      <c:valAx>
        <c:axId val="48650112"/>
        <c:scaling>
          <c:orientation val="minMax"/>
          <c:max val="13"/>
          <c:min val="8"/>
        </c:scaling>
        <c:delete val="0"/>
        <c:axPos val="b"/>
        <c:title>
          <c:tx>
            <c:rich>
              <a:bodyPr/>
              <a:lstStyle/>
              <a:p>
                <a:r>
                  <a:rPr lang="en-US" sz="1650">
                    <a:solidFill>
                      <a:srgbClr val="617184"/>
                    </a:solidFill>
                    <a:latin typeface="Arial"/>
                    <a:ea typeface="Arial"/>
                    <a:cs typeface="Arial"/>
                  </a:rPr>
                  <a:t>Frequency (Hz)</a:t>
                </a:r>
              </a:p>
            </c:rich>
          </c:tx>
          <c:overlay val="0"/>
        </c:title>
        <c:numFmt formatCode="General" sourceLinked="1"/>
        <c:majorTickMark val="none"/>
        <c:minorTickMark val="none"/>
        <c:tickLblPos val="nextTo"/>
        <c:spPr>
          <a:ln w="9525">
            <a:solidFill>
              <a:srgbClr val="D9E1E8"/>
            </a:solidFill>
          </a:ln>
        </c:spPr>
        <c:txPr>
          <a:bodyPr anchorCtr="1"/>
          <a:lstStyle/>
          <a:p>
            <a:pPr>
              <a:defRPr sz="1500">
                <a:solidFill>
                  <a:srgbClr val="617184"/>
                </a:solidFill>
                <a:latin typeface="Arial"/>
                <a:ea typeface="Arial"/>
                <a:cs typeface="Arial"/>
              </a:defRPr>
            </a:pPr>
            <a:endParaRPr lang="zh-CN"/>
          </a:p>
        </c:txPr>
        <c:crossAx val="48672768"/>
        <c:crosses val="autoZero"/>
        <c:crossBetween val="midCat"/>
        <c:majorUnit val="1"/>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scatterChart>
        <c:scatterStyle val="lineMarker"/>
        <c:varyColors val="1"/>
        <c:ser>
          <c:idx val="0"/>
          <c:order val="0"/>
          <c:tx>
            <c:v>Accepted run 1</c:v>
          </c:tx>
          <c:spPr>
            <a:ln w="23813">
              <a:solidFill>
                <a:srgbClr val="176B87"/>
              </a:solidFill>
            </a:ln>
          </c:spPr>
          <c:marker>
            <c:symbol val="circle"/>
            <c:size val="5"/>
            <c:spPr>
              <a:solidFill>
                <a:srgbClr val="176B87"/>
              </a:solidFill>
            </c:spPr>
          </c:marker>
          <c:xVal>
            <c:numRef>
              <c:f>'Chart Data'!$A$2:$A$3</c:f>
              <c:numCache>
                <c:formatCode>General</c:formatCode>
                <c:ptCount val="2"/>
                <c:pt idx="0">
                  <c:v>21</c:v>
                </c:pt>
                <c:pt idx="1">
                  <c:v>22</c:v>
                </c:pt>
              </c:numCache>
            </c:numRef>
          </c:xVal>
          <c:yVal>
            <c:numRef>
              <c:f>'Chart Data'!$B$2:$B$3</c:f>
              <c:numCache>
                <c:formatCode>0</c:formatCode>
                <c:ptCount val="2"/>
                <c:pt idx="0">
                  <c:v>5.8745478707399998</c:v>
                </c:pt>
                <c:pt idx="1">
                  <c:v>10.1139176786</c:v>
                </c:pt>
              </c:numCache>
            </c:numRef>
          </c:yVal>
          <c:smooth val="1"/>
          <c:extLst>
            <c:ext xmlns:c16="http://schemas.microsoft.com/office/drawing/2014/chart" uri="{C3380CC4-5D6E-409C-BE32-E72D297353CC}">
              <c16:uniqueId val="{00000000-3DA4-4BCF-B07B-A3BD9CDF39F3}"/>
            </c:ext>
          </c:extLst>
        </c:ser>
        <c:ser>
          <c:idx val="1"/>
          <c:order val="1"/>
          <c:tx>
            <c:v>Accepted run 2</c:v>
          </c:tx>
          <c:spPr>
            <a:ln w="23813">
              <a:solidFill>
                <a:srgbClr val="176B87"/>
              </a:solidFill>
            </a:ln>
          </c:spPr>
          <c:marker>
            <c:symbol val="circle"/>
            <c:size val="5"/>
            <c:spPr>
              <a:solidFill>
                <a:srgbClr val="176B87"/>
              </a:solidFill>
            </c:spPr>
          </c:marker>
          <c:xVal>
            <c:numRef>
              <c:f>'Chart Data'!$C$2:$C$6</c:f>
              <c:numCache>
                <c:formatCode>General</c:formatCode>
                <c:ptCount val="5"/>
                <c:pt idx="0">
                  <c:v>28</c:v>
                </c:pt>
                <c:pt idx="1">
                  <c:v>29</c:v>
                </c:pt>
                <c:pt idx="2">
                  <c:v>30</c:v>
                </c:pt>
                <c:pt idx="3">
                  <c:v>31</c:v>
                </c:pt>
                <c:pt idx="4">
                  <c:v>32</c:v>
                </c:pt>
              </c:numCache>
            </c:numRef>
          </c:xVal>
          <c:yVal>
            <c:numRef>
              <c:f>'Chart Data'!$D$2:$D$6</c:f>
              <c:numCache>
                <c:formatCode>0</c:formatCode>
                <c:ptCount val="5"/>
                <c:pt idx="0">
                  <c:v>8.2793114432399992</c:v>
                </c:pt>
                <c:pt idx="1">
                  <c:v>7.3314909946600002</c:v>
                </c:pt>
                <c:pt idx="2">
                  <c:v>6.4306429032199999</c:v>
                </c:pt>
                <c:pt idx="3">
                  <c:v>5.9152389459899997</c:v>
                </c:pt>
                <c:pt idx="4">
                  <c:v>3.5931750565099998</c:v>
                </c:pt>
              </c:numCache>
            </c:numRef>
          </c:yVal>
          <c:smooth val="1"/>
          <c:extLst>
            <c:ext xmlns:c16="http://schemas.microsoft.com/office/drawing/2014/chart" uri="{C3380CC4-5D6E-409C-BE32-E72D297353CC}">
              <c16:uniqueId val="{00000001-3DA4-4BCF-B07B-A3BD9CDF39F3}"/>
            </c:ext>
          </c:extLst>
        </c:ser>
        <c:ser>
          <c:idx val="2"/>
          <c:order val="2"/>
          <c:tx>
            <c:v>Accepted run 3</c:v>
          </c:tx>
          <c:spPr>
            <a:ln w="23813">
              <a:solidFill>
                <a:srgbClr val="176B87"/>
              </a:solidFill>
            </a:ln>
          </c:spPr>
          <c:marker>
            <c:symbol val="circle"/>
            <c:size val="5"/>
            <c:spPr>
              <a:solidFill>
                <a:srgbClr val="176B87"/>
              </a:solidFill>
            </c:spPr>
          </c:marker>
          <c:xVal>
            <c:numRef>
              <c:f>'Chart Data'!$E$2:$E$10</c:f>
              <c:numCache>
                <c:formatCode>General</c:formatCode>
                <c:ptCount val="9"/>
                <c:pt idx="0">
                  <c:v>38</c:v>
                </c:pt>
                <c:pt idx="1">
                  <c:v>39</c:v>
                </c:pt>
                <c:pt idx="2">
                  <c:v>40</c:v>
                </c:pt>
                <c:pt idx="3">
                  <c:v>41</c:v>
                </c:pt>
                <c:pt idx="4">
                  <c:v>42</c:v>
                </c:pt>
                <c:pt idx="5">
                  <c:v>43</c:v>
                </c:pt>
                <c:pt idx="6">
                  <c:v>44</c:v>
                </c:pt>
                <c:pt idx="7">
                  <c:v>45</c:v>
                </c:pt>
                <c:pt idx="8">
                  <c:v>46</c:v>
                </c:pt>
              </c:numCache>
            </c:numRef>
          </c:xVal>
          <c:yVal>
            <c:numRef>
              <c:f>'Chart Data'!$F$2:$F$10</c:f>
              <c:numCache>
                <c:formatCode>0</c:formatCode>
                <c:ptCount val="9"/>
                <c:pt idx="0">
                  <c:v>3.6379264412199999</c:v>
                </c:pt>
                <c:pt idx="1">
                  <c:v>2.5998583468800001</c:v>
                </c:pt>
                <c:pt idx="2">
                  <c:v>2.5994398054099999</c:v>
                </c:pt>
                <c:pt idx="3">
                  <c:v>2.7351716102100001</c:v>
                </c:pt>
                <c:pt idx="4">
                  <c:v>3.3835802929400001</c:v>
                </c:pt>
                <c:pt idx="5">
                  <c:v>4.1782488977899996</c:v>
                </c:pt>
                <c:pt idx="6">
                  <c:v>5.1702217044900003</c:v>
                </c:pt>
                <c:pt idx="7">
                  <c:v>5.2449170024700003</c:v>
                </c:pt>
                <c:pt idx="8">
                  <c:v>4.7268417178200002</c:v>
                </c:pt>
              </c:numCache>
            </c:numRef>
          </c:yVal>
          <c:smooth val="1"/>
          <c:extLst>
            <c:ext xmlns:c16="http://schemas.microsoft.com/office/drawing/2014/chart" uri="{C3380CC4-5D6E-409C-BE32-E72D297353CC}">
              <c16:uniqueId val="{00000002-3DA4-4BCF-B07B-A3BD9CDF39F3}"/>
            </c:ext>
          </c:extLst>
        </c:ser>
        <c:ser>
          <c:idx val="3"/>
          <c:order val="3"/>
          <c:tx>
            <c:v>Accepted run 4</c:v>
          </c:tx>
          <c:spPr>
            <a:ln w="23813">
              <a:solidFill>
                <a:srgbClr val="176B87"/>
              </a:solidFill>
            </a:ln>
          </c:spPr>
          <c:marker>
            <c:symbol val="circle"/>
            <c:size val="5"/>
            <c:spPr>
              <a:solidFill>
                <a:srgbClr val="176B87"/>
              </a:solidFill>
            </c:spPr>
          </c:marker>
          <c:xVal>
            <c:numRef>
              <c:f>'Chart Data'!$G$2:$G$16</c:f>
              <c:numCache>
                <c:formatCode>General</c:formatCode>
                <c:ptCount val="15"/>
                <c:pt idx="0">
                  <c:v>51</c:v>
                </c:pt>
                <c:pt idx="1">
                  <c:v>52</c:v>
                </c:pt>
                <c:pt idx="2">
                  <c:v>53</c:v>
                </c:pt>
                <c:pt idx="3">
                  <c:v>54</c:v>
                </c:pt>
                <c:pt idx="4">
                  <c:v>55</c:v>
                </c:pt>
                <c:pt idx="5">
                  <c:v>56</c:v>
                </c:pt>
                <c:pt idx="6">
                  <c:v>57</c:v>
                </c:pt>
                <c:pt idx="7">
                  <c:v>58</c:v>
                </c:pt>
                <c:pt idx="8">
                  <c:v>59</c:v>
                </c:pt>
                <c:pt idx="9">
                  <c:v>60</c:v>
                </c:pt>
                <c:pt idx="10">
                  <c:v>61</c:v>
                </c:pt>
                <c:pt idx="11">
                  <c:v>62</c:v>
                </c:pt>
                <c:pt idx="12">
                  <c:v>63</c:v>
                </c:pt>
                <c:pt idx="13">
                  <c:v>64</c:v>
                </c:pt>
                <c:pt idx="14">
                  <c:v>65</c:v>
                </c:pt>
              </c:numCache>
            </c:numRef>
          </c:xVal>
          <c:yVal>
            <c:numRef>
              <c:f>'Chart Data'!$H$2:$H$16</c:f>
              <c:numCache>
                <c:formatCode>0</c:formatCode>
                <c:ptCount val="15"/>
                <c:pt idx="0">
                  <c:v>11.2215979292</c:v>
                </c:pt>
                <c:pt idx="1">
                  <c:v>8.3843180770700005</c:v>
                </c:pt>
                <c:pt idx="2">
                  <c:v>7.2222964795499998</c:v>
                </c:pt>
                <c:pt idx="3">
                  <c:v>8.1988174956200002</c:v>
                </c:pt>
                <c:pt idx="4">
                  <c:v>7.0745890168300001</c:v>
                </c:pt>
                <c:pt idx="5">
                  <c:v>4.4078300513300004</c:v>
                </c:pt>
                <c:pt idx="6">
                  <c:v>2.56536514047</c:v>
                </c:pt>
                <c:pt idx="7">
                  <c:v>3.2419117385699998</c:v>
                </c:pt>
                <c:pt idx="8">
                  <c:v>3.65246399224</c:v>
                </c:pt>
                <c:pt idx="9">
                  <c:v>4.0668097825</c:v>
                </c:pt>
                <c:pt idx="10">
                  <c:v>4.7537974855499998</c:v>
                </c:pt>
                <c:pt idx="11">
                  <c:v>4.3678401501400002</c:v>
                </c:pt>
                <c:pt idx="12">
                  <c:v>4.3436015175099998</c:v>
                </c:pt>
                <c:pt idx="13">
                  <c:v>5.7049375448799999</c:v>
                </c:pt>
                <c:pt idx="14">
                  <c:v>6.8009663379400003</c:v>
                </c:pt>
              </c:numCache>
            </c:numRef>
          </c:yVal>
          <c:smooth val="1"/>
          <c:extLst>
            <c:ext xmlns:c16="http://schemas.microsoft.com/office/drawing/2014/chart" uri="{C3380CC4-5D6E-409C-BE32-E72D297353CC}">
              <c16:uniqueId val="{00000003-3DA4-4BCF-B07B-A3BD9CDF39F3}"/>
            </c:ext>
          </c:extLst>
        </c:ser>
        <c:ser>
          <c:idx val="4"/>
          <c:order val="4"/>
          <c:tx>
            <c:v>Accepted run 5</c:v>
          </c:tx>
          <c:spPr>
            <a:ln w="23813">
              <a:solidFill>
                <a:srgbClr val="176B87"/>
              </a:solidFill>
            </a:ln>
          </c:spPr>
          <c:marker>
            <c:symbol val="circle"/>
            <c:size val="5"/>
            <c:spPr>
              <a:solidFill>
                <a:srgbClr val="176B87"/>
              </a:solidFill>
            </c:spPr>
          </c:marker>
          <c:xVal>
            <c:numRef>
              <c:f>'Chart Data'!$I$2:$I$10</c:f>
              <c:numCache>
                <c:formatCode>General</c:formatCode>
                <c:ptCount val="9"/>
                <c:pt idx="0">
                  <c:v>71</c:v>
                </c:pt>
                <c:pt idx="1">
                  <c:v>72</c:v>
                </c:pt>
                <c:pt idx="2">
                  <c:v>73</c:v>
                </c:pt>
                <c:pt idx="3">
                  <c:v>74</c:v>
                </c:pt>
                <c:pt idx="4">
                  <c:v>75</c:v>
                </c:pt>
                <c:pt idx="5">
                  <c:v>76</c:v>
                </c:pt>
                <c:pt idx="6">
                  <c:v>77</c:v>
                </c:pt>
                <c:pt idx="7">
                  <c:v>78</c:v>
                </c:pt>
                <c:pt idx="8">
                  <c:v>79</c:v>
                </c:pt>
              </c:numCache>
            </c:numRef>
          </c:xVal>
          <c:yVal>
            <c:numRef>
              <c:f>'Chart Data'!$J$2:$J$10</c:f>
              <c:numCache>
                <c:formatCode>0</c:formatCode>
                <c:ptCount val="9"/>
                <c:pt idx="0">
                  <c:v>3.12155377745</c:v>
                </c:pt>
                <c:pt idx="1">
                  <c:v>4.0233448513600001</c:v>
                </c:pt>
                <c:pt idx="2">
                  <c:v>6.2323103695600004</c:v>
                </c:pt>
                <c:pt idx="3">
                  <c:v>6.8910682637700003</c:v>
                </c:pt>
                <c:pt idx="4">
                  <c:v>6.4449606884500001</c:v>
                </c:pt>
                <c:pt idx="5">
                  <c:v>3.2491856375900001</c:v>
                </c:pt>
                <c:pt idx="6">
                  <c:v>4.1587157778700004</c:v>
                </c:pt>
                <c:pt idx="7">
                  <c:v>5.43579347927</c:v>
                </c:pt>
                <c:pt idx="8">
                  <c:v>6.6338894128700003</c:v>
                </c:pt>
              </c:numCache>
            </c:numRef>
          </c:yVal>
          <c:smooth val="1"/>
          <c:extLst>
            <c:ext xmlns:c16="http://schemas.microsoft.com/office/drawing/2014/chart" uri="{C3380CC4-5D6E-409C-BE32-E72D297353CC}">
              <c16:uniqueId val="{00000004-3DA4-4BCF-B07B-A3BD9CDF39F3}"/>
            </c:ext>
          </c:extLst>
        </c:ser>
        <c:dLbls>
          <c:showLegendKey val="0"/>
          <c:showVal val="0"/>
          <c:showCatName val="0"/>
          <c:showSerName val="0"/>
          <c:showPercent val="0"/>
          <c:showBubbleSize val="0"/>
        </c:dLbls>
        <c:axId val="48650112"/>
        <c:axId val="48672768"/>
      </c:scatterChart>
      <c:valAx>
        <c:axId val="48672768"/>
        <c:scaling>
          <c:orientation val="minMax"/>
          <c:min val="0"/>
        </c:scaling>
        <c:delete val="0"/>
        <c:axPos val="l"/>
        <c:title>
          <c:tx>
            <c:rich>
              <a:bodyPr/>
              <a:lstStyle/>
              <a:p>
                <a:r>
                  <a:rPr lang="en-US" sz="1650">
                    <a:solidFill>
                      <a:srgbClr val="617184"/>
                    </a:solidFill>
                    <a:latin typeface="Arial"/>
                    <a:ea typeface="Arial"/>
                    <a:cs typeface="Arial"/>
                  </a:rPr>
                  <a:t>Ch2 Alpha power (µV²)</a:t>
                </a:r>
              </a:p>
            </c:rich>
          </c:tx>
          <c:overlay val="0"/>
        </c:title>
        <c:numFmt formatCode="0" sourceLinked="1"/>
        <c:majorTickMark val="none"/>
        <c:minorTickMark val="none"/>
        <c:tickLblPos val="nextTo"/>
        <c:spPr>
          <a:ln w="9525">
            <a:solidFill>
              <a:srgbClr val="D9E1E8"/>
            </a:solidFill>
          </a:ln>
        </c:spPr>
        <c:txPr>
          <a:bodyPr anchorCtr="1"/>
          <a:lstStyle/>
          <a:p>
            <a:pPr>
              <a:defRPr sz="1500">
                <a:solidFill>
                  <a:srgbClr val="617184"/>
                </a:solidFill>
                <a:latin typeface="Arial"/>
                <a:ea typeface="Arial"/>
                <a:cs typeface="Arial"/>
              </a:defRPr>
            </a:pPr>
            <a:endParaRPr lang="zh-CN"/>
          </a:p>
        </c:txPr>
        <c:crossAx val="48650112"/>
        <c:crosses val="autoZero"/>
        <c:crossBetween val="midCat"/>
      </c:valAx>
      <c:valAx>
        <c:axId val="48650112"/>
        <c:scaling>
          <c:orientation val="minMax"/>
          <c:max val="94"/>
          <c:min val="0"/>
        </c:scaling>
        <c:delete val="0"/>
        <c:axPos val="b"/>
        <c:title>
          <c:tx>
            <c:rich>
              <a:bodyPr/>
              <a:lstStyle/>
              <a:p>
                <a:r>
                  <a:rPr lang="en-US" sz="1650">
                    <a:solidFill>
                      <a:srgbClr val="617184"/>
                    </a:solidFill>
                    <a:latin typeface="Arial"/>
                    <a:ea typeface="Arial"/>
                    <a:cs typeface="Arial"/>
                  </a:rPr>
                  <a:t>Time (s)</a:t>
                </a:r>
              </a:p>
            </c:rich>
          </c:tx>
          <c:overlay val="0"/>
        </c:title>
        <c:numFmt formatCode="General" sourceLinked="1"/>
        <c:majorTickMark val="none"/>
        <c:minorTickMark val="none"/>
        <c:tickLblPos val="nextTo"/>
        <c:spPr>
          <a:ln w="9525">
            <a:solidFill>
              <a:srgbClr val="D9E1E8"/>
            </a:solidFill>
          </a:ln>
        </c:spPr>
        <c:txPr>
          <a:bodyPr anchorCtr="1"/>
          <a:lstStyle/>
          <a:p>
            <a:pPr>
              <a:defRPr sz="1500">
                <a:solidFill>
                  <a:srgbClr val="617184"/>
                </a:solidFill>
                <a:latin typeface="Arial"/>
                <a:ea typeface="Arial"/>
                <a:cs typeface="Arial"/>
              </a:defRPr>
            </a:pPr>
            <a:endParaRPr lang="zh-CN"/>
          </a:p>
        </c:txPr>
        <c:crossAx val="48672768"/>
        <c:crosses val="autoZero"/>
        <c:crossBetween val="midCat"/>
        <c:majorUnit val="20"/>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col"/>
        <c:grouping val="clustered"/>
        <c:varyColors val="0"/>
        <c:ser>
          <c:idx val="0"/>
          <c:order val="0"/>
          <c:tx>
            <c:v>Absolute Alpha</c:v>
          </c:tx>
          <c:spPr>
            <a:solidFill>
              <a:srgbClr val="176B87"/>
            </a:solidFill>
          </c:spPr>
          <c:invertIfNegative val="1"/>
          <c:dLbls>
            <c:spPr>
              <a:noFill/>
              <a:ln>
                <a:noFill/>
              </a:ln>
              <a:effectLst/>
            </c:spPr>
            <c:txPr>
              <a:bodyPr anchorCtr="1"/>
              <a:lstStyle/>
              <a:p>
                <a:pPr>
                  <a:defRPr sz="1725">
                    <a:solidFill>
                      <a:srgbClr val="1D2938"/>
                    </a:solidFill>
                    <a:latin typeface="Arial"/>
                    <a:ea typeface="Arial"/>
                    <a:cs typeface="Aria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Ch2</c:v>
                </c:pt>
                <c:pt idx="1">
                  <c:v>Ch4</c:v>
                </c:pt>
                <c:pt idx="2">
                  <c:v>Ch6</c:v>
                </c:pt>
              </c:strCache>
            </c:strRef>
          </c:cat>
          <c:val>
            <c:numRef>
              <c:f>'Chart Data'!$B$2:$B$4</c:f>
              <c:numCache>
                <c:formatCode>0.000</c:formatCode>
                <c:ptCount val="3"/>
                <c:pt idx="0">
                  <c:v>5.8745478707399998</c:v>
                </c:pt>
                <c:pt idx="1">
                  <c:v>9.0848430771299995</c:v>
                </c:pt>
                <c:pt idx="2">
                  <c:v>2.59227245774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C699-42A3-975E-113DEAB5D1C9}"/>
            </c:ext>
          </c:extLst>
        </c:ser>
        <c:dLbls>
          <c:dLblPos val="outEnd"/>
          <c:showLegendKey val="0"/>
          <c:showVal val="1"/>
          <c:showCatName val="0"/>
          <c:showSerName val="0"/>
          <c:showPercent val="0"/>
          <c:showBubbleSize val="0"/>
        </c:dLbls>
        <c:gapWidth val="8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9E1E8"/>
            </a:solidFill>
          </a:ln>
        </c:spPr>
        <c:txPr>
          <a:bodyPr anchorCtr="1"/>
          <a:lstStyle/>
          <a:p>
            <a:pPr>
              <a:defRPr sz="1650">
                <a:solidFill>
                  <a:srgbClr val="1D2938"/>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12"/>
          <c:min val="0"/>
        </c:scaling>
        <c:delete val="0"/>
        <c:axPos val="l"/>
        <c:title>
          <c:tx>
            <c:rich>
              <a:bodyPr/>
              <a:lstStyle/>
              <a:p>
                <a:r>
                  <a:rPr lang="en-US" sz="1650">
                    <a:solidFill>
                      <a:srgbClr val="617184"/>
                    </a:solidFill>
                    <a:latin typeface="Arial"/>
                    <a:ea typeface="Arial"/>
                    <a:cs typeface="Arial"/>
                  </a:rPr>
                  <a:t>Alpha power (µV²)</a:t>
                </a:r>
              </a:p>
            </c:rich>
          </c:tx>
          <c:overlay val="0"/>
        </c:title>
        <c:numFmt formatCode="0.000" sourceLinked="1"/>
        <c:majorTickMark val="none"/>
        <c:minorTickMark val="none"/>
        <c:tickLblPos val="nextTo"/>
        <c:spPr>
          <a:ln w="9525">
            <a:solidFill>
              <a:srgbClr val="D9E1E8"/>
            </a:solidFill>
          </a:ln>
        </c:spPr>
        <c:txPr>
          <a:bodyPr anchorCtr="1"/>
          <a:lstStyle/>
          <a:p>
            <a:pPr>
              <a:defRPr sz="1500">
                <a:solidFill>
                  <a:srgbClr val="617184"/>
                </a:solidFill>
                <a:latin typeface="Arial"/>
                <a:ea typeface="Arial"/>
                <a:cs typeface="Arial"/>
              </a:defRPr>
            </a:pPr>
            <a:endParaRPr lang="zh-CN"/>
          </a:p>
        </c:txPr>
        <c:crossAx val="48650112"/>
        <c:crosses val="autoZero"/>
        <c:crossBetween val="between"/>
        <c:majorUnit val="3"/>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question: what must happen before a changing voltage trace becomes an interpretable feature? This course connects a timing model, a real recording and a live-application workflow. Audience: undergraduate learners with basic Python arrays. Use VS Code with the course kernel and the notebooks side by side. The 30 slides support five laboratory sessions, rather than replacing hands-on time. Artwork: built-in ImageGen conceptual educational illustration, not measured data or a calibrated anatomical model. Full generation prompt and provenance: figures/course-lecture/cover-provenance.md. No live hardware claim accompanies the artwork.</a:t>
            </a:r>
          </a:p>
          <a:p>
            <a:endParaRPr/>
          </a:p>
          <a:p>
            <a:r>
              <a:t>Course overview based on the five current notebooks and official Agent guide.</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learners to separate three kinds of evidence: a teaching simulation, an existing human recording, and a new live session. The first four lessons can run without live hardware, provided the authorized real teaching files are available. Lesson 5 has a safe preparation notebook and a separate supervised hardware workflow. The course goal is to explain each transformation and report its limitations. Success does not require making Alpha increase. This course provides no clinical interpretation or validated relaxation score.</a:t>
            </a:r>
          </a:p>
          <a:p>
            <a:endParaRPr/>
          </a:p>
          <a:p>
            <a:r>
              <a:t>Course overview based on the five current notebooks and official Agent guide.</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the current numbered notebooks 01–05, not the legacy supplementary notebooks 06–08. Lesson 1 keeps the original spike2eeg source. Lessons 2–4 reuse the same real recording so students can follow one dataset through reading, screening, and feature extraction. Lesson 5 links directly to the maintained Agent repository without duplicating its dashboard in the course. The course provides code and lecture material; access to teaching recordings is subject to permission. Ask students which outputs could show that a file parses correctly but still contains poor signals. Answer: the integrity summary may pass while the quality mask rejects data.</a:t>
            </a:r>
          </a:p>
          <a:p>
            <a:endParaRPr/>
          </a:p>
          <a:p>
            <a:r>
              <a:t>Course overview based on the five current notebooks and official Agent guide.</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Student notebook: notebooks/01-from-synchrony-to-eeg.ipynb</a:t>
            </a:r>
          </a:p>
          <a:p>
            <a:endParaRPr/>
          </a:p>
          <a:p>
            <a:r>
              <a:t>A spike is a timed action-potential event. At a chemical synapse it can initiate a postsynaptic response. The code compresses biological mechanisms into a fixed response shape and signed weights. A physically calibrated scalp prediction would also need source geometry, volume conduction and a reference. Twenty model sources are a small illustrative population, not a claim about a scalp detection threshold. Checkpoint: why label the output a.u.? Answer: the kernel and coefficients have no calibrated physical voltage scale.</a:t>
            </a:r>
          </a:p>
          <a:p>
            <a:endParaRPr/>
          </a:p>
          <a:p>
            <a:r>
              <a:t>Mode: simulation. The original spike2eeg functions are copied unchanged into src/neuradock_eeg101/spike2eeg.py. Verified arrays: outputs/lesson01-lecture/slide-data.json. Baseline: N = 20, active_num = 12, target_freq = 10 Hz, phase_variation = pi/4, background rate = 5 events/s, duration = 2 s, sampling rate = 1,000 Hz, and spike and weight seeds = 42, unless a plotted parameter explicitly changes. Amplitude is in arbitrary units. Interior plot intervals are display zooms; the original negative-time indexing behavior remains unchanged in the full output. Signed weights do not identify cell types.</a:t>
            </a:r>
          </a:p>
          <a:p>
            <a:endParaRPr/>
          </a:p>
          <a:p>
            <a:r>
              <a:t>[1] Buzsáki G, Anastassiou CA, Koch C (2012). The origin of extracellular fields and currents—EEG, ECoG, LFP and spikes. Nature Reviews Neuroscience 13, 407–420. https://doi.org/10.1038/nrn3241 https://pmc.ncbi.nlm.nih.gov/articles/PMC4907333/</a:t>
            </a:r>
          </a:p>
          <a:p>
            <a:endParaRPr/>
          </a:p>
          <a:p>
            <a:r>
              <a:t>[2] Gerstner W, Kistler WM, Naud R, Paninski L (2014). Neuronal Dynamics: From Single Neurons to Networks and Models of Cognition. Cambridge University Press. https://doi.org/10.1017/CBO9781107447615 Author textbook: https://neuronaldynamics.epfl.ch/online/Ch1.S1.html and Ch8.S2.html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Student notebook: notebooks/01-from-synchrony-to-eeg.ipynb</a:t>
            </a:r>
          </a:p>
          <a:p>
            <a:endParaRPr/>
          </a:p>
          <a:p>
            <a:r>
              <a:t>Open the spike-train section of the notebook. Read one periodic row from left to right: its event interval remains 0.1 s. Different rows have different fixed phase offsets, so events form bands rather than one vertical line. Background inter-event intervals are exponential draws. A rate parameter of 5 events/s does not define a 5 Hz oscillator. The baseline uses simulate_spiking_neurons(N=20, active_num=12, target_freq=10, phase_variation=np.pi/4, background_freq=5, duration=2, seed=42). Checkpoint: what changes along a row and across rows? Expected answer: event time and source identity, respectively. Editable markers represent the exact original spike times.</a:t>
            </a:r>
          </a:p>
          <a:p>
            <a:endParaRPr/>
          </a:p>
          <a:p>
            <a:r>
              <a:t>Mode: simulation. The original spike2eeg functions are copied unchanged into src/neuradock_eeg101/spike2eeg.py. Verified arrays: outputs/lesson01-lecture/slide-data.json. Baseline: N = 20, active_num = 12, target_freq = 10 Hz, phase_variation = pi/4, background rate = 5 events/s, duration = 2 s, sampling rate = 1,000 Hz, and spike and weight seeds = 42, unless a plotted parameter explicitly changes. Amplitude is in arbitrary units. Interior plot intervals are display zooms; the original negative-time indexing behavior remains unchanged in the full output. Signed weights do not identify cell types.</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Student notebook: notebooks/01-from-synchrony-to-eeg.ipynb</a:t>
            </a:r>
          </a:p>
          <a:p>
            <a:endParaRPr/>
          </a:p>
          <a:p>
            <a:r>
              <a:t>Open the one-event response and overlapping-response sections of the notebook. The plotted kernel is the actual normalized source array, sampled from 0 through 99 ms. The formula uses seconds and a 20 ms time constant. One occupied event bin places a copy of the response at that sample. Further events place further copies, which add sample by sample. The original generate_eeg function uses convolution and truncates the result to the recording length. This kernel is a teaching approximation, not a validated model of every synapse. Have students locate the 20 ms maximum and compare it with the 100 ms kernel window. Why does the response outlast the event? The kernel persists across later samples. Then inspect the notebook plot showing three overlapping responses.</a:t>
            </a:r>
          </a:p>
          <a:p>
            <a:endParaRPr/>
          </a:p>
          <a:p>
            <a:r>
              <a:t>Mode: simulation. The original spike2eeg functions are copied unchanged into src/neuradock_eeg101/spike2eeg.py. Verified arrays: outputs/lesson01-lecture/slide-data.json. Baseline: N = 20, active_num = 12, target_freq = 10 Hz, phase_variation = pi/4, background rate = 5 events/s, duration = 2 s, sampling rate = 1,000 Hz, and spike and weight seeds = 42, unless a plotted parameter explicitly changes. Amplitude is in arbitrary units. Interior plot intervals are display zooms; the original negative-time indexing behavior remains unchanged in the full output. Signed weights do not identify cell types.</a:t>
            </a:r>
          </a:p>
          <a:p>
            <a:endParaRPr/>
          </a:p>
          <a:p>
            <a:r>
              <a:t>[2] Gerstner W, Kistler WM, Naud R, Paninski L (2014). Neuronal Dynamics: From Single Neurons to Networks and Models of Cognition. Cambridge University Press. https://doi.org/10.1017/CBO9781107447615 Author textbook: https://neuronaldynamics.epfl.ch/online/Ch1.S1.html and Ch8.S2.html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Student notebook: notebooks/01-from-synchrony-to-eeg.ipynb</a:t>
            </a:r>
          </a:p>
          <a:p>
            <a:endParaRPr/>
          </a:p>
          <a:p>
            <a:r>
              <a:t>Open the signed population-contribution section of the notebook. The pointwise sum of all 20 weighted contributions exactly reconstructs the original generate_eeg output. Four displayed sources illustrate the signs; they are not the full sum. The weights are fixed random coefficients, not labels for inhibitory cells, anatomical orientations, or a measured lead field. Ask whether large contributions guarantee a large total. Answer: no, contributions with opposite signs can partly cancel. Have students annotate a time at which the example contributions point in opposite directions. The 1,000 Hz sampling rate belongs to this teaching simulation and must not be confused with the 250 Hz recording used later.</a:t>
            </a:r>
          </a:p>
          <a:p>
            <a:endParaRPr/>
          </a:p>
          <a:p>
            <a:r>
              <a:t>Mode: simulation. The original spike2eeg functions are copied unchanged into src/neuradock_eeg101/spike2eeg.py. Verified arrays: outputs/lesson01-lecture/slide-data.json. Baseline: N = 20, active_num = 12, target_freq = 10 Hz, phase_variation = pi/4, background rate = 5 events/s, duration = 2 s, sampling rate = 1,000 Hz, and spike and weight seeds = 42, unless a plotted parameter explicitly changes. Amplitude is in arbitrary units. Interior plot intervals are display zooms; the original negative-time indexing behavior remains unchanged in the full output. Signed weights do not identify cell types.</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Student notebook: notebooks/01-from-synchrony-to-eeg.ipynb</a:t>
            </a:r>
          </a:p>
          <a:p>
            <a:endParaRPr/>
          </a:p>
          <a:p>
            <a:r>
              <a:t>Open the target-frequency comparison in the notebook. Compare identical 0.4–1.2 s intervals with matched amplitude axes. The fixed kernel duration does not change. A target frequency of 5 Hz means one event every 0.2 s; at 10 Hz, that interval is 0.1 s. Only target_freq differs between calls. Predict the event spacing before comparing the totals. This simulation imposes its rhythm, so a 10 Hz output does not establish an emergent human Alpha rhythm. Exit task: write interval = 1/f and describe one waveform difference without claiming a universal relationship between frequency and amplitude.</a:t>
            </a:r>
          </a:p>
          <a:p>
            <a:endParaRPr/>
          </a:p>
          <a:p>
            <a:r>
              <a:t>Mode: simulation. The original spike2eeg functions are copied unchanged into src/neuradock_eeg101/spike2eeg.py. Verified arrays: outputs/lesson01-lecture/slide-data.json. Baseline: N = 20, active_num = 12, target_freq = 10 Hz, phase_variation = pi/4, background rate = 5 events/s, duration = 2 s, sampling rate = 1,000 Hz, and spike and weight seeds = 42, unless a plotted parameter explicitly changes. Amplitude is in arbitrary units. Interior plot intervals are display zooms; the original negative-time indexing behavior remains unchanged in the full output. Signed weights do not identify cell types.</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Student notebook: notebooks/01-from-synchrony-to-eeg.ipynb</a:t>
            </a:r>
          </a:p>
          <a:p>
            <a:endParaRPr/>
          </a:p>
          <a:p>
            <a:r>
              <a:t>Open the phase-dispersion comparison in the notebook. phase_variation is the half-width of a uniform phase distribution. Each periodic source receives one phase offset that stays fixed throughout the record; it is not new jitter on every cycle. A half-width of 0 aligns the periodic sources, while a half-width of pi disperses them across a full cycle. Both plots retain the same background sources and signed weights. Predict how the raster rows align, then observe how signed cancellation affects the total. Two examples with fixed seeds do not establish that synchrony always increases amplitude. Lesson 1 deliverable: an annotated simulation and a sentence explaining its arbitrary units.</a:t>
            </a:r>
          </a:p>
          <a:p>
            <a:endParaRPr/>
          </a:p>
          <a:p>
            <a:r>
              <a:t>Mode: simulation. The original spike2eeg functions are copied unchanged into src/neuradock_eeg101/spike2eeg.py. Verified arrays: outputs/lesson01-lecture/slide-data.json. Baseline: N = 20, active_num = 12, target_freq = 10 Hz, phase_variation = pi/4, background rate = 5 events/s, duration = 2 s, sampling rate = 1,000 Hz, and spike and weight seeds = 42, unless a plotted parameter explicitly changes. Amplitude is in arbitrary units. Interior plot intervals are display zooms; the original negative-time indexing behavior remains unchanged in the full output. Signed weights do not identify cell types.</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Student notebook: notebooks/02-reading-neuradock-data.ipynb</a:t>
            </a:r>
          </a:p>
          <a:p>
            <a:endParaRPr/>
          </a:p>
          <a:p>
            <a:r>
              <a:t>Open the file-inspection and reader cells. HEADER_DEF declares the header; it is not a value in each sample row. This recording has 10 data fields per row: T, P, seven C fields, and one reserved field. The EEG columns occupy zero-based indices 2 through 8. Demonstrate why treating every numeric field as EEG would be incorrect. Historical electrode locations are unconfirmed, so use Ch1–Ch7 rather than the current live-device montage labels. Read only authorized real files; the lesson has no synthetic fallback. Ask which field may be treated as a stimulus marker. Answer: none without additional experimental documentation.</a:t>
            </a:r>
          </a:p>
          <a:p>
            <a:endParaRPr/>
          </a:p>
          <a:p>
            <a:r>
              <a:t>Mode: replay of a real recording. Teaching recording A has SHA-256 1c7cf69cf4572aa96b3452f2febb176c8c2a024eaf0e95812b22edda881006bb. data_reader retains the seven EEG columns in file order. The nominal sampling rate is 250 Hz. Historical electrode placement and experimental conditions remain unconfirmed. Lesson 2 intentionally retains an unconfirmed-unit label. Owner confirmation dated 2026-09-21, matched to this exact file by its hash, establishes µV for Lessons 3–4 without rescaling. Permission to redistribute the real data remains pending.</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Student notebook: notebooks/02-reading-neuradock-data.ipynb</a:t>
            </a:r>
          </a:p>
          <a:p>
            <a:endParaRPr/>
          </a:p>
          <a:p>
            <a:r>
              <a:t>Run the cells lesson-02-read-array and lesson-02-time-axis. data has shape (7, 23518), not (23518, 7). Rows select channels and columns select samples. info preserves packet metadata. FS = 250 is the nominal rate declared for the recording, not a measurement of clock precision. The nominal duration is N/FS = 94.072 s, while the last sample is plotted at (N−1)/FS = 94.068 s. Ask students how to select Ch7 over 10 ≤ t &lt; 12 s. Answer: data[6, 2500:3000], which contains 500 samples. This is an indexing exercise, not a claim that the selected interval passes quality control.</a:t>
            </a:r>
          </a:p>
          <a:p>
            <a:endParaRPr/>
          </a:p>
          <a:p>
            <a:r>
              <a:t>Mode: replay of a real recording. Teaching recording A has SHA-256 1c7cf69cf4572aa96b3452f2febb176c8c2a024eaf0e95812b22edda881006bb. data_reader retains the seven EEG columns in file order. The nominal sampling rate is 250 Hz. Historical electrode placement and experimental conditions remain unconfirmed. Lesson 2 intentionally retains an unconfirmed-unit label. Owner confirmation dated 2026-09-21, matched to this exact file by its hash, establishes µV for Lessons 3–4 without rescaling. Permission to redistribute the real data remains pending.</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Student notebook: notebooks/02-reading-neuradock-data.ipynb</a:t>
            </a:r>
          </a:p>
          <a:p>
            <a:endParaRPr/>
          </a:p>
          <a:p>
            <a:r>
              <a:t>The left chart retains all 1,250 samples in the first 5 s. The right chart retains the first 25 samples, from 0 through 0.096 s. No synthetic replacement, smoothing, offset removal, or decimation is applied. The axis label intentionally matches Lesson 2: a recorded value whose unit is not established by the file header. The owner later confirmed µV for this exact file, enabling the physical threshold units used in Lessons 3–4 without changing the numbers. Use this distinction to explain the difference between documented metadata and a plausible guess. Large excursions are visible, but formal quality screening belongs to the next lesson.</a:t>
            </a:r>
          </a:p>
          <a:p>
            <a:endParaRPr/>
          </a:p>
          <a:p>
            <a:r>
              <a:t>Mode: replay of a real recording. Teaching recording A has SHA-256 1c7cf69cf4572aa96b3452f2febb176c8c2a024eaf0e95812b22edda881006bb. data_reader retains the seven EEG columns in file order. The nominal sampling rate is 250 Hz. Historical electrode placement and experimental conditions remain unconfirmed. Lesson 2 intentionally retains an unconfirmed-unit label. Owner confirmation dated 2026-09-21, matched to this exact file by its hash, establishes µV for Lessons 3–4 without rescaling. Permission to redistribute the real data remains pending.</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Student notebook: notebooks/02-reading-neuradock-data.ipynb</a:t>
            </a:r>
          </a:p>
          <a:p>
            <a:endParaRPr/>
          </a:p>
          <a:p>
            <a:r>
              <a:t>The median recorded-clock interval is 4 ms. There are 205 equal adjacent clock values and no backward intervals. All 23,517 transitions in P follow an increment of one modulo 256, including 92 wraps. This supports a counter-like interpretation without establishing stimulus meanings. Do not rewrite timestamps merely to make them appear regular. Integrity checks alone do not certify clean physiological signals. Students submit a trace with labeled axes, a short integrity summary, and a list of metadata that remain unconfirmed. Exit question: can zero malformed rows coexist with poor EEG? Yes. The transport and parser may succeed while signal quality is poor.</a:t>
            </a:r>
          </a:p>
          <a:p>
            <a:endParaRPr/>
          </a:p>
          <a:p>
            <a:r>
              <a:t>Mode: replay of a real recording. Teaching recording A has SHA-256 1c7cf69cf4572aa96b3452f2febb176c8c2a024eaf0e95812b22edda881006bb. data_reader retains the seven EEG columns in file order. The nominal sampling rate is 250 Hz. Historical electrode placement and experimental conditions remain unconfirmed. Lesson 2 intentionally retains an unconfirmed-unit label. Owner confirmation dated 2026-09-21, matched to this exact file by its hash, establishes µV for Lessons 3–4 without rescaling. Permission to redistribute the real data remains pending.</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Student notebook: notebooks/03-signal-quality-control.ipynb</a:t>
            </a:r>
          </a:p>
          <a:p>
            <a:endParaRPr/>
          </a:p>
          <a:p>
            <a:r>
              <a:t>The notebook calls metrics, filtered = eeg_quality_check(data, fs=FS). Then gate_from_metrics applies thresholds while preserving the original timeline. Both plotted traces show actual Ch1 data over 0–5 s on matched axes. Owner confirmation makes the amplitude thresholds interpretable in µV. filtfilt uses data in both time directions, so this offline preprocessing must not be described as a causal live filter. This lesson uses a 1–50 Hz bandpass, not the generic 1–45 Hz profile. Its 49–51 Hz metric therefore operates on data already affected by the 50 Hz filter edge. Retain this implementation detail when discussing thresholds: the metric is not an independent measurement of raw line interference.</a:t>
            </a:r>
          </a:p>
          <a:p>
            <a:endParaRPr/>
          </a:p>
          <a:p>
            <a:r>
              <a:t>Mode: replay of the same real recording as Lesson 2, with the same SHA-256 identity. The owner confirmed µV units; no rescaling is applied. The official quality detector is pinned to commit e3539cbeca99e824dfeb3ebdb44d80ca80f0d5dc. See src/neuradock_eeg101/quality_gate.py and src/neuradock_eeg101/vendor/quality_tools.py. Processing uses a fourth-order Butterworth 1–50 Hz bandpass with filtfilt and no notch. The filtered-data metric thresholds are 10, 20, and 2, with their distinct definitions and units reported in the lesson. Screening heuristics cannot diagnose an artifact source or a health condition.</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Student notebook: notebooks/03-signal-quality-control.ipynb</a:t>
            </a:r>
          </a:p>
          <a:p>
            <a:endParaRPr/>
          </a:p>
          <a:p>
            <a:r>
              <a:t>There are 94 complete one-second segments, each containing 250 samples, in each of seven channels. The two spectral metrics sum selected PSD bins rather than integrating over frequency. Their thresholds of 10 and 20 therefore belong to this exact numerical implementation; the metric units remain µV²/Hz. The amplitude metric counts samples whose absolute filtered amplitude is at least 100 µV. A count strictly greater than 2 flags the segment. A flag may suggest interference, high-frequency contamination, or a large excursion, but it does not establish a unique physical cause. Muscle activity is one possible source of high-frequency contamination. Do not label these heuristics as definitive eye-blink, muscle, or line-noise diagnoses.</a:t>
            </a:r>
          </a:p>
          <a:p>
            <a:endParaRPr/>
          </a:p>
          <a:p>
            <a:r>
              <a:t>Mode: replay of the same real recording as Lesson 2, with the same SHA-256 identity. The owner confirmed µV units; no rescaling is applied. The official quality detector is pinned to commit e3539cbeca99e824dfeb3ebdb44d80ca80f0d5dc. See src/neuradock_eeg101/quality_gate.py and src/neuradock_eeg101/vendor/quality_tools.py. Processing uses a fourth-order Butterworth 1–50 Hz bandpass with filtfilt and no notch. The filtered-data metric thresholds are 10, 20, and 2, with their distinct definitions and units reported in the lesson. Screening heuristics cannot diagnose an artifact source or a health condition.</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Student notebook: notebooks/03-signal-quality-control.ipynb</a:t>
            </a:r>
          </a:p>
          <a:p>
            <a:endParaRPr/>
          </a:p>
          <a:p>
            <a:r>
              <a:t>The measured flag counts are 299, 302, and 339. A channel-second may be flagged by more than one metric, so adding these counts double-counts overlaps. Logical OR combines the three detector flags into one issue mask for each channel. The next stage examines how often each channel has an issue, then combines the quality decisions from eligible channels into a time mask. Ask students why the total number of detector flags can exceed the 658 assessed channel-seconds. Expected answer: the detector categories overlap. The code excerpt illustrates the Boolean logic using named flags; it is not a replacement implementation.</a:t>
            </a:r>
          </a:p>
          <a:p>
            <a:endParaRPr/>
          </a:p>
          <a:p>
            <a:r>
              <a:t>Mode: replay of the same real recording as Lesson 2, with the same SHA-256 identity. The owner confirmed µV units; no rescaling is applied. The official quality detector is pinned to commit e3539cbeca99e824dfeb3ebdb44d80ca80f0d5dc. See src/neuradock_eeg101/quality_gate.py and src/neuradock_eeg101/vendor/quality_tools.py. Processing uses a fourth-order Butterworth 1–50 Hz bandpass with filtfilt and no notch. The filtered-data metric thresholds are 10, 20, and 2, with their distinct definitions and units reported in the lesson. Screening heuristics cannot diagnose an artifact source or a health condition.</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Student notebook: notebooks/03-signal-quality-control.ipynb</a:t>
            </a:r>
          </a:p>
          <a:p>
            <a:endParaRPr/>
          </a:p>
          <a:p>
            <a:r>
              <a:t>Observed issue fractions are Ch1 = 1, Ch2 = 0.30851, Ch3 = 1, Ch4 = 0.24468, Ch5 = 0.98936, Ch6 = 0.22340, and Ch7 = 1. The candidate-exclusion rule is strictly greater than 0.40, so Ch1, Ch3, Ch5, and Ch7 are excluded. The temporal gate checks the remaining channels and accepts 61 complete seconds, or 15,250 samples. It rejects 33 complete seconds and leaves the 18-sample incomplete tail unassessed. Retention is 64.84% of all 23,518 samples, or 64.89% of the 23,500 assessed samples. Neither percentage establishes artifact-free brain activity. If every channel is excluded, the wrapper accepts no data. Demonstrate keep_mask and ask why concatenating retained pieces would falsify the timeline.</a:t>
            </a:r>
          </a:p>
          <a:p>
            <a:endParaRPr/>
          </a:p>
          <a:p>
            <a:r>
              <a:t>Mode: replay of the same real recording as Lesson 2, with the same SHA-256 identity. The owner confirmed µV units; no rescaling is applied. The official quality detector is pinned to commit e3539cbeca99e824dfeb3ebdb44d80ca80f0d5dc. See src/neuradock_eeg101/quality_gate.py and src/neuradock_eeg101/vendor/quality_tools.py. Processing uses a fourth-order Butterworth 1–50 Hz bandpass with filtfilt and no notch. The filtered-data metric thresholds are 10, 20, and 2, with their distinct definitions and units reported in the lesson. Screening heuristics cannot diagnose an artifact source or a health condition.</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Student notebook: notebooks/03-signal-quality-control.ipynb</a:t>
            </a:r>
          </a:p>
          <a:p>
            <a:endParaRPr/>
          </a:p>
          <a:p>
            <a:r>
              <a:t>Open the threshold-sensitivity exercise. The default spectral threshold of 10 becomes 5, 10, or 20; the threshold of 20 becomes 10, 20, or 40. The extreme-sample count threshold of 2 becomes 1, 2, or 4, while the 100 µV sample-amplitude cutoff stays fixed. All strict greater-than comparisons use the same filtered data. Across the three threshold scales, the measured flag counts are 329/299/257 for the line metric, 392/302/240 for the high-frequency metric, and 349/339/333 for the amplitude metric. Dividing each count by 658 gives the plotted fractions. This exercise does not recompute bad-channel exclusions or alternative final retention, so do not claim that the 2× setting retains a particular duration. Exit task: choose one metric, explain its sensitivity, and identify what evidence would be needed before changing an operational setting.</a:t>
            </a:r>
          </a:p>
          <a:p>
            <a:endParaRPr/>
          </a:p>
          <a:p>
            <a:r>
              <a:t>Mode: replay of the same real recording as Lesson 2, with the same SHA-256 identity. The owner confirmed µV units; no rescaling is applied. The official quality detector is pinned to commit e3539cbeca99e824dfeb3ebdb44d80ca80f0d5dc. See src/neuradock_eeg101/quality_gate.py and src/neuradock_eeg101/vendor/quality_tools.py. Processing uses a fourth-order Butterworth 1–50 Hz bandpass with filtfilt and no notch. The filtered-data metric thresholds are 10, 20, and 2, with their distinct definitions and units reported in the lesson. Screening heuristics cannot diagnose an artifact source or a health condition.</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Student notebook: notebooks/04-filtering-psd-alpha.ipynb</a:t>
            </a:r>
          </a:p>
          <a:p>
            <a:endParaRPr/>
          </a:p>
          <a:p>
            <a:r>
              <a:t>The notebook selects the first eligible channel and the first accepted four-second interval, not the largest Alpha value. The default Ch2 is a column selection, not a confirmed posterior electrode: the historical montage remains unverified. Samples 4750:5750 cover 19 ≤ t &lt; 23 s. The slide names the interval bounds; the endpoint at 23 s is exclusive. Lesson 3 supplies the filtered array directly, and all 1,000 samples in this window satisfy its temporal quality mask. A one-second step produces overlapping feature windows, not independent trials. Ask why four isolated accepted one-second blocks are insufficient. Answer: the four-second feature requires continuity on the original timeline.</a:t>
            </a:r>
          </a:p>
          <a:p>
            <a:endParaRPr/>
          </a:p>
          <a:p>
            <a:r>
              <a:t>Mode: replay. Implementation: src/neuradock_eeg101/alpha_features.py. The lesson reuses the filtered data and masks from Lesson 3 without another filtering pass. Settings: 4 s feature windows, 1 s steps, 2 s Welch segments, a 250 Hz sampling rate, and trapezoidal integration over 8–13 Hz. Every sample in a feature window must pass the temporal gate, and the channel must remain eligible. The default selects Ch2, the first eligible column, and 19–23 s, the first accepted interval. Historical electrode placement and experimental conditions remain unconfirmed.</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Student notebook: notebooks/04-filtering-psd-alpha.ipynb</a:t>
            </a:r>
          </a:p>
          <a:p>
            <a:endParaRPr/>
          </a:p>
          <a:p>
            <a:r>
              <a:t>calculate_segment_psd(segment, fs=250, welch_s=2.0) uses the SciPy Welch estimator. Within this four-second feature window, two-second Welch segments with the default overlap yield three periodograms to average. Averaging reduces the variability of the spectral estimate. A 500-sample segment at 250 Hz gives a frequency-bin spacing of 0.5 Hz; this does not guarantee that nearby physiological rhythms can be resolved. The chart shows the measured Ch2 density from 0 to 40 Hz and retains every frequency bin in that displayed range. Orange emphasizes the existing 8–13 Hz bins; it does not establish a distinct Alpha peak. The complete notebook PSD extends to the Nyquist frequency. Checkpoint: why does PSD have a per-Hz unit? It describes power density across frequency.</a:t>
            </a:r>
          </a:p>
          <a:p>
            <a:endParaRPr/>
          </a:p>
          <a:p>
            <a:r>
              <a:t>Mode: replay. Implementation: src/neuradock_eeg101/alpha_features.py. The lesson reuses the filtered data and masks from Lesson 3 without another filtering pass. Settings: 4 s feature windows, 1 s steps, 2 s Welch segments, a 250 Hz sampling rate, and trapezoidal integration over 8–13 Hz. Every sample in a feature window must pass the temporal gate, and the channel must remain eligible. The default selects Ch2, the first eligible column, and 19–23 s, the first accepted interval. Historical electrode placement and experimental conditions remain unconfirmed.</a:t>
            </a:r>
          </a:p>
          <a:p>
            <a:endParaRPr/>
          </a:p>
          <a:p>
            <a:r>
              <a:t>[3] Welch PD (1967). The use of the fast Fourier transform for the estimation of power spectra: A method based on time averaging over short, modified periodograms. IEEE Transactions on Audio and Electroacoustics 15, 70–73. https://doi.org/10.1109/TAU.1967.1161901 Implementation: https://docs.scipy.org/doc/scipy/reference/generated/scipy.signal.welch.html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Student notebook: notebooks/04-filtering-psd-alpha.ipynb</a:t>
            </a:r>
          </a:p>
          <a:p>
            <a:endParaRPr/>
          </a:p>
          <a:p>
            <a:r>
              <a:t>The unrounded Ch2 result is 5.874547870744156 µV². Trapezoidal integration uses the sampled bins from 8 through 13 Hz, including both endpoints. Multiplying density in µV²/Hz by frequency width in Hz produces power in µV². This differs from the heuristic PSD-bin sums in Lesson 3. The optional relative-Alpha fraction divides the Alpha integral by the integral over a defined reference band; the required Lesson 4 feature is absolute power. The Agent later expresses Alpha relative to a rolling historical reference. Absolute power, a spectral-band fraction, and a historical-reference ratio have different definitions and interpretations. Ask students to label the units and accepted interval in a figure caption.</a:t>
            </a:r>
          </a:p>
          <a:p>
            <a:endParaRPr/>
          </a:p>
          <a:p>
            <a:r>
              <a:t>Mode: replay. Implementation: src/neuradock_eeg101/alpha_features.py. The lesson reuses the filtered data and masks from Lesson 3 without another filtering pass. Settings: 4 s feature windows, 1 s steps, 2 s Welch segments, a 250 Hz sampling rate, and trapezoidal integration over 8–13 Hz. Every sample in a feature window must pass the temporal gate, and the channel must remain eligible. The default selects Ch2, the first eligible column, and 19–23 s, the first accepted interval. Historical electrode placement and experimental conditions remain unconfirmed.</a:t>
            </a:r>
          </a:p>
          <a:p>
            <a:endParaRPr/>
          </a:p>
          <a:p>
            <a:r>
              <a:t>[3] Welch PD (1967). The use of the fast Fourier transform for the estimation of power spectra: A method based on time averaging over short, modified periodograms. IEEE Transactions on Audio and Electroacoustics 15, 70–73. https://doi.org/10.1109/TAU.1967.1161901 Implementation: https://docs.scipy.org/doc/scipy/reference/generated/scipy.signal.welch.html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Student notebook: notebooks/04-filtering-psd-alpha.ipynb</a:t>
            </a:r>
          </a:p>
          <a:p>
            <a:endParaRPr/>
          </a:p>
          <a:p>
            <a:r>
              <a:t>Each point is plotted at the center of its four-second window. The code accepts 40 of 91 candidate windows. Their union covers 13,750 unique samples, or 55 s. This is less than the 61 s accepted by the one-second quality gate because some accepted pieces cannot support a continuous four-second feature window. Forty overlapping windows do not represent 160 s of recording or 40 independent trials. The slide uses a separate series for each contiguous run, preserving gaps instead of replacing them with zeros or connecting lines across them. Ask students to identify one gap and use Lesson 3 to explain a possible quality-gate reason, without assigning it a psychological meaning.</a:t>
            </a:r>
          </a:p>
          <a:p>
            <a:endParaRPr/>
          </a:p>
          <a:p>
            <a:r>
              <a:t>Mode: replay. Implementation: src/neuradock_eeg101/alpha_features.py. The lesson reuses the filtered data and masks from Lesson 3 without another filtering pass. Settings: 4 s feature windows, 1 s steps, 2 s Welch segments, a 250 Hz sampling rate, and trapezoidal integration over 8–13 Hz. Every sample in a feature window must pass the temporal gate, and the channel must remain eligible. The default selects Ch2, the first eligible column, and 19–23 s, the first accepted interval. Historical electrode placement and experimental conditions remain unconfirmed.</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Student notebook: notebooks/04-filtering-psd-alpha.ipynb</a:t>
            </a:r>
          </a:p>
          <a:p>
            <a:endParaRPr/>
          </a:p>
          <a:p>
            <a:r>
              <a:t>The calculated powers are Ch2 = 5.874547870744156 µV², Ch4 = 9.084843077134254 µV², and Ch6 = 2.592272457741102 µV². Display labels use three decimal places, while the embedded chart data retain 12 significant digits. Do not interpret Ch4 as a particular brain region, infer a mental state, or compare eyes-open and eyes-closed conditions without documented montage and condition labels. The code does not report an Alpha peak frequency. Students can describe a difference between sensor columns under fixed processing settings. The exit-task caption should identify the real recording, channel label, 19–23 s interval, 8–13 Hz band, quality acceptance, absolute-power units, and missing contextual information.</a:t>
            </a:r>
          </a:p>
          <a:p>
            <a:endParaRPr/>
          </a:p>
          <a:p>
            <a:r>
              <a:t>Mode: replay. Implementation: src/neuradock_eeg101/alpha_features.py. The lesson reuses the filtered data and masks from Lesson 3 without another filtering pass. Settings: 4 s feature windows, 1 s steps, 2 s Welch segments, a 250 Hz sampling rate, and trapezoidal integration over 8–13 Hz. Every sample in a feature window must pass the temporal gate, and the channel must remain eligible. The default selects Ch2, the first eligible column, and 19–23 s, the first accepted interval. Historical electrode placement and experimental conditions remain unconfirmed.</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Student notebook: notebooks/05-eyes-open-closed-alpha.ipynb</a:t>
            </a:r>
          </a:p>
          <a:p>
            <a:endParaRPr/>
          </a:p>
          <a:p>
            <a:r>
              <a:t>The source image, figures/lesson-05-agent.png, is an actual application screenshot measuring 991 × 705 pixels. It is placed without changing its proportions. The screenshot is explicitly in synthetic-demo mode and includes an example ratio of 0.40×; this is not a live participant result. The input-mode badge identifies the data source. The history shows quality-gated Alpha ratios. The ring and number display the same feature, not two independent measurements. The quality strip prompts the user to inspect the signal before interpreting it. Use this slide to orient students, then open the actual dashboard for interaction at a readable size. Pause freezes the displayed history and hides current feedback; it does not stop live acquisition.</a:t>
            </a:r>
          </a:p>
          <a:p>
            <a:endParaRPr/>
          </a:p>
          <a:p>
            <a:r>
              <a:t>Mode: code-only guided handoff to the official Agent. Repository: https://github.com/Neuradock/eeg-workstation-agent; application guide: docs/alpha-experience.md. The reviewed revision is 96a56e738dc9b442ac99ad2d3980423aa367854b, merged into main on 2026-09-22. The current course notebook only checks preparation and prints a blank worksheet. No live hardware session was verified for these slides. The screenshot shows the actual interface with explicitly labeled synthetic-demo data. Do not reuse the obsolete standalone feedback application or earlier Lesson 5 replay results as evidence for this lesson.</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Student notebook: notebooks/05-eyes-open-closed-alpha.ipynb</a:t>
            </a:r>
          </a:p>
          <a:p>
            <a:endParaRPr/>
          </a:p>
          <a:p>
            <a:r>
              <a:t>These values are arithmetic examples, not measured classroom results. The Agent field posterior_alpha_relative expresses current posterior Alpha power relative to a rolling log-median reference. At least three accepted windows with finite, positive Alpha power are required. The reference uses up to 600 accepted values, including the current accepted window. By default, the Agent processes trailing four-second windows and updates every second. The current guided lesson has no separate frozen 60-second calibration. Online preprocessing, posterior-channel aggregation, and acceptance rules differ from the single-channel offline exercise, so identical numerical results should not be expected. Distinguish this ratio from an Alpha/total-power fraction and a logarithmic dB value. A moving display alone does not demonstrate neurofeedback learning or relaxation.</a:t>
            </a:r>
          </a:p>
          <a:p>
            <a:endParaRPr/>
          </a:p>
          <a:p>
            <a:r>
              <a:t>Mode: code-only guided handoff to the official Agent. Repository: https://github.com/Neuradock/eeg-workstation-agent; application guide: docs/alpha-experience.md. The reviewed revision is 96a56e738dc9b442ac99ad2d3980423aa367854b, merged into main on 2026-09-22. The current course notebook only checks preparation and prints a blank worksheet. No live hardware session was verified for these slides. The screenshot shows the actual interface with explicitly labeled synthetic-demo data. Do not reuse the obsolete standalone feedback application or earlier Lesson 5 replay results as evidence for this lesson.</a:t>
            </a:r>
          </a:p>
          <a:p>
            <a:endParaRPr/>
          </a:p>
          <a:p>
            <a:r>
              <a:t>[5] Ros T et al. (2020). Consensus on the reporting and experimental design of clinical and cognitive-behavioural neurofeedback studies (CRED-nf checklist). Brain 143(6), 1674–1685. https://doi.org/10.1093/brain/awaa009 https://academic.oup.com/brain/article/143/6/1674/5807912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Student notebook: notebooks/05-eyes-open-closed-alpha.ipynb</a:t>
            </a:r>
          </a:p>
          <a:p>
            <a:endParaRPr/>
          </a:p>
          <a:p>
            <a:r>
              <a:t>The instructor prepares Python 3.11 or 3.12 in a separate Agent environment. Start outside the course repository and run these commands in order:</a:t>
            </a:r>
          </a:p>
          <a:p>
            <a:r>
              <a:t>git clone https://github.com/Neuradock/eeg-workstation-agent.git</a:t>
            </a:r>
          </a:p>
          <a:p>
            <a:r>
              <a:t>cd eeg-workstation-agent</a:t>
            </a:r>
          </a:p>
          <a:p>
            <a:r>
              <a:t>python -m venv .venv</a:t>
            </a:r>
          </a:p>
          <a:p>
            <a:endParaRPr/>
          </a:p>
          <a:p>
            <a:r>
              <a:t>Install on Windows with:</a:t>
            </a:r>
          </a:p>
          <a:p>
            <a:r>
              <a:t>.\.venv\Scripts\python.exe -m pip install -e .</a:t>
            </a:r>
          </a:p>
          <a:p>
            <a:endParaRPr/>
          </a:p>
          <a:p>
            <a:r>
              <a:t>Install on macOS or Linux with:</a:t>
            </a:r>
          </a:p>
          <a:p>
            <a:r>
              <a:t>.venv/bin/python -m pip install -e .</a:t>
            </a:r>
          </a:p>
          <a:p>
            <a:endParaRPr/>
          </a:p>
          <a:p>
            <a:r>
              <a:t>Use the same explicit Python executable for the online command on this slide, entered as one line. The abbreviated python command assumes that the terminal already selects the Agent environment. Obtain the actual host and port from the acquisition setup; never guess an address or scan the network. The localhost dashboard address is not the device endpoint. Record git rev-parse HEAD. The optional serve command without an input file creates a synthetic preview, which must remain labeled synthetic. Connect device only generates setup instructions; it does not establish a connection. No API key or LLM is required. Consult the official README and Lesson 5 guide for the full instructions.</a:t>
            </a:r>
          </a:p>
          <a:p>
            <a:endParaRPr/>
          </a:p>
          <a:p>
            <a:r>
              <a:t>Mode: code-only guided handoff to the official Agent. Repository: https://github.com/Neuradock/eeg-workstation-agent; application guide: docs/alpha-experience.md. The reviewed revision is 96a56e738dc9b442ac99ad2d3980423aa367854b, merged into main on 2026-09-22. The current course notebook only checks preparation and prints a blank worksheet. No live hardware session was verified for these slides. The screenshot shows the actual interface with explicitly labeled synthetic-demo data. Do not reuse the obsolete standalone feedback application or earlier Lesson 5 replay results as evidence for this lesson.</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Student notebook: notebooks/05-eyes-open-closed-alpha.ipynb</a:t>
            </a:r>
          </a:p>
          <a:p>
            <a:endParaRPr/>
          </a:p>
          <a:p>
            <a:r>
              <a:t>The instructor checks the physical setup against the documented current live profile: 250 Hz, µV, and channel order CP5, CP6, PO3, PO4, O1, Oz, O2. These current labels do not retrospectively establish the montage of older recordings. Complete transport and quality preflight checks before interpreting feedback; a connected socket alone is insufficient. If samples become stale or the device disconnects, stop interpreting the feedback. Participation is voluntary, and the participant may stop at any time. Ask the participant to sit comfortably, breathe normally, and keep the conditions stable. Eye state affects Alpha, so switching between eyes open and eyes closed cannot by itself demonstrate learning [4]. CRED-nf provides guidance for controlled neurofeedback study design and reporting [5]. Ctrl+C stops the Agent; stop any separate acquisition software using its own controls. The optional doctor command saves raw EEG locally under runs/, so it requires recording permission and private storage arrangements. Live hardware verification still requires an actual documented session.</a:t>
            </a:r>
          </a:p>
          <a:p>
            <a:endParaRPr/>
          </a:p>
          <a:p>
            <a:r>
              <a:t>Mode: code-only guided handoff to the official Agent. Repository: https://github.com/Neuradock/eeg-workstation-agent; application guide: docs/alpha-experience.md. The reviewed revision is 96a56e738dc9b442ac99ad2d3980423aa367854b, merged into main on 2026-09-22. The current course notebook only checks preparation and prints a blank worksheet. No live hardware session was verified for these slides. The screenshot shows the actual interface with explicitly labeled synthetic-demo data. Do not reuse the obsolete standalone feedback application or earlier Lesson 5 replay results as evidence for this lesson.</a:t>
            </a:r>
          </a:p>
          <a:p>
            <a:endParaRPr/>
          </a:p>
          <a:p>
            <a:r>
              <a:t>[4] Barry RJ, Clarke AR, Johnstone SJ, Magee CA, Rushby JA (2007). EEG differences between eyes-closed and eyes-open resting conditions. Clinical Neurophysiology 118(12), 2765–2773. https://doi.org/10.1016/j.clinph.2007.07.028 https://pubmed.ncbi.nlm.nih.gov/17911042/</a:t>
            </a:r>
          </a:p>
          <a:p>
            <a:endParaRPr/>
          </a:p>
          <a:p>
            <a:r>
              <a:t>[5] Ros T et al. (2020). Consensus on the reporting and experimental design of clinical and cognitive-behavioural neurofeedback studies (CRED-nf checklist). Brain 143(6), 1674–1685. https://doi.org/10.1093/brain/awaa009 https://academic.oup.com/brain/article/143/6/1674/5807912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these as assessable learning outcomes. Students demonstrate each skill with a notebook output or an observation record. They should be able to explain how event timing becomes a waveform, parse a file without treating metadata as EEG, apply the supplied quality logic, and calculate Alpha power from accepted continuous windows. With appropriate hardware access, they can use the official Agent under supervision; they cannot certify clinical performance. The course does not establish skills in source localization, diagnostic classification, or causal validation of neurofeedback. Ask each learner to identify one conclusion they can now defend using code and one that would require new data or experimental controls.</a:t>
            </a:r>
          </a:p>
          <a:p>
            <a:endParaRPr/>
          </a:p>
          <a:p>
            <a:r>
              <a:t>Course overview based on the five current notebooks and official Agent guide.</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required report is about one page, not four automatically generated figures. Include the Agent commit, input source, whether real hardware was used, quality observations, a few measured ratios if available, the changing-reference caveat, and one question for a future controlled experiment. A privacy-safe screenshot is optional. Exclude participant names, identifiable recordings, and raw EEG from public repositories. If hardware is unavailable, state that the live experiment is pending. A university can provide shared devices; individual student ownership is not required. NeuraDock is the supported live path for this course, but other EEG devices can also support feedback with appropriate integration. This is an invitation to access educational equipment, not a guarantee of benefit. One possible follow-up is to measure within-session repeatability under stable eyes-open conditions using a predefined protocol and approved consent.</a:t>
            </a:r>
          </a:p>
          <a:p>
            <a:endParaRPr/>
          </a:p>
          <a:p>
            <a:r>
              <a:t>Course overview based on the five current notebooks and official Agent guide.</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Full references follow below. The visible descriptions are shortened reading labels. Use Gerstner for an accessible introduction to event-and-kernel models, and Buzsáki for the physiology of extracellular fields. Welch and the SciPy documentation support the spectral-estimation methods. Barry motivates careful control of eye state. CRED-nf supports cautious neurofeedback study design and reporting. No figure from an external paper is reproduced. The results derive from the local course code and supplied recording. The five notebooks, all under notebooks/, are 01-from-synchrony-to-eeg.ipynb, 02-reading-neuradock-data.ipynb, 03-signal-quality-control.ipynb, 04-filtering-psd-alpha.ipynb, and 05-eyes-open-closed-alpha.ipynb. Agent guide: https://github.com/Neuradock/eeg-workstation-agent/blob/main/docs/alpha-experience.md. This deck is a code-only synthesis of simulation and replay evidence; it does not establish live-device verification. Public distribution of embedded real-recording excerpts requires permission.</a:t>
            </a:r>
          </a:p>
          <a:p>
            <a:endParaRPr/>
          </a:p>
          <a:p>
            <a:r>
              <a:t>Course overview based on the five current notebooks and official Agent guide.</a:t>
            </a:r>
          </a:p>
          <a:p>
            <a:endParaRPr/>
          </a:p>
          <a:p>
            <a:r>
              <a:t>[1] Buzsáki G, Anastassiou CA, Koch C (2012). The origin of extracellular fields and currents—EEG, ECoG, LFP and spikes. Nature Reviews Neuroscience 13, 407–420. https://doi.org/10.1038/nrn3241 https://pmc.ncbi.nlm.nih.gov/articles/PMC4907333/</a:t>
            </a:r>
          </a:p>
          <a:p>
            <a:endParaRPr/>
          </a:p>
          <a:p>
            <a:r>
              <a:t>[2] Gerstner W, Kistler WM, Naud R, Paninski L (2014). Neuronal Dynamics: From Single Neurons to Networks and Models of Cognition. Cambridge University Press. https://doi.org/10.1017/CBO9781107447615 Author textbook: https://neuronaldynamics.epfl.ch/online/Ch1.S1.html and Ch8.S2.html</a:t>
            </a:r>
          </a:p>
          <a:p>
            <a:endParaRPr/>
          </a:p>
          <a:p>
            <a:r>
              <a:t>[3] Welch PD (1967). The use of the fast Fourier transform for the estimation of power spectra: A method based on time averaging over short, modified periodograms. IEEE Transactions on Audio and Electroacoustics 15, 70–73. https://doi.org/10.1109/TAU.1967.1161901 Implementation: https://docs.scipy.org/doc/scipy/reference/generated/scipy.signal.welch.html</a:t>
            </a:r>
          </a:p>
          <a:p>
            <a:endParaRPr/>
          </a:p>
          <a:p>
            <a:r>
              <a:t>[4] Barry RJ, Clarke AR, Johnstone SJ, Magee CA, Rushby JA (2007). EEG differences between eyes-closed and eyes-open resting conditions. Clinical Neurophysiology 118(12), 2765–2773. https://doi.org/10.1016/j.clinph.2007.07.028 https://pubmed.ncbi.nlm.nih.gov/17911042/</a:t>
            </a:r>
          </a:p>
          <a:p>
            <a:endParaRPr/>
          </a:p>
          <a:p>
            <a:r>
              <a:t>[5] Ros T et al. (2020). Consensus on the reporting and experimental design of clinical and cognitive-behavioural neurofeedback studies (CRED-nf checklist). Brain 143(6), 1674–1685. https://doi.org/10.1093/brain/awaa009 https://academic.oup.com/brain/article/143/6/1674/5807912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chart" Target="../charts/chart8.xml"/><Relationship Id="rId5" Type="http://schemas.openxmlformats.org/officeDocument/2006/relationships/chart" Target="../charts/chart7.xml"/><Relationship Id="rId4" Type="http://schemas.openxmlformats.org/officeDocument/2006/relationships/chart" Target="../charts/chart6.xml"/></Relationships>
</file>

<file path=ppt/slides/_rels/slide9.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chart" Target="../charts/chart12.xml"/><Relationship Id="rId5" Type="http://schemas.openxmlformats.org/officeDocument/2006/relationships/chart" Target="../charts/chart11.xml"/><Relationship Id="rId4" Type="http://schemas.openxmlformats.org/officeDocument/2006/relationships/chart" Target="../charts/char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chart" Target="../charts/char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19.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chart" Target="../charts/chart22.xml"/><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chart" Target="../charts/chart23.xml"/><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hyperlink" Target="https://github.com/Neuradock/eeg-workstation-agent" TargetMode="External"/><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hyperlink" Target="http://127.0.0.1:8765"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hyperlink" Target="mailto:business@neuradock.com?subject=NeuraDock%20EEG%20101%20Classroom%20Kit" TargetMode="External"/><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8" Type="http://schemas.openxmlformats.org/officeDocument/2006/relationships/hyperlink" Target="https://github.com/Neuradock/eeg-workstation-agent" TargetMode="External"/><Relationship Id="rId3" Type="http://schemas.openxmlformats.org/officeDocument/2006/relationships/hyperlink" Target="https://doi.org/10.1038/nrn3241" TargetMode="External"/><Relationship Id="rId7" Type="http://schemas.openxmlformats.org/officeDocument/2006/relationships/hyperlink" Target="https://doi.org/10.1093/brain/awaa009" TargetMode="External"/><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hyperlink" Target="https://doi.org/10.1016/j.clinph.2007.07.028" TargetMode="External"/><Relationship Id="rId5" Type="http://schemas.openxmlformats.org/officeDocument/2006/relationships/hyperlink" Target="https://doi.org/10.1109/TAU.1967.1161901" TargetMode="External"/><Relationship Id="rId4" Type="http://schemas.openxmlformats.org/officeDocument/2006/relationships/hyperlink" Target="https://doi.org/10.1017/CBO978110744761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2138"/>
        </a:solidFill>
        <a:effectLst/>
      </p:bgPr>
    </p:bg>
    <p:spTree>
      <p:nvGrpSpPr>
        <p:cNvPr id="1" name=""/>
        <p:cNvGrpSpPr/>
        <p:nvPr/>
      </p:nvGrpSpPr>
      <p:grpSpPr>
        <a:xfrm>
          <a:off x="0" y="0"/>
          <a:ext cx="0" cy="0"/>
          <a:chOff x="0" y="0"/>
          <a:chExt cx="0" cy="0"/>
        </a:xfrm>
      </p:grpSpPr>
      <p:pic>
        <p:nvPicPr>
          <p:cNvPr id="8" name="图片 7"/>
          <p:cNvPicPr>
            <a:picLocks noChangeAspect="1"/>
          </p:cNvPicPr>
          <p:nvPr/>
        </p:nvPicPr>
        <p:blipFill>
          <a:blip r:embed="rId3"/>
          <a:srcRect t="27" b="27"/>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22E15785-EAAB-48C9-8E64-E093E00A5628}"/>
              </a:ext>
            </a:extLst>
          </p:cNvPr>
          <p:cNvSpPr>
            <a:spLocks noGrp="1"/>
          </p:cNvSpPr>
          <p:nvPr/>
        </p:nvSpPr>
        <p:spPr>
          <a:xfrm>
            <a:off x="628650" y="619125"/>
            <a:ext cx="6667500" cy="361950"/>
          </a:xfrm>
          <a:prstGeom prst="rect">
            <a:avLst/>
          </a:prstGeom>
          <a:noFill/>
          <a:ln w="0">
            <a:noFill/>
          </a:ln>
        </p:spPr>
        <p:txBody>
          <a:bodyPr wrap="square" lIns="0" tIns="0" rIns="0" bIns="0" anchor="t">
            <a:noAutofit/>
          </a:bodyPr>
          <a:lstStyle/>
          <a:p>
            <a:pPr>
              <a:defRPr sz="1725" b="1">
                <a:solidFill>
                  <a:srgbClr val="71D4D1"/>
                </a:solidFill>
                <a:latin typeface="Arial"/>
                <a:ea typeface="Arial"/>
                <a:cs typeface="Arial"/>
              </a:defRPr>
            </a:pPr>
            <a:r>
              <a:rPr sz="1725" b="1">
                <a:solidFill>
                  <a:srgbClr val="71D4D1"/>
                </a:solidFill>
                <a:latin typeface="Arial"/>
                <a:ea typeface="Arial"/>
                <a:cs typeface="Arial"/>
              </a:rPr>
              <a:t>UNDERGRADUATE LECTURE</a:t>
            </a:r>
          </a:p>
        </p:txBody>
      </p:sp>
      <p:sp>
        <p:nvSpPr>
          <p:cNvPr id="3" name="slide-title">
            <a:extLst>
              <a:ext uri="{FF2B5EF4-FFF2-40B4-BE49-F238E27FC236}">
                <a16:creationId xmlns:a16="http://schemas.microsoft.com/office/drawing/2014/main" id="{F8C595D7-DBC4-4B10-BBB9-6C8D373EB8B6}"/>
              </a:ext>
            </a:extLst>
          </p:cNvPr>
          <p:cNvSpPr>
            <a:spLocks noGrp="1"/>
          </p:cNvSpPr>
          <p:nvPr/>
        </p:nvSpPr>
        <p:spPr>
          <a:xfrm>
            <a:off x="628650" y="1781175"/>
            <a:ext cx="5810250" cy="1685925"/>
          </a:xfrm>
          <a:prstGeom prst="rect">
            <a:avLst/>
          </a:prstGeom>
          <a:noFill/>
          <a:ln w="0">
            <a:noFill/>
          </a:ln>
        </p:spPr>
        <p:txBody>
          <a:bodyPr wrap="square" lIns="0" tIns="0" rIns="0" bIns="0" anchor="t">
            <a:noAutofit/>
          </a:bodyPr>
          <a:lstStyle/>
          <a:p>
            <a:pPr>
              <a:defRPr sz="5100" b="1">
                <a:solidFill>
                  <a:srgbClr val="FFFFFF"/>
                </a:solidFill>
                <a:latin typeface="Arial"/>
                <a:ea typeface="Arial"/>
                <a:cs typeface="Arial"/>
              </a:defRPr>
            </a:pPr>
            <a:r>
              <a:rPr sz="5100" b="1">
                <a:solidFill>
                  <a:srgbClr val="FFFFFF"/>
                </a:solidFill>
                <a:latin typeface="Arial"/>
                <a:ea typeface="Arial"/>
                <a:cs typeface="Arial"/>
              </a:rPr>
              <a:t>NeuraDock</a:t>
            </a:r>
          </a:p>
          <a:p>
            <a:pPr>
              <a:defRPr sz="5100" b="1">
                <a:solidFill>
                  <a:srgbClr val="FFFFFF"/>
                </a:solidFill>
                <a:latin typeface="Arial"/>
                <a:ea typeface="Arial"/>
                <a:cs typeface="Arial"/>
              </a:defRPr>
            </a:pPr>
            <a:r>
              <a:rPr sz="5100" b="1">
                <a:solidFill>
                  <a:srgbClr val="FFFFFF"/>
                </a:solidFill>
                <a:latin typeface="Arial"/>
                <a:ea typeface="Arial"/>
                <a:cs typeface="Arial"/>
              </a:rPr>
              <a:t>EEG 101</a:t>
            </a:r>
          </a:p>
        </p:txBody>
      </p:sp>
      <p:sp>
        <p:nvSpPr>
          <p:cNvPr id="4" name="矩形 3">
            <a:extLst>
              <a:ext uri="{FF2B5EF4-FFF2-40B4-BE49-F238E27FC236}">
                <a16:creationId xmlns:a16="http://schemas.microsoft.com/office/drawing/2014/main" id="{60C84DA7-72A4-40D1-A145-DCDC1BBB16B9}"/>
              </a:ext>
            </a:extLst>
          </p:cNvPr>
          <p:cNvSpPr>
            <a:spLocks noGrp="1"/>
          </p:cNvSpPr>
          <p:nvPr/>
        </p:nvSpPr>
        <p:spPr>
          <a:xfrm>
            <a:off x="657225" y="3819525"/>
            <a:ext cx="6048375" cy="952500"/>
          </a:xfrm>
          <a:prstGeom prst="rect">
            <a:avLst/>
          </a:prstGeom>
          <a:noFill/>
          <a:ln w="0">
            <a:noFill/>
          </a:ln>
        </p:spPr>
        <p:txBody>
          <a:bodyPr wrap="square" lIns="0" tIns="0" rIns="0" bIns="0" anchor="t">
            <a:noAutofit/>
          </a:bodyPr>
          <a:lstStyle/>
          <a:p>
            <a:pPr>
              <a:defRPr sz="2400" b="0">
                <a:solidFill>
                  <a:srgbClr val="D2E4EE"/>
                </a:solidFill>
                <a:latin typeface="Arial"/>
                <a:ea typeface="Arial"/>
                <a:cs typeface="Arial"/>
              </a:defRPr>
            </a:pPr>
            <a:r>
              <a:rPr sz="2400" b="0">
                <a:solidFill>
                  <a:srgbClr val="D2E4EE"/>
                </a:solidFill>
                <a:latin typeface="Arial"/>
                <a:ea typeface="Arial"/>
                <a:cs typeface="Arial"/>
              </a:rPr>
              <a:t>Neural signals, data quality</a:t>
            </a:r>
          </a:p>
          <a:p>
            <a:pPr>
              <a:defRPr sz="2400" b="0">
                <a:solidFill>
                  <a:srgbClr val="D2E4EE"/>
                </a:solidFill>
                <a:latin typeface="Arial"/>
                <a:ea typeface="Arial"/>
                <a:cs typeface="Arial"/>
              </a:defRPr>
            </a:pPr>
            <a:r>
              <a:rPr sz="2400" b="0">
                <a:solidFill>
                  <a:srgbClr val="D2E4EE"/>
                </a:solidFill>
                <a:latin typeface="Arial"/>
                <a:ea typeface="Arial"/>
                <a:cs typeface="Arial"/>
              </a:rPr>
              <a:t>and Alpha feedback</a:t>
            </a:r>
          </a:p>
        </p:txBody>
      </p:sp>
      <p:sp>
        <p:nvSpPr>
          <p:cNvPr id="5" name="矩形 4">
            <a:extLst>
              <a:ext uri="{FF2B5EF4-FFF2-40B4-BE49-F238E27FC236}">
                <a16:creationId xmlns:a16="http://schemas.microsoft.com/office/drawing/2014/main" id="{BCE65FE4-DB7A-4CE4-95AA-2DAB056726CF}"/>
              </a:ext>
            </a:extLst>
          </p:cNvPr>
          <p:cNvSpPr>
            <a:spLocks noGrp="1"/>
          </p:cNvSpPr>
          <p:nvPr/>
        </p:nvSpPr>
        <p:spPr>
          <a:xfrm>
            <a:off x="657225" y="5381625"/>
            <a:ext cx="5905500" cy="438150"/>
          </a:xfrm>
          <a:prstGeom prst="rect">
            <a:avLst/>
          </a:prstGeom>
          <a:noFill/>
          <a:ln w="0">
            <a:noFill/>
          </a:ln>
        </p:spPr>
        <p:txBody>
          <a:bodyPr wrap="square" lIns="0" tIns="0" rIns="0" bIns="0" anchor="t">
            <a:noAutofit/>
          </a:bodyPr>
          <a:lstStyle/>
          <a:p>
            <a:pPr>
              <a:defRPr sz="1950" b="0">
                <a:solidFill>
                  <a:srgbClr val="FFFFFF"/>
                </a:solidFill>
                <a:latin typeface="Arial"/>
                <a:ea typeface="Arial"/>
                <a:cs typeface="Arial"/>
              </a:defRPr>
            </a:pPr>
            <a:r>
              <a:rPr sz="1950" b="0">
                <a:solidFill>
                  <a:srgbClr val="FFFFFF"/>
                </a:solidFill>
                <a:latin typeface="Arial"/>
                <a:ea typeface="Arial"/>
                <a:cs typeface="Arial"/>
              </a:rPr>
              <a:t>Five lessons with Python notebooks</a:t>
            </a:r>
          </a:p>
        </p:txBody>
      </p:sp>
      <p:sp>
        <p:nvSpPr>
          <p:cNvPr id="6" name="矩形 5">
            <a:extLst>
              <a:ext uri="{FF2B5EF4-FFF2-40B4-BE49-F238E27FC236}">
                <a16:creationId xmlns:a16="http://schemas.microsoft.com/office/drawing/2014/main" id="{58660E0C-E362-4F3D-BD1A-2AC14DC95F3D}"/>
              </a:ext>
            </a:extLst>
          </p:cNvPr>
          <p:cNvSpPr>
            <a:spLocks noGrp="1"/>
          </p:cNvSpPr>
          <p:nvPr/>
        </p:nvSpPr>
        <p:spPr>
          <a:xfrm>
            <a:off x="657225" y="6448425"/>
            <a:ext cx="8096250" cy="219075"/>
          </a:xfrm>
          <a:prstGeom prst="rect">
            <a:avLst/>
          </a:prstGeom>
          <a:noFill/>
          <a:ln w="0">
            <a:noFill/>
          </a:ln>
        </p:spPr>
        <p:txBody>
          <a:bodyPr wrap="square" lIns="0" tIns="0" rIns="0" bIns="0" anchor="t">
            <a:noAutofit/>
          </a:bodyPr>
          <a:lstStyle/>
          <a:p>
            <a:pPr>
              <a:defRPr sz="1200" b="0">
                <a:solidFill>
                  <a:srgbClr val="B3CDDF"/>
                </a:solidFill>
                <a:latin typeface="Arial"/>
                <a:ea typeface="Arial"/>
                <a:cs typeface="Arial"/>
              </a:defRPr>
            </a:pPr>
            <a:r>
              <a:rPr sz="1200" b="0">
                <a:solidFill>
                  <a:srgbClr val="B3CDDF"/>
                </a:solidFill>
                <a:latin typeface="Arial"/>
                <a:ea typeface="Arial"/>
                <a:cs typeface="Arial"/>
              </a:rPr>
              <a:t>Conceptual illustration</a:t>
            </a:r>
          </a:p>
        </p:txBody>
      </p:sp>
      <p:sp>
        <p:nvSpPr>
          <p:cNvPr id="7" name="矩形 6">
            <a:extLst>
              <a:ext uri="{FF2B5EF4-FFF2-40B4-BE49-F238E27FC236}">
                <a16:creationId xmlns:a16="http://schemas.microsoft.com/office/drawing/2014/main" id="{2E9B82EB-A832-4387-9EF2-874135096FA8}"/>
              </a:ext>
            </a:extLst>
          </p:cNvPr>
          <p:cNvSpPr>
            <a:spLocks noGrp="1"/>
          </p:cNvSpPr>
          <p:nvPr/>
        </p:nvSpPr>
        <p:spPr>
          <a:xfrm>
            <a:off x="10763250" y="6448425"/>
            <a:ext cx="857250" cy="219075"/>
          </a:xfrm>
          <a:prstGeom prst="rect">
            <a:avLst/>
          </a:prstGeom>
          <a:noFill/>
          <a:ln w="0">
            <a:noFill/>
          </a:ln>
        </p:spPr>
        <p:txBody>
          <a:bodyPr wrap="square" lIns="0" tIns="0" rIns="0" bIns="0" anchor="t">
            <a:noAutofit/>
          </a:bodyPr>
          <a:lstStyle/>
          <a:p>
            <a:pPr>
              <a:defRPr sz="1200" b="0">
                <a:solidFill>
                  <a:srgbClr val="B3CDDF"/>
                </a:solidFill>
                <a:latin typeface="Arial"/>
                <a:ea typeface="Arial"/>
                <a:cs typeface="Arial"/>
              </a:defRPr>
            </a:pPr>
            <a:r>
              <a:rPr sz="1200" b="0">
                <a:solidFill>
                  <a:srgbClr val="B3CDDF"/>
                </a:solidFill>
                <a:latin typeface="Arial"/>
                <a:ea typeface="Arial"/>
                <a:cs typeface="Arial"/>
              </a:rPr>
              <a:t>01 / 30</a:t>
            </a:r>
          </a:p>
        </p:txBody>
      </p:sp>
    </p:spTree>
    <p:extLst>
      <p:ext uri="{BB962C8B-B14F-4D97-AF65-F5344CB8AC3E}">
        <p14:creationId xmlns:p14="http://schemas.microsoft.com/office/powerpoint/2010/main" val="19842998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lide-title">
            <a:extLst>
              <a:ext uri="{FF2B5EF4-FFF2-40B4-BE49-F238E27FC236}">
                <a16:creationId xmlns:a16="http://schemas.microsoft.com/office/drawing/2014/main" id="{55DC221B-3F94-4624-B6C6-2AA0332F623B}"/>
              </a:ext>
            </a:extLst>
          </p:cNvPr>
          <p:cNvSpPr>
            <a:spLocks noGrp="1"/>
          </p:cNvSpPr>
          <p:nvPr/>
        </p:nvSpPr>
        <p:spPr>
          <a:xfrm>
            <a:off x="609600" y="371475"/>
            <a:ext cx="10972800" cy="571500"/>
          </a:xfrm>
          <a:prstGeom prst="rect">
            <a:avLst/>
          </a:prstGeom>
          <a:noFill/>
          <a:ln w="0">
            <a:noFill/>
          </a:ln>
        </p:spPr>
        <p:txBody>
          <a:bodyPr wrap="square" lIns="0" tIns="0" rIns="0" bIns="0" anchor="t">
            <a:noAutofit/>
          </a:bodyPr>
          <a:lstStyle/>
          <a:p>
            <a:pPr>
              <a:defRPr sz="3300" b="1">
                <a:solidFill>
                  <a:srgbClr val="0B2138"/>
                </a:solidFill>
                <a:latin typeface="Arial"/>
                <a:ea typeface="Arial"/>
                <a:cs typeface="Arial"/>
              </a:defRPr>
            </a:pPr>
            <a:r>
              <a:rPr sz="3300" b="1">
                <a:solidFill>
                  <a:srgbClr val="0B2138"/>
                </a:solidFill>
                <a:latin typeface="Arial"/>
                <a:ea typeface="Arial"/>
                <a:cs typeface="Arial"/>
              </a:rPr>
              <a:t>Course purpose</a:t>
            </a:r>
          </a:p>
        </p:txBody>
      </p:sp>
      <p:sp>
        <p:nvSpPr>
          <p:cNvPr id="2" name="矩形 1">
            <a:extLst>
              <a:ext uri="{FF2B5EF4-FFF2-40B4-BE49-F238E27FC236}">
                <a16:creationId xmlns:a16="http://schemas.microsoft.com/office/drawing/2014/main" id="{30D2F83F-F28B-4711-B742-31F577C294C1}"/>
              </a:ext>
            </a:extLst>
          </p:cNvPr>
          <p:cNvSpPr>
            <a:spLocks noGrp="1"/>
          </p:cNvSpPr>
          <p:nvPr/>
        </p:nvSpPr>
        <p:spPr>
          <a:xfrm>
            <a:off x="628650" y="1076325"/>
            <a:ext cx="10858500" cy="590550"/>
          </a:xfrm>
          <a:prstGeom prst="rect">
            <a:avLst/>
          </a:prstGeom>
          <a:noFill/>
          <a:ln w="0">
            <a:noFill/>
          </a:ln>
        </p:spPr>
        <p:txBody>
          <a:bodyPr wrap="square" lIns="0" tIns="0" rIns="0" bIns="0" anchor="t">
            <a:noAutofit/>
          </a:bodyPr>
          <a:lstStyle/>
          <a:p>
            <a:pPr>
              <a:defRPr sz="1875" b="0">
                <a:solidFill>
                  <a:srgbClr val="617184"/>
                </a:solidFill>
                <a:latin typeface="Arial"/>
                <a:ea typeface="Arial"/>
                <a:cs typeface="Arial"/>
              </a:defRPr>
            </a:pPr>
            <a:r>
              <a:rPr sz="1875" b="0">
                <a:solidFill>
                  <a:srgbClr val="617184"/>
                </a:solidFill>
                <a:latin typeface="Arial"/>
                <a:ea typeface="Arial"/>
                <a:cs typeface="Arial"/>
              </a:rPr>
              <a:t>A changing EEG trace becomes useful only when we know how it was produced.</a:t>
            </a:r>
          </a:p>
        </p:txBody>
      </p:sp>
      <p:sp>
        <p:nvSpPr>
          <p:cNvPr id="3" name="矩形 2">
            <a:extLst>
              <a:ext uri="{FF2B5EF4-FFF2-40B4-BE49-F238E27FC236}">
                <a16:creationId xmlns:a16="http://schemas.microsoft.com/office/drawing/2014/main" id="{6F20644B-6F0A-4C4E-A159-199D997A5153}"/>
              </a:ext>
            </a:extLst>
          </p:cNvPr>
          <p:cNvSpPr>
            <a:spLocks noGrp="1"/>
          </p:cNvSpPr>
          <p:nvPr/>
        </p:nvSpPr>
        <p:spPr>
          <a:xfrm>
            <a:off x="609600" y="6505575"/>
            <a:ext cx="982980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NeuraDock EEG 101   /   Five-lesson undergraduate course</a:t>
            </a:r>
          </a:p>
        </p:txBody>
      </p:sp>
      <p:sp>
        <p:nvSpPr>
          <p:cNvPr id="4" name="矩形 3">
            <a:extLst>
              <a:ext uri="{FF2B5EF4-FFF2-40B4-BE49-F238E27FC236}">
                <a16:creationId xmlns:a16="http://schemas.microsoft.com/office/drawing/2014/main" id="{652395F3-E1F2-4295-BEEF-9306F42E9573}"/>
              </a:ext>
            </a:extLst>
          </p:cNvPr>
          <p:cNvSpPr>
            <a:spLocks noGrp="1"/>
          </p:cNvSpPr>
          <p:nvPr/>
        </p:nvSpPr>
        <p:spPr>
          <a:xfrm>
            <a:off x="10763250" y="6505575"/>
            <a:ext cx="85725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02 / 30</a:t>
            </a:r>
          </a:p>
        </p:txBody>
      </p:sp>
      <p:sp>
        <p:nvSpPr>
          <p:cNvPr id="5" name="矩形 4">
            <a:extLst>
              <a:ext uri="{FF2B5EF4-FFF2-40B4-BE49-F238E27FC236}">
                <a16:creationId xmlns:a16="http://schemas.microsoft.com/office/drawing/2014/main" id="{54242EFB-C931-4A79-82E2-A1A58036493D}"/>
              </a:ext>
            </a:extLst>
          </p:cNvPr>
          <p:cNvSpPr>
            <a:spLocks noGrp="1"/>
          </p:cNvSpPr>
          <p:nvPr/>
        </p:nvSpPr>
        <p:spPr>
          <a:xfrm>
            <a:off x="647700" y="1924050"/>
            <a:ext cx="5334000" cy="666750"/>
          </a:xfrm>
          <a:prstGeom prst="rect">
            <a:avLst/>
          </a:prstGeom>
          <a:noFill/>
          <a:ln w="0">
            <a:noFill/>
          </a:ln>
        </p:spPr>
        <p:txBody>
          <a:bodyPr wrap="square" lIns="0" tIns="0" rIns="0" bIns="0" anchor="t">
            <a:noAutofit/>
          </a:bodyPr>
          <a:lstStyle/>
          <a:p>
            <a:pPr>
              <a:defRPr sz="2175" b="1">
                <a:solidFill>
                  <a:srgbClr val="0B2138"/>
                </a:solidFill>
                <a:latin typeface="Arial"/>
                <a:ea typeface="Arial"/>
                <a:cs typeface="Arial"/>
              </a:defRPr>
            </a:pPr>
            <a:r>
              <a:rPr sz="2175" b="1">
                <a:solidFill>
                  <a:srgbClr val="0B2138"/>
                </a:solidFill>
                <a:latin typeface="Arial"/>
                <a:ea typeface="Arial"/>
                <a:cs typeface="Arial"/>
              </a:rPr>
              <a:t>By the end, you can</a:t>
            </a:r>
          </a:p>
        </p:txBody>
      </p:sp>
      <p:sp>
        <p:nvSpPr>
          <p:cNvPr id="6" name="矩形 5">
            <a:extLst>
              <a:ext uri="{FF2B5EF4-FFF2-40B4-BE49-F238E27FC236}">
                <a16:creationId xmlns:a16="http://schemas.microsoft.com/office/drawing/2014/main" id="{3DBDB3DF-B3FB-49A4-A200-F8EADFDBA381}"/>
              </a:ext>
            </a:extLst>
          </p:cNvPr>
          <p:cNvSpPr>
            <a:spLocks noGrp="1"/>
          </p:cNvSpPr>
          <p:nvPr/>
        </p:nvSpPr>
        <p:spPr>
          <a:xfrm>
            <a:off x="666750" y="2590800"/>
            <a:ext cx="7286625" cy="2847975"/>
          </a:xfrm>
          <a:prstGeom prst="rect">
            <a:avLst/>
          </a:prstGeom>
          <a:noFill/>
          <a:ln w="0">
            <a:noFill/>
          </a:ln>
        </p:spPr>
        <p:txBody>
          <a:bodyPr wrap="square" lIns="0" tIns="0" rIns="0" bIns="0" anchor="t">
            <a:noAutofit/>
          </a:bodyPr>
          <a:lstStyle/>
          <a:p>
            <a:pPr marL="241300" indent="-127000">
              <a:spcAft>
                <a:spcPts val="1500"/>
              </a:spcAft>
              <a:buChar char="•"/>
              <a:defRPr sz="2175" b="0">
                <a:solidFill>
                  <a:srgbClr val="1D2938"/>
                </a:solidFill>
                <a:latin typeface="Arial"/>
                <a:ea typeface="Arial"/>
                <a:cs typeface="Arial"/>
              </a:defRPr>
            </a:pPr>
            <a:r>
              <a:t>Trace events into a simulated population signal.</a:t>
            </a:r>
          </a:p>
          <a:p>
            <a:pPr marL="241300" indent="-127000">
              <a:spcAft>
                <a:spcPts val="1500"/>
              </a:spcAft>
              <a:buChar char="•"/>
              <a:defRPr sz="2175" b="0">
                <a:solidFill>
                  <a:srgbClr val="1D2938"/>
                </a:solidFill>
                <a:latin typeface="Arial"/>
                <a:ea typeface="Arial"/>
                <a:cs typeface="Arial"/>
              </a:defRPr>
            </a:pPr>
            <a:r>
              <a:t>Read and check a real seven-channel recording.</a:t>
            </a:r>
          </a:p>
          <a:p>
            <a:pPr marL="241300" indent="-127000">
              <a:spcAft>
                <a:spcPts val="1500"/>
              </a:spcAft>
              <a:buChar char="•"/>
              <a:defRPr sz="2175" b="0">
                <a:solidFill>
                  <a:srgbClr val="1D2938"/>
                </a:solidFill>
                <a:latin typeface="Arial"/>
                <a:ea typeface="Arial"/>
                <a:cs typeface="Arial"/>
              </a:defRPr>
            </a:pPr>
            <a:r>
              <a:t>Reject suspect data before measuring Alpha.</a:t>
            </a:r>
          </a:p>
          <a:p>
            <a:pPr marL="241300" indent="-127000">
              <a:spcAft>
                <a:spcPts val="1500"/>
              </a:spcAft>
              <a:buChar char="•"/>
              <a:defRPr sz="2175" b="0">
                <a:solidFill>
                  <a:srgbClr val="1D2938"/>
                </a:solidFill>
                <a:latin typeface="Arial"/>
                <a:ea typeface="Arial"/>
                <a:cs typeface="Arial"/>
              </a:defRPr>
            </a:pPr>
            <a:r>
              <a:t>Explain feedback in a supervised Agent session.</a:t>
            </a:r>
          </a:p>
        </p:txBody>
      </p:sp>
      <p:sp>
        <p:nvSpPr>
          <p:cNvPr id="7" name="矩形 6">
            <a:extLst>
              <a:ext uri="{FF2B5EF4-FFF2-40B4-BE49-F238E27FC236}">
                <a16:creationId xmlns:a16="http://schemas.microsoft.com/office/drawing/2014/main" id="{B35F54A8-B42B-4219-81D5-900311CFAD3C}"/>
              </a:ext>
            </a:extLst>
          </p:cNvPr>
          <p:cNvSpPr>
            <a:spLocks noGrp="1"/>
          </p:cNvSpPr>
          <p:nvPr/>
        </p:nvSpPr>
        <p:spPr>
          <a:xfrm>
            <a:off x="8648700" y="1943100"/>
            <a:ext cx="2857500" cy="666750"/>
          </a:xfrm>
          <a:prstGeom prst="rect">
            <a:avLst/>
          </a:prstGeom>
          <a:noFill/>
          <a:ln w="0">
            <a:noFill/>
          </a:ln>
        </p:spPr>
        <p:txBody>
          <a:bodyPr wrap="square" lIns="0" tIns="0" rIns="0" bIns="0" anchor="t">
            <a:noAutofit/>
          </a:bodyPr>
          <a:lstStyle/>
          <a:p>
            <a:pPr>
              <a:defRPr sz="2175" b="1">
                <a:solidFill>
                  <a:srgbClr val="0B2138"/>
                </a:solidFill>
                <a:latin typeface="Arial"/>
                <a:ea typeface="Arial"/>
                <a:cs typeface="Arial"/>
              </a:defRPr>
            </a:pPr>
            <a:r>
              <a:rPr sz="2175" b="1">
                <a:solidFill>
                  <a:srgbClr val="0B2138"/>
                </a:solidFill>
                <a:latin typeface="Arial"/>
                <a:ea typeface="Arial"/>
                <a:cs typeface="Arial"/>
              </a:rPr>
              <a:t>You need</a:t>
            </a:r>
          </a:p>
        </p:txBody>
      </p:sp>
      <p:sp>
        <p:nvSpPr>
          <p:cNvPr id="8" name="矩形 7">
            <a:extLst>
              <a:ext uri="{FF2B5EF4-FFF2-40B4-BE49-F238E27FC236}">
                <a16:creationId xmlns:a16="http://schemas.microsoft.com/office/drawing/2014/main" id="{F78755D5-AD5D-4375-AB5E-3D0C0C1060B7}"/>
              </a:ext>
            </a:extLst>
          </p:cNvPr>
          <p:cNvSpPr>
            <a:spLocks noGrp="1"/>
          </p:cNvSpPr>
          <p:nvPr/>
        </p:nvSpPr>
        <p:spPr>
          <a:xfrm>
            <a:off x="8648700" y="2657475"/>
            <a:ext cx="2895600" cy="1676400"/>
          </a:xfrm>
          <a:prstGeom prst="rect">
            <a:avLst/>
          </a:prstGeom>
          <a:noFill/>
          <a:ln w="0">
            <a:noFill/>
          </a:ln>
        </p:spPr>
        <p:txBody>
          <a:bodyPr wrap="square" lIns="0" tIns="0" rIns="0" bIns="0" anchor="t">
            <a:noAutofit/>
          </a:bodyPr>
          <a:lstStyle/>
          <a:p>
            <a:pPr>
              <a:defRPr sz="2025" b="0">
                <a:solidFill>
                  <a:srgbClr val="1D2938"/>
                </a:solidFill>
                <a:latin typeface="Arial"/>
                <a:ea typeface="Arial"/>
                <a:cs typeface="Arial"/>
              </a:defRPr>
            </a:pPr>
            <a:r>
              <a:rPr sz="2025" b="0">
                <a:solidFill>
                  <a:srgbClr val="1D2938"/>
                </a:solidFill>
                <a:latin typeface="Arial"/>
                <a:ea typeface="Arial"/>
                <a:cs typeface="Arial"/>
              </a:rPr>
              <a:t>Basic Python arrays</a:t>
            </a:r>
          </a:p>
          <a:p>
            <a:pPr>
              <a:defRPr sz="2025" b="0">
                <a:solidFill>
                  <a:srgbClr val="1D2938"/>
                </a:solidFill>
                <a:latin typeface="Arial"/>
                <a:ea typeface="Arial"/>
                <a:cs typeface="Arial"/>
              </a:defRPr>
            </a:pPr>
            <a:r>
              <a:rPr sz="2025" b="0">
                <a:solidFill>
                  <a:srgbClr val="1D2938"/>
                </a:solidFill>
                <a:latin typeface="Arial"/>
                <a:ea typeface="Arial"/>
                <a:cs typeface="Arial"/>
              </a:rPr>
              <a:t>VS Code + Jupyter</a:t>
            </a:r>
          </a:p>
          <a:p>
            <a:pPr>
              <a:defRPr sz="2025" b="0">
                <a:solidFill>
                  <a:srgbClr val="1D2938"/>
                </a:solidFill>
                <a:latin typeface="Arial"/>
                <a:ea typeface="Arial"/>
                <a:cs typeface="Arial"/>
              </a:defRPr>
            </a:pPr>
            <a:r>
              <a:rPr sz="2025" b="0">
                <a:solidFill>
                  <a:srgbClr val="1D2938"/>
                </a:solidFill>
                <a:latin typeface="Arial"/>
                <a:ea typeface="Arial"/>
                <a:cs typeface="Arial"/>
              </a:rPr>
              <a:t>Curiosity about signals</a:t>
            </a:r>
          </a:p>
        </p:txBody>
      </p:sp>
      <p:sp>
        <p:nvSpPr>
          <p:cNvPr id="9" name="矩形 8">
            <a:extLst>
              <a:ext uri="{FF2B5EF4-FFF2-40B4-BE49-F238E27FC236}">
                <a16:creationId xmlns:a16="http://schemas.microsoft.com/office/drawing/2014/main" id="{3840D16C-A99B-4460-863A-F66C2375FC99}"/>
              </a:ext>
            </a:extLst>
          </p:cNvPr>
          <p:cNvSpPr>
            <a:spLocks noGrp="1"/>
          </p:cNvSpPr>
          <p:nvPr/>
        </p:nvSpPr>
        <p:spPr>
          <a:xfrm>
            <a:off x="8648700" y="4514850"/>
            <a:ext cx="2857500" cy="952500"/>
          </a:xfrm>
          <a:prstGeom prst="rect">
            <a:avLst/>
          </a:prstGeom>
          <a:noFill/>
          <a:ln w="0">
            <a:noFill/>
          </a:ln>
        </p:spPr>
        <p:txBody>
          <a:bodyPr wrap="square" lIns="0" tIns="0" rIns="0" bIns="0" anchor="t">
            <a:noAutofit/>
          </a:bodyPr>
          <a:lstStyle/>
          <a:p>
            <a:pPr>
              <a:defRPr sz="1875" b="1">
                <a:solidFill>
                  <a:srgbClr val="176B87"/>
                </a:solidFill>
                <a:latin typeface="Arial"/>
                <a:ea typeface="Arial"/>
                <a:cs typeface="Arial"/>
              </a:defRPr>
            </a:pPr>
            <a:r>
              <a:rPr sz="1875" b="1">
                <a:solidFill>
                  <a:srgbClr val="176B87"/>
                </a:solidFill>
                <a:latin typeface="Arial"/>
                <a:ea typeface="Arial"/>
                <a:cs typeface="Arial"/>
              </a:rPr>
              <a:t>Later: access to a shared NeuraDock station.</a:t>
            </a:r>
          </a:p>
        </p:txBody>
      </p:sp>
      <p:sp>
        <p:nvSpPr>
          <p:cNvPr id="10" name="矩形 9">
            <a:extLst>
              <a:ext uri="{FF2B5EF4-FFF2-40B4-BE49-F238E27FC236}">
                <a16:creationId xmlns:a16="http://schemas.microsoft.com/office/drawing/2014/main" id="{E4EA6016-0C2C-4D6E-809F-C7BEC1166AC7}"/>
              </a:ext>
            </a:extLst>
          </p:cNvPr>
          <p:cNvSpPr>
            <a:spLocks noGrp="1"/>
          </p:cNvSpPr>
          <p:nvPr/>
        </p:nvSpPr>
        <p:spPr>
          <a:xfrm>
            <a:off x="628650" y="5924550"/>
            <a:ext cx="10934700" cy="457200"/>
          </a:xfrm>
          <a:prstGeom prst="rect">
            <a:avLst/>
          </a:prstGeom>
          <a:noFill/>
          <a:ln w="0">
            <a:noFill/>
          </a:ln>
        </p:spPr>
        <p:txBody>
          <a:bodyPr wrap="square" lIns="0" tIns="0" rIns="0" bIns="0" anchor="t">
            <a:noAutofit/>
          </a:bodyPr>
          <a:lstStyle/>
          <a:p>
            <a:pPr>
              <a:defRPr sz="1875" b="1">
                <a:solidFill>
                  <a:srgbClr val="176B87"/>
                </a:solidFill>
                <a:latin typeface="Arial"/>
                <a:ea typeface="Arial"/>
                <a:cs typeface="Arial"/>
              </a:defRPr>
            </a:pPr>
            <a:r>
              <a:rPr sz="1875" b="1">
                <a:solidFill>
                  <a:srgbClr val="176B87"/>
                </a:solidFill>
                <a:latin typeface="Arial"/>
                <a:ea typeface="Arial"/>
                <a:cs typeface="Arial"/>
              </a:rPr>
              <a:t>A valid result may be missing feedback or no clear Alpha change.</a:t>
            </a:r>
          </a:p>
        </p:txBody>
      </p:sp>
    </p:spTree>
    <p:extLst>
      <p:ext uri="{BB962C8B-B14F-4D97-AF65-F5344CB8AC3E}">
        <p14:creationId xmlns:p14="http://schemas.microsoft.com/office/powerpoint/2010/main" val="298736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AEDBAE19-E972-497E-A986-332679DA1266}"/>
              </a:ext>
            </a:extLst>
          </p:cNvPr>
          <p:cNvSpPr>
            <a:spLocks noGrp="1"/>
          </p:cNvSpPr>
          <p:nvPr/>
        </p:nvSpPr>
        <p:spPr>
          <a:xfrm>
            <a:off x="609600" y="371475"/>
            <a:ext cx="10972800" cy="571500"/>
          </a:xfrm>
          <a:prstGeom prst="rect">
            <a:avLst/>
          </a:prstGeom>
          <a:noFill/>
          <a:ln w="0">
            <a:noFill/>
          </a:ln>
        </p:spPr>
        <p:txBody>
          <a:bodyPr wrap="square" lIns="0" tIns="0" rIns="0" bIns="0" anchor="t">
            <a:noAutofit/>
          </a:bodyPr>
          <a:lstStyle/>
          <a:p>
            <a:pPr>
              <a:defRPr sz="3300" b="1">
                <a:solidFill>
                  <a:srgbClr val="0B2138"/>
                </a:solidFill>
                <a:latin typeface="Arial"/>
                <a:ea typeface="Arial"/>
                <a:cs typeface="Arial"/>
              </a:defRPr>
            </a:pPr>
            <a:r>
              <a:rPr sz="3300" b="1">
                <a:solidFill>
                  <a:srgbClr val="0B2138"/>
                </a:solidFill>
                <a:latin typeface="Arial"/>
                <a:ea typeface="Arial"/>
                <a:cs typeface="Arial"/>
              </a:rPr>
              <a:t>Five lessons and five outputs</a:t>
            </a:r>
          </a:p>
        </p:txBody>
      </p:sp>
      <p:sp>
        <p:nvSpPr>
          <p:cNvPr id="2" name="矩形 1">
            <a:extLst>
              <a:ext uri="{FF2B5EF4-FFF2-40B4-BE49-F238E27FC236}">
                <a16:creationId xmlns:a16="http://schemas.microsoft.com/office/drawing/2014/main" id="{F400E456-768D-41C7-8F71-3CA247A6E08E}"/>
              </a:ext>
            </a:extLst>
          </p:cNvPr>
          <p:cNvSpPr>
            <a:spLocks noGrp="1"/>
          </p:cNvSpPr>
          <p:nvPr/>
        </p:nvSpPr>
        <p:spPr>
          <a:xfrm>
            <a:off x="628650" y="1076325"/>
            <a:ext cx="10858500" cy="590550"/>
          </a:xfrm>
          <a:prstGeom prst="rect">
            <a:avLst/>
          </a:prstGeom>
          <a:noFill/>
          <a:ln w="0">
            <a:noFill/>
          </a:ln>
        </p:spPr>
        <p:txBody>
          <a:bodyPr wrap="square" lIns="0" tIns="0" rIns="0" bIns="0" anchor="t">
            <a:noAutofit/>
          </a:bodyPr>
          <a:lstStyle/>
          <a:p>
            <a:pPr>
              <a:defRPr sz="1875" b="0">
                <a:solidFill>
                  <a:srgbClr val="617184"/>
                </a:solidFill>
                <a:latin typeface="Arial"/>
                <a:ea typeface="Arial"/>
                <a:cs typeface="Arial"/>
              </a:defRPr>
            </a:pPr>
            <a:r>
              <a:rPr sz="1875" b="0">
                <a:solidFill>
                  <a:srgbClr val="617184"/>
                </a:solidFill>
                <a:latin typeface="Arial"/>
                <a:ea typeface="Arial"/>
                <a:cs typeface="Arial"/>
              </a:rPr>
              <a:t>Each notebook answers one question and leaves an inspectable result.</a:t>
            </a:r>
          </a:p>
        </p:txBody>
      </p:sp>
      <p:sp>
        <p:nvSpPr>
          <p:cNvPr id="3" name="矩形 2">
            <a:extLst>
              <a:ext uri="{FF2B5EF4-FFF2-40B4-BE49-F238E27FC236}">
                <a16:creationId xmlns:a16="http://schemas.microsoft.com/office/drawing/2014/main" id="{9C06C637-4763-41E6-9177-8577B7B76220}"/>
              </a:ext>
            </a:extLst>
          </p:cNvPr>
          <p:cNvSpPr>
            <a:spLocks noGrp="1"/>
          </p:cNvSpPr>
          <p:nvPr/>
        </p:nvSpPr>
        <p:spPr>
          <a:xfrm>
            <a:off x="609600" y="6505575"/>
            <a:ext cx="982980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NeuraDock EEG 101   /   Five-lesson undergraduate course</a:t>
            </a:r>
          </a:p>
        </p:txBody>
      </p:sp>
      <p:sp>
        <p:nvSpPr>
          <p:cNvPr id="4" name="矩形 3">
            <a:extLst>
              <a:ext uri="{FF2B5EF4-FFF2-40B4-BE49-F238E27FC236}">
                <a16:creationId xmlns:a16="http://schemas.microsoft.com/office/drawing/2014/main" id="{C287D598-2065-4E2D-852A-28F2934956C9}"/>
              </a:ext>
            </a:extLst>
          </p:cNvPr>
          <p:cNvSpPr>
            <a:spLocks noGrp="1"/>
          </p:cNvSpPr>
          <p:nvPr/>
        </p:nvSpPr>
        <p:spPr>
          <a:xfrm>
            <a:off x="10763250" y="6505575"/>
            <a:ext cx="85725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03 / 30</a:t>
            </a:r>
          </a:p>
        </p:txBody>
      </p:sp>
      <p:graphicFrame>
        <p:nvGraphicFramePr>
          <p:cNvPr id="11" name="表格 10"/>
          <p:cNvGraphicFramePr/>
          <p:nvPr/>
        </p:nvGraphicFramePr>
        <p:xfrm>
          <a:off x="628650" y="1847850"/>
          <a:ext cx="10934700" cy="3752850"/>
        </p:xfrm>
        <a:graphic>
          <a:graphicData uri="http://schemas.openxmlformats.org/drawingml/2006/table">
            <a:tbl>
              <a:tblPr/>
              <a:tblGrid>
                <a:gridCol w="2571750">
                  <a:extLst>
                    <a:ext uri="{9D8B030D-6E8A-4147-A177-3AD203B41FA5}">
                      <a16:colId xmlns:a16="http://schemas.microsoft.com/office/drawing/2014/main" val="20000"/>
                    </a:ext>
                  </a:extLst>
                </a:gridCol>
                <a:gridCol w="4895850">
                  <a:extLst>
                    <a:ext uri="{9D8B030D-6E8A-4147-A177-3AD203B41FA5}">
                      <a16:colId xmlns:a16="http://schemas.microsoft.com/office/drawing/2014/main" val="20001"/>
                    </a:ext>
                  </a:extLst>
                </a:gridCol>
                <a:gridCol w="3467100">
                  <a:extLst>
                    <a:ext uri="{9D8B030D-6E8A-4147-A177-3AD203B41FA5}">
                      <a16:colId xmlns:a16="http://schemas.microsoft.com/office/drawing/2014/main" val="20002"/>
                    </a:ext>
                  </a:extLst>
                </a:gridCol>
              </a:tblGrid>
              <a:tr h="523875">
                <a:tc>
                  <a:txBody>
                    <a:bodyPr/>
                    <a:lstStyle/>
                    <a:p>
                      <a:r>
                        <a:rPr sz="1800" b="1">
                          <a:solidFill>
                            <a:srgbClr val="FFFFFF"/>
                          </a:solidFill>
                          <a:latin typeface="Arial"/>
                          <a:ea typeface="Arial"/>
                          <a:cs typeface="Arial"/>
                        </a:rPr>
                        <a:t>Lesson</a:t>
                      </a:r>
                    </a:p>
                  </a:txBody>
                  <a:tcPr marL="152400" marR="152400" marT="104775" marB="104775" anchor="ctr">
                    <a:solidFill>
                      <a:srgbClr val="0B2138"/>
                    </a:solidFill>
                  </a:tcPr>
                </a:tc>
                <a:tc>
                  <a:txBody>
                    <a:bodyPr/>
                    <a:lstStyle/>
                    <a:p>
                      <a:r>
                        <a:rPr sz="1800" b="1">
                          <a:solidFill>
                            <a:srgbClr val="FFFFFF"/>
                          </a:solidFill>
                          <a:latin typeface="Arial"/>
                          <a:ea typeface="Arial"/>
                          <a:cs typeface="Arial"/>
                        </a:rPr>
                        <a:t>Main question</a:t>
                      </a:r>
                    </a:p>
                  </a:txBody>
                  <a:tcPr marL="152400" marR="152400" marT="104775" marB="104775" anchor="ctr">
                    <a:solidFill>
                      <a:srgbClr val="0B2138"/>
                    </a:solidFill>
                  </a:tcPr>
                </a:tc>
                <a:tc>
                  <a:txBody>
                    <a:bodyPr/>
                    <a:lstStyle/>
                    <a:p>
                      <a:r>
                        <a:rPr sz="1800" b="1">
                          <a:solidFill>
                            <a:srgbClr val="FFFFFF"/>
                          </a:solidFill>
                          <a:latin typeface="Arial"/>
                          <a:ea typeface="Arial"/>
                          <a:cs typeface="Arial"/>
                        </a:rPr>
                        <a:t>Student output</a:t>
                      </a:r>
                    </a:p>
                  </a:txBody>
                  <a:tcPr marL="152400" marR="152400" marT="104775" marB="104775" anchor="ctr">
                    <a:solidFill>
                      <a:srgbClr val="0B2138"/>
                    </a:solidFill>
                  </a:tcPr>
                </a:tc>
                <a:extLst>
                  <a:ext uri="{0D108BD9-81ED-4DB2-BD59-A6C34878D82A}">
                    <a16:rowId xmlns:a16="http://schemas.microsoft.com/office/drawing/2014/main" val="10000"/>
                  </a:ext>
                </a:extLst>
              </a:tr>
              <a:tr h="645795">
                <a:tc>
                  <a:txBody>
                    <a:bodyPr/>
                    <a:lstStyle/>
                    <a:p>
                      <a:r>
                        <a:rPr sz="1800" b="0">
                          <a:solidFill>
                            <a:srgbClr val="1D2938"/>
                          </a:solidFill>
                          <a:latin typeface="Arial"/>
                          <a:ea typeface="Arial"/>
                          <a:cs typeface="Arial"/>
                        </a:rPr>
                        <a:t>1  Spike2EEG</a:t>
                      </a:r>
                    </a:p>
                  </a:txBody>
                  <a:tcPr marL="152400" marR="152400" marT="104775" marB="104775" anchor="ctr">
                    <a:solidFill>
                      <a:srgbClr val="F5F8FA"/>
                    </a:solidFill>
                  </a:tcPr>
                </a:tc>
                <a:tc>
                  <a:txBody>
                    <a:bodyPr/>
                    <a:lstStyle/>
                    <a:p>
                      <a:r>
                        <a:rPr sz="1800" b="0">
                          <a:solidFill>
                            <a:srgbClr val="1D2938"/>
                          </a:solidFill>
                          <a:latin typeface="Arial"/>
                          <a:ea typeface="Arial"/>
                          <a:cs typeface="Arial"/>
                        </a:rPr>
                        <a:t>How do events become a waveform?</a:t>
                      </a:r>
                    </a:p>
                  </a:txBody>
                  <a:tcPr marL="152400" marR="152400" marT="104775" marB="104775" anchor="ctr">
                    <a:solidFill>
                      <a:srgbClr val="F5F8FA"/>
                    </a:solidFill>
                  </a:tcPr>
                </a:tc>
                <a:tc>
                  <a:txBody>
                    <a:bodyPr/>
                    <a:lstStyle/>
                    <a:p>
                      <a:r>
                        <a:rPr sz="1800" b="0">
                          <a:solidFill>
                            <a:srgbClr val="1D2938"/>
                          </a:solidFill>
                          <a:latin typeface="Arial"/>
                          <a:ea typeface="Arial"/>
                          <a:cs typeface="Arial"/>
                        </a:rPr>
                        <a:t>Annotated simulation</a:t>
                      </a:r>
                    </a:p>
                  </a:txBody>
                  <a:tcPr marL="152400" marR="152400" marT="104775" marB="104775" anchor="ctr">
                    <a:solidFill>
                      <a:srgbClr val="F5F8FA"/>
                    </a:solidFill>
                  </a:tcPr>
                </a:tc>
                <a:extLst>
                  <a:ext uri="{0D108BD9-81ED-4DB2-BD59-A6C34878D82A}">
                    <a16:rowId xmlns:a16="http://schemas.microsoft.com/office/drawing/2014/main" val="10001"/>
                  </a:ext>
                </a:extLst>
              </a:tr>
              <a:tr h="645795">
                <a:tc>
                  <a:txBody>
                    <a:bodyPr/>
                    <a:lstStyle/>
                    <a:p>
                      <a:r>
                        <a:rPr sz="1800" b="0">
                          <a:solidFill>
                            <a:srgbClr val="1D2938"/>
                          </a:solidFill>
                          <a:latin typeface="Arial"/>
                          <a:ea typeface="Arial"/>
                          <a:cs typeface="Arial"/>
                        </a:rPr>
                        <a:t>2  Read data</a:t>
                      </a:r>
                    </a:p>
                  </a:txBody>
                  <a:tcPr marL="152400" marR="152400" marT="104775" marB="104775" anchor="ctr">
                    <a:solidFill>
                      <a:srgbClr val="FFFFFF"/>
                    </a:solidFill>
                  </a:tcPr>
                </a:tc>
                <a:tc>
                  <a:txBody>
                    <a:bodyPr/>
                    <a:lstStyle/>
                    <a:p>
                      <a:r>
                        <a:rPr sz="1800" b="0">
                          <a:solidFill>
                            <a:srgbClr val="1D2938"/>
                          </a:solidFill>
                          <a:latin typeface="Arial"/>
                          <a:ea typeface="Arial"/>
                          <a:cs typeface="Arial"/>
                        </a:rPr>
                        <a:t>What is inside the file?</a:t>
                      </a:r>
                    </a:p>
                  </a:txBody>
                  <a:tcPr marL="152400" marR="152400" marT="104775" marB="104775" anchor="ctr">
                    <a:solidFill>
                      <a:srgbClr val="FFFFFF"/>
                    </a:solidFill>
                  </a:tcPr>
                </a:tc>
                <a:tc>
                  <a:txBody>
                    <a:bodyPr/>
                    <a:lstStyle/>
                    <a:p>
                      <a:r>
                        <a:rPr sz="1800" b="0">
                          <a:solidFill>
                            <a:srgbClr val="1D2938"/>
                          </a:solidFill>
                          <a:latin typeface="Arial"/>
                          <a:ea typeface="Arial"/>
                          <a:cs typeface="Arial"/>
                        </a:rPr>
                        <a:t>Trace + integrity summary</a:t>
                      </a:r>
                    </a:p>
                  </a:txBody>
                  <a:tcPr marL="152400" marR="152400" marT="104775" marB="104775" anchor="ctr">
                    <a:solidFill>
                      <a:srgbClr val="FFFFFF"/>
                    </a:solidFill>
                  </a:tcPr>
                </a:tc>
                <a:extLst>
                  <a:ext uri="{0D108BD9-81ED-4DB2-BD59-A6C34878D82A}">
                    <a16:rowId xmlns:a16="http://schemas.microsoft.com/office/drawing/2014/main" val="10002"/>
                  </a:ext>
                </a:extLst>
              </a:tr>
              <a:tr h="645795">
                <a:tc>
                  <a:txBody>
                    <a:bodyPr/>
                    <a:lstStyle/>
                    <a:p>
                      <a:r>
                        <a:rPr sz="1800" b="0">
                          <a:solidFill>
                            <a:srgbClr val="1D2938"/>
                          </a:solidFill>
                          <a:latin typeface="Arial"/>
                          <a:ea typeface="Arial"/>
                          <a:cs typeface="Arial"/>
                        </a:rPr>
                        <a:t>3  Quality control</a:t>
                      </a:r>
                    </a:p>
                  </a:txBody>
                  <a:tcPr marL="152400" marR="152400" marT="104775" marB="104775" anchor="ctr">
                    <a:solidFill>
                      <a:srgbClr val="F5F8FA"/>
                    </a:solidFill>
                  </a:tcPr>
                </a:tc>
                <a:tc>
                  <a:txBody>
                    <a:bodyPr/>
                    <a:lstStyle/>
                    <a:p>
                      <a:r>
                        <a:rPr sz="1800" b="0">
                          <a:solidFill>
                            <a:srgbClr val="1D2938"/>
                          </a:solidFill>
                          <a:latin typeface="Arial"/>
                          <a:ea typeface="Arial"/>
                          <a:cs typeface="Arial"/>
                        </a:rPr>
                        <a:t>Which data pass our checks?</a:t>
                      </a:r>
                    </a:p>
                  </a:txBody>
                  <a:tcPr marL="152400" marR="152400" marT="104775" marB="104775" anchor="ctr">
                    <a:solidFill>
                      <a:srgbClr val="F5F8FA"/>
                    </a:solidFill>
                  </a:tcPr>
                </a:tc>
                <a:tc>
                  <a:txBody>
                    <a:bodyPr/>
                    <a:lstStyle/>
                    <a:p>
                      <a:r>
                        <a:rPr sz="1800" b="0">
                          <a:solidFill>
                            <a:srgbClr val="1D2938"/>
                          </a:solidFill>
                          <a:latin typeface="Arial"/>
                          <a:ea typeface="Arial"/>
                          <a:cs typeface="Arial"/>
                        </a:rPr>
                        <a:t>Quality mask + exclusions</a:t>
                      </a:r>
                    </a:p>
                  </a:txBody>
                  <a:tcPr marL="152400" marR="152400" marT="104775" marB="104775" anchor="ctr">
                    <a:solidFill>
                      <a:srgbClr val="F5F8FA"/>
                    </a:solidFill>
                  </a:tcPr>
                </a:tc>
                <a:extLst>
                  <a:ext uri="{0D108BD9-81ED-4DB2-BD59-A6C34878D82A}">
                    <a16:rowId xmlns:a16="http://schemas.microsoft.com/office/drawing/2014/main" val="10003"/>
                  </a:ext>
                </a:extLst>
              </a:tr>
              <a:tr h="645795">
                <a:tc>
                  <a:txBody>
                    <a:bodyPr/>
                    <a:lstStyle/>
                    <a:p>
                      <a:r>
                        <a:rPr sz="1800" b="0">
                          <a:solidFill>
                            <a:srgbClr val="1D2938"/>
                          </a:solidFill>
                          <a:latin typeface="Arial"/>
                          <a:ea typeface="Arial"/>
                          <a:cs typeface="Arial"/>
                        </a:rPr>
                        <a:t>4  Alpha analysis</a:t>
                      </a:r>
                    </a:p>
                  </a:txBody>
                  <a:tcPr marL="152400" marR="152400" marT="104775" marB="104775" anchor="ctr">
                    <a:solidFill>
                      <a:srgbClr val="FFFFFF"/>
                    </a:solidFill>
                  </a:tcPr>
                </a:tc>
                <a:tc>
                  <a:txBody>
                    <a:bodyPr/>
                    <a:lstStyle/>
                    <a:p>
                      <a:r>
                        <a:rPr sz="1800" b="0">
                          <a:solidFill>
                            <a:srgbClr val="1D2938"/>
                          </a:solidFill>
                          <a:latin typeface="Arial"/>
                          <a:ea typeface="Arial"/>
                          <a:cs typeface="Arial"/>
                        </a:rPr>
                        <a:t>How much Alpha power is present?</a:t>
                      </a:r>
                    </a:p>
                  </a:txBody>
                  <a:tcPr marL="152400" marR="152400" marT="104775" marB="104775" anchor="ctr">
                    <a:solidFill>
                      <a:srgbClr val="FFFFFF"/>
                    </a:solidFill>
                  </a:tcPr>
                </a:tc>
                <a:tc>
                  <a:txBody>
                    <a:bodyPr/>
                    <a:lstStyle/>
                    <a:p>
                      <a:r>
                        <a:rPr sz="1800" b="0">
                          <a:solidFill>
                            <a:srgbClr val="1D2938"/>
                          </a:solidFill>
                          <a:latin typeface="Arial"/>
                          <a:ea typeface="Arial"/>
                          <a:cs typeface="Arial"/>
                        </a:rPr>
                        <a:t>PSD + Alpha time course</a:t>
                      </a:r>
                    </a:p>
                  </a:txBody>
                  <a:tcPr marL="152400" marR="152400" marT="104775" marB="104775" anchor="ctr">
                    <a:solidFill>
                      <a:srgbClr val="FFFFFF"/>
                    </a:solidFill>
                  </a:tcPr>
                </a:tc>
                <a:extLst>
                  <a:ext uri="{0D108BD9-81ED-4DB2-BD59-A6C34878D82A}">
                    <a16:rowId xmlns:a16="http://schemas.microsoft.com/office/drawing/2014/main" val="10004"/>
                  </a:ext>
                </a:extLst>
              </a:tr>
              <a:tr h="645795">
                <a:tc>
                  <a:txBody>
                    <a:bodyPr/>
                    <a:lstStyle/>
                    <a:p>
                      <a:r>
                        <a:rPr sz="1800" b="0">
                          <a:solidFill>
                            <a:srgbClr val="1D2938"/>
                          </a:solidFill>
                          <a:latin typeface="Arial"/>
                          <a:ea typeface="Arial"/>
                          <a:cs typeface="Arial"/>
                        </a:rPr>
                        <a:t>5  NeuraDock Agent</a:t>
                      </a:r>
                    </a:p>
                  </a:txBody>
                  <a:tcPr marL="152400" marR="152400" marT="104775" marB="104775" anchor="ctr">
                    <a:solidFill>
                      <a:srgbClr val="F5F8FA"/>
                    </a:solidFill>
                  </a:tcPr>
                </a:tc>
                <a:tc>
                  <a:txBody>
                    <a:bodyPr/>
                    <a:lstStyle/>
                    <a:p>
                      <a:r>
                        <a:rPr sz="1800" b="0">
                          <a:solidFill>
                            <a:srgbClr val="1D2938"/>
                          </a:solidFill>
                          <a:latin typeface="Arial"/>
                          <a:ea typeface="Arial"/>
                          <a:cs typeface="Arial"/>
                        </a:rPr>
                        <a:t>What does live feedback mean?</a:t>
                      </a:r>
                    </a:p>
                  </a:txBody>
                  <a:tcPr marL="152400" marR="152400" marT="104775" marB="104775" anchor="ctr">
                    <a:solidFill>
                      <a:srgbClr val="F5F8FA"/>
                    </a:solidFill>
                  </a:tcPr>
                </a:tc>
                <a:tc>
                  <a:txBody>
                    <a:bodyPr/>
                    <a:lstStyle/>
                    <a:p>
                      <a:r>
                        <a:rPr sz="1800" b="0">
                          <a:solidFill>
                            <a:srgbClr val="1D2938"/>
                          </a:solidFill>
                          <a:latin typeface="Arial"/>
                          <a:ea typeface="Arial"/>
                          <a:cs typeface="Arial"/>
                        </a:rPr>
                        <a:t>Observation report</a:t>
                      </a:r>
                    </a:p>
                  </a:txBody>
                  <a:tcPr marL="152400" marR="152400" marT="104775" marB="104775" anchor="ctr">
                    <a:solidFill>
                      <a:srgbClr val="F5F8FA"/>
                    </a:solidFill>
                  </a:tcPr>
                </a:tc>
                <a:extLst>
                  <a:ext uri="{0D108BD9-81ED-4DB2-BD59-A6C34878D82A}">
                    <a16:rowId xmlns:a16="http://schemas.microsoft.com/office/drawing/2014/main" val="10005"/>
                  </a:ext>
                </a:extLst>
              </a:tr>
            </a:tbl>
          </a:graphicData>
        </a:graphic>
      </p:graphicFrame>
      <p:sp>
        <p:nvSpPr>
          <p:cNvPr id="6" name="矩形 5">
            <a:extLst>
              <a:ext uri="{FF2B5EF4-FFF2-40B4-BE49-F238E27FC236}">
                <a16:creationId xmlns:a16="http://schemas.microsoft.com/office/drawing/2014/main" id="{585A83DC-5330-49C2-830D-B5DBD3DF51D2}"/>
              </a:ext>
            </a:extLst>
          </p:cNvPr>
          <p:cNvSpPr>
            <a:spLocks noGrp="1"/>
          </p:cNvSpPr>
          <p:nvPr/>
        </p:nvSpPr>
        <p:spPr>
          <a:xfrm>
            <a:off x="628650" y="5924550"/>
            <a:ext cx="10934700" cy="457200"/>
          </a:xfrm>
          <a:prstGeom prst="rect">
            <a:avLst/>
          </a:prstGeom>
          <a:noFill/>
          <a:ln w="0">
            <a:noFill/>
          </a:ln>
        </p:spPr>
        <p:txBody>
          <a:bodyPr wrap="square" lIns="0" tIns="0" rIns="0" bIns="0" anchor="t">
            <a:noAutofit/>
          </a:bodyPr>
          <a:lstStyle/>
          <a:p>
            <a:pPr>
              <a:defRPr sz="1875" b="1">
                <a:solidFill>
                  <a:srgbClr val="176B87"/>
                </a:solidFill>
                <a:latin typeface="Arial"/>
                <a:ea typeface="Arial"/>
                <a:cs typeface="Arial"/>
              </a:defRPr>
            </a:pPr>
            <a:r>
              <a:rPr sz="1875" b="1">
                <a:solidFill>
                  <a:srgbClr val="176B87"/>
                </a:solidFill>
                <a:latin typeface="Arial"/>
                <a:ea typeface="Arial"/>
                <a:cs typeface="Arial"/>
              </a:rPr>
              <a:t>Keep each output. It explains one stage of the analysis.</a:t>
            </a:r>
          </a:p>
        </p:txBody>
      </p:sp>
    </p:spTree>
    <p:extLst>
      <p:ext uri="{BB962C8B-B14F-4D97-AF65-F5344CB8AC3E}">
        <p14:creationId xmlns:p14="http://schemas.microsoft.com/office/powerpoint/2010/main" val="20480671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8ABF8E44-55A2-4D75-88C6-44DA654CA839}"/>
              </a:ext>
            </a:extLst>
          </p:cNvPr>
          <p:cNvSpPr>
            <a:spLocks noGrp="1"/>
          </p:cNvSpPr>
          <p:nvPr/>
        </p:nvSpPr>
        <p:spPr>
          <a:xfrm>
            <a:off x="609600" y="371475"/>
            <a:ext cx="10972800" cy="571500"/>
          </a:xfrm>
          <a:prstGeom prst="rect">
            <a:avLst/>
          </a:prstGeom>
          <a:noFill/>
          <a:ln w="0">
            <a:noFill/>
          </a:ln>
        </p:spPr>
        <p:txBody>
          <a:bodyPr wrap="square" lIns="0" tIns="0" rIns="0" bIns="0" anchor="t">
            <a:noAutofit/>
          </a:bodyPr>
          <a:lstStyle/>
          <a:p>
            <a:pPr>
              <a:defRPr sz="3300" b="1">
                <a:solidFill>
                  <a:srgbClr val="0B2138"/>
                </a:solidFill>
                <a:latin typeface="Arial"/>
                <a:ea typeface="Arial"/>
                <a:cs typeface="Arial"/>
              </a:defRPr>
            </a:pPr>
            <a:r>
              <a:rPr sz="3300" b="1">
                <a:solidFill>
                  <a:srgbClr val="0B2138"/>
                </a:solidFill>
                <a:latin typeface="Arial"/>
                <a:ea typeface="Arial"/>
                <a:cs typeface="Arial"/>
              </a:rPr>
              <a:t>Real EEG and the teaching model</a:t>
            </a:r>
          </a:p>
        </p:txBody>
      </p:sp>
      <p:sp>
        <p:nvSpPr>
          <p:cNvPr id="2" name="矩形 1">
            <a:extLst>
              <a:ext uri="{FF2B5EF4-FFF2-40B4-BE49-F238E27FC236}">
                <a16:creationId xmlns:a16="http://schemas.microsoft.com/office/drawing/2014/main" id="{D20C4A57-F58C-429A-A90F-19CB96B5843F}"/>
              </a:ext>
            </a:extLst>
          </p:cNvPr>
          <p:cNvSpPr>
            <a:spLocks noGrp="1"/>
          </p:cNvSpPr>
          <p:nvPr/>
        </p:nvSpPr>
        <p:spPr>
          <a:xfrm>
            <a:off x="628650" y="1076325"/>
            <a:ext cx="10858500" cy="590550"/>
          </a:xfrm>
          <a:prstGeom prst="rect">
            <a:avLst/>
          </a:prstGeom>
          <a:noFill/>
          <a:ln w="0">
            <a:noFill/>
          </a:ln>
        </p:spPr>
        <p:txBody>
          <a:bodyPr wrap="square" lIns="0" tIns="0" rIns="0" bIns="0" anchor="t">
            <a:noAutofit/>
          </a:bodyPr>
          <a:lstStyle/>
          <a:p>
            <a:pPr>
              <a:defRPr sz="1875" b="0">
                <a:solidFill>
                  <a:srgbClr val="617184"/>
                </a:solidFill>
                <a:latin typeface="Arial"/>
                <a:ea typeface="Arial"/>
                <a:cs typeface="Arial"/>
              </a:defRPr>
            </a:pPr>
            <a:r>
              <a:rPr sz="1875" b="0">
                <a:solidFill>
                  <a:srgbClr val="617184"/>
                </a:solidFill>
                <a:latin typeface="Arial"/>
                <a:ea typeface="Arial"/>
                <a:cs typeface="Arial"/>
              </a:rPr>
              <a:t>Transmembrane currents contribute to extracellular fields. [1, 2]</a:t>
            </a:r>
          </a:p>
        </p:txBody>
      </p:sp>
      <p:sp>
        <p:nvSpPr>
          <p:cNvPr id="3" name="矩形 2">
            <a:extLst>
              <a:ext uri="{FF2B5EF4-FFF2-40B4-BE49-F238E27FC236}">
                <a16:creationId xmlns:a16="http://schemas.microsoft.com/office/drawing/2014/main" id="{AFF85C55-8701-414A-B5FE-CACBBF351242}"/>
              </a:ext>
            </a:extLst>
          </p:cNvPr>
          <p:cNvSpPr>
            <a:spLocks noGrp="1"/>
          </p:cNvSpPr>
          <p:nvPr/>
        </p:nvSpPr>
        <p:spPr>
          <a:xfrm>
            <a:off x="609600" y="6505575"/>
            <a:ext cx="982980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NeuraDock EEG 101   /   Lesson 1   /   SIMULATION · a.u.</a:t>
            </a:r>
          </a:p>
        </p:txBody>
      </p:sp>
      <p:sp>
        <p:nvSpPr>
          <p:cNvPr id="4" name="矩形 3">
            <a:extLst>
              <a:ext uri="{FF2B5EF4-FFF2-40B4-BE49-F238E27FC236}">
                <a16:creationId xmlns:a16="http://schemas.microsoft.com/office/drawing/2014/main" id="{2D1615BE-C591-49F1-AC0B-13FC58205FA2}"/>
              </a:ext>
            </a:extLst>
          </p:cNvPr>
          <p:cNvSpPr>
            <a:spLocks noGrp="1"/>
          </p:cNvSpPr>
          <p:nvPr/>
        </p:nvSpPr>
        <p:spPr>
          <a:xfrm>
            <a:off x="10763250" y="6505575"/>
            <a:ext cx="85725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04 / 30</a:t>
            </a:r>
          </a:p>
        </p:txBody>
      </p:sp>
      <p:graphicFrame>
        <p:nvGraphicFramePr>
          <p:cNvPr id="11" name="表格 10"/>
          <p:cNvGraphicFramePr/>
          <p:nvPr/>
        </p:nvGraphicFramePr>
        <p:xfrm>
          <a:off x="628650" y="1952625"/>
          <a:ext cx="10934700" cy="3200400"/>
        </p:xfrm>
        <a:graphic>
          <a:graphicData uri="http://schemas.openxmlformats.org/drawingml/2006/table">
            <a:tbl>
              <a:tblPr/>
              <a:tblGrid>
                <a:gridCol w="5467350">
                  <a:extLst>
                    <a:ext uri="{9D8B030D-6E8A-4147-A177-3AD203B41FA5}">
                      <a16:colId xmlns:a16="http://schemas.microsoft.com/office/drawing/2014/main" val="20000"/>
                    </a:ext>
                  </a:extLst>
                </a:gridCol>
                <a:gridCol w="5467350">
                  <a:extLst>
                    <a:ext uri="{9D8B030D-6E8A-4147-A177-3AD203B41FA5}">
                      <a16:colId xmlns:a16="http://schemas.microsoft.com/office/drawing/2014/main" val="20001"/>
                    </a:ext>
                  </a:extLst>
                </a:gridCol>
              </a:tblGrid>
              <a:tr h="523875">
                <a:tc>
                  <a:txBody>
                    <a:bodyPr/>
                    <a:lstStyle/>
                    <a:p>
                      <a:r>
                        <a:rPr sz="1950" b="1">
                          <a:solidFill>
                            <a:srgbClr val="FFFFFF"/>
                          </a:solidFill>
                          <a:latin typeface="Arial"/>
                          <a:ea typeface="Arial"/>
                          <a:cs typeface="Arial"/>
                        </a:rPr>
                        <a:t>Real EEG</a:t>
                      </a:r>
                    </a:p>
                  </a:txBody>
                  <a:tcPr marL="152400" marR="152400" marT="104775" marB="104775" anchor="ctr">
                    <a:solidFill>
                      <a:srgbClr val="0B2138"/>
                    </a:solidFill>
                  </a:tcPr>
                </a:tc>
                <a:tc>
                  <a:txBody>
                    <a:bodyPr/>
                    <a:lstStyle/>
                    <a:p>
                      <a:r>
                        <a:rPr sz="1950" b="1">
                          <a:solidFill>
                            <a:srgbClr val="FFFFFF"/>
                          </a:solidFill>
                          <a:latin typeface="Arial"/>
                          <a:ea typeface="Arial"/>
                          <a:cs typeface="Arial"/>
                        </a:rPr>
                        <a:t>Our simplified model</a:t>
                      </a:r>
                    </a:p>
                  </a:txBody>
                  <a:tcPr marL="152400" marR="152400" marT="104775" marB="104775" anchor="ctr">
                    <a:solidFill>
                      <a:srgbClr val="0B2138"/>
                    </a:solidFill>
                  </a:tcPr>
                </a:tc>
                <a:extLst>
                  <a:ext uri="{0D108BD9-81ED-4DB2-BD59-A6C34878D82A}">
                    <a16:rowId xmlns:a16="http://schemas.microsoft.com/office/drawing/2014/main" val="10000"/>
                  </a:ext>
                </a:extLst>
              </a:tr>
              <a:tr h="892175">
                <a:tc>
                  <a:txBody>
                    <a:bodyPr/>
                    <a:lstStyle/>
                    <a:p>
                      <a:r>
                        <a:rPr sz="1950" b="0">
                          <a:solidFill>
                            <a:srgbClr val="1D2938"/>
                          </a:solidFill>
                          <a:latin typeface="Arial"/>
                          <a:ea typeface="Arial"/>
                          <a:cs typeface="Arial"/>
                        </a:rPr>
                        <a:t>Synaptic and other membrane currents</a:t>
                      </a:r>
                    </a:p>
                  </a:txBody>
                  <a:tcPr marL="152400" marR="152400" marT="104775" marB="104775" anchor="ctr">
                    <a:solidFill>
                      <a:srgbClr val="F5F8FA"/>
                    </a:solidFill>
                  </a:tcPr>
                </a:tc>
                <a:tc>
                  <a:txBody>
                    <a:bodyPr/>
                    <a:lstStyle/>
                    <a:p>
                      <a:r>
                        <a:rPr sz="1950" b="0">
                          <a:solidFill>
                            <a:srgbClr val="1D2938"/>
                          </a:solidFill>
                          <a:latin typeface="Arial"/>
                          <a:ea typeface="Arial"/>
                          <a:cs typeface="Arial"/>
                        </a:rPr>
                        <a:t>One fixed response per event</a:t>
                      </a:r>
                    </a:p>
                  </a:txBody>
                  <a:tcPr marL="152400" marR="152400" marT="104775" marB="104775" anchor="ctr">
                    <a:solidFill>
                      <a:srgbClr val="F5F8FA"/>
                    </a:solidFill>
                  </a:tcPr>
                </a:tc>
                <a:extLst>
                  <a:ext uri="{0D108BD9-81ED-4DB2-BD59-A6C34878D82A}">
                    <a16:rowId xmlns:a16="http://schemas.microsoft.com/office/drawing/2014/main" val="10001"/>
                  </a:ext>
                </a:extLst>
              </a:tr>
              <a:tr h="892175">
                <a:tc>
                  <a:txBody>
                    <a:bodyPr/>
                    <a:lstStyle/>
                    <a:p>
                      <a:r>
                        <a:rPr sz="1950" b="0">
                          <a:solidFill>
                            <a:srgbClr val="1D2938"/>
                          </a:solidFill>
                          <a:latin typeface="Arial"/>
                          <a:ea typeface="Arial"/>
                          <a:cs typeface="Arial"/>
                        </a:rPr>
                        <a:t>Source geometry, head tissues and reference</a:t>
                      </a:r>
                    </a:p>
                  </a:txBody>
                  <a:tcPr marL="152400" marR="152400" marT="104775" marB="104775" anchor="ctr">
                    <a:solidFill>
                      <a:srgbClr val="FFFFFF"/>
                    </a:solidFill>
                  </a:tcPr>
                </a:tc>
                <a:tc>
                  <a:txBody>
                    <a:bodyPr/>
                    <a:lstStyle/>
                    <a:p>
                      <a:r>
                        <a:rPr sz="1950" b="0">
                          <a:solidFill>
                            <a:srgbClr val="1D2938"/>
                          </a:solidFill>
                          <a:latin typeface="Arial"/>
                          <a:ea typeface="Arial"/>
                          <a:cs typeface="Arial"/>
                        </a:rPr>
                        <a:t>Signed coefficients for 20 sources</a:t>
                      </a:r>
                    </a:p>
                  </a:txBody>
                  <a:tcPr marL="152400" marR="152400" marT="104775" marB="104775" anchor="ctr">
                    <a:solidFill>
                      <a:srgbClr val="FFFFFF"/>
                    </a:solidFill>
                  </a:tcPr>
                </a:tc>
                <a:extLst>
                  <a:ext uri="{0D108BD9-81ED-4DB2-BD59-A6C34878D82A}">
                    <a16:rowId xmlns:a16="http://schemas.microsoft.com/office/drawing/2014/main" val="10002"/>
                  </a:ext>
                </a:extLst>
              </a:tr>
              <a:tr h="892175">
                <a:tc>
                  <a:txBody>
                    <a:bodyPr/>
                    <a:lstStyle/>
                    <a:p>
                      <a:r>
                        <a:rPr sz="1950" b="0">
                          <a:solidFill>
                            <a:srgbClr val="1D2938"/>
                          </a:solidFill>
                          <a:latin typeface="Arial"/>
                          <a:ea typeface="Arial"/>
                          <a:cs typeface="Arial"/>
                        </a:rPr>
                        <a:t>Electrode voltage differences</a:t>
                      </a:r>
                    </a:p>
                  </a:txBody>
                  <a:tcPr marL="152400" marR="152400" marT="104775" marB="104775" anchor="ctr">
                    <a:solidFill>
                      <a:srgbClr val="F5F8FA"/>
                    </a:solidFill>
                  </a:tcPr>
                </a:tc>
                <a:tc>
                  <a:txBody>
                    <a:bodyPr/>
                    <a:lstStyle/>
                    <a:p>
                      <a:r>
                        <a:rPr sz="1950" b="0">
                          <a:solidFill>
                            <a:srgbClr val="1D2938"/>
                          </a:solidFill>
                          <a:latin typeface="Arial"/>
                          <a:ea typeface="Arial"/>
                          <a:cs typeface="Arial"/>
                        </a:rPr>
                        <a:t>One waveform in arbitrary units (a.u.)</a:t>
                      </a:r>
                    </a:p>
                  </a:txBody>
                  <a:tcPr marL="152400" marR="152400" marT="104775" marB="104775" anchor="ctr">
                    <a:solidFill>
                      <a:srgbClr val="F5F8FA"/>
                    </a:solidFill>
                  </a:tcPr>
                </a:tc>
                <a:extLst>
                  <a:ext uri="{0D108BD9-81ED-4DB2-BD59-A6C34878D82A}">
                    <a16:rowId xmlns:a16="http://schemas.microsoft.com/office/drawing/2014/main" val="10003"/>
                  </a:ext>
                </a:extLst>
              </a:tr>
            </a:tbl>
          </a:graphicData>
        </a:graphic>
      </p:graphicFrame>
      <p:sp>
        <p:nvSpPr>
          <p:cNvPr id="6" name="矩形 5">
            <a:extLst>
              <a:ext uri="{FF2B5EF4-FFF2-40B4-BE49-F238E27FC236}">
                <a16:creationId xmlns:a16="http://schemas.microsoft.com/office/drawing/2014/main" id="{6AF0173E-8F34-4CC8-89E6-14AB40B9CDFB}"/>
              </a:ext>
            </a:extLst>
          </p:cNvPr>
          <p:cNvSpPr>
            <a:spLocks noGrp="1"/>
          </p:cNvSpPr>
          <p:nvPr/>
        </p:nvSpPr>
        <p:spPr>
          <a:xfrm>
            <a:off x="628650" y="5924550"/>
            <a:ext cx="10934700" cy="457200"/>
          </a:xfrm>
          <a:prstGeom prst="rect">
            <a:avLst/>
          </a:prstGeom>
          <a:noFill/>
          <a:ln w="0">
            <a:noFill/>
          </a:ln>
        </p:spPr>
        <p:txBody>
          <a:bodyPr wrap="square" lIns="0" tIns="0" rIns="0" bIns="0" anchor="t">
            <a:noAutofit/>
          </a:bodyPr>
          <a:lstStyle/>
          <a:p>
            <a:pPr>
              <a:defRPr sz="1875" b="1">
                <a:solidFill>
                  <a:srgbClr val="176B87"/>
                </a:solidFill>
                <a:latin typeface="Arial"/>
                <a:ea typeface="Arial"/>
                <a:cs typeface="Arial"/>
              </a:defRPr>
            </a:pPr>
            <a:r>
              <a:rPr sz="1875" b="1">
                <a:solidFill>
                  <a:srgbClr val="176B87"/>
                </a:solidFill>
                <a:latin typeface="Arial"/>
                <a:ea typeface="Arial"/>
                <a:cs typeface="Arial"/>
              </a:rPr>
              <a:t>The notebook isolates timing and addition. It does not predict scalp voltage.</a:t>
            </a:r>
          </a:p>
        </p:txBody>
      </p:sp>
    </p:spTree>
    <p:extLst>
      <p:ext uri="{BB962C8B-B14F-4D97-AF65-F5344CB8AC3E}">
        <p14:creationId xmlns:p14="http://schemas.microsoft.com/office/powerpoint/2010/main" val="3916733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lide-title">
            <a:extLst>
              <a:ext uri="{FF2B5EF4-FFF2-40B4-BE49-F238E27FC236}">
                <a16:creationId xmlns:a16="http://schemas.microsoft.com/office/drawing/2014/main" id="{61F6B8E1-60DA-4F02-B027-C81EAE88432B}"/>
              </a:ext>
            </a:extLst>
          </p:cNvPr>
          <p:cNvSpPr>
            <a:spLocks noGrp="1"/>
          </p:cNvSpPr>
          <p:nvPr/>
        </p:nvSpPr>
        <p:spPr>
          <a:xfrm>
            <a:off x="609600" y="371475"/>
            <a:ext cx="10972800" cy="571500"/>
          </a:xfrm>
          <a:prstGeom prst="rect">
            <a:avLst/>
          </a:prstGeom>
          <a:noFill/>
          <a:ln w="0">
            <a:noFill/>
          </a:ln>
        </p:spPr>
        <p:txBody>
          <a:bodyPr wrap="square" lIns="0" tIns="0" rIns="0" bIns="0" anchor="t">
            <a:noAutofit/>
          </a:bodyPr>
          <a:lstStyle/>
          <a:p>
            <a:pPr>
              <a:defRPr sz="3300" b="1">
                <a:solidFill>
                  <a:srgbClr val="0B2138"/>
                </a:solidFill>
                <a:latin typeface="Arial"/>
                <a:ea typeface="Arial"/>
                <a:cs typeface="Arial"/>
              </a:defRPr>
            </a:pPr>
            <a:r>
              <a:rPr sz="3300" b="1">
                <a:solidFill>
                  <a:srgbClr val="0B2138"/>
                </a:solidFill>
                <a:latin typeface="Arial"/>
                <a:ea typeface="Arial"/>
                <a:cs typeface="Arial"/>
              </a:rPr>
              <a:t>Spike trains describe event timing</a:t>
            </a:r>
          </a:p>
        </p:txBody>
      </p:sp>
      <p:sp>
        <p:nvSpPr>
          <p:cNvPr id="2" name="矩形 1">
            <a:extLst>
              <a:ext uri="{FF2B5EF4-FFF2-40B4-BE49-F238E27FC236}">
                <a16:creationId xmlns:a16="http://schemas.microsoft.com/office/drawing/2014/main" id="{5EA8B58A-BB7D-413F-9190-42B6A97A2745}"/>
              </a:ext>
            </a:extLst>
          </p:cNvPr>
          <p:cNvSpPr>
            <a:spLocks noGrp="1"/>
          </p:cNvSpPr>
          <p:nvPr/>
        </p:nvSpPr>
        <p:spPr>
          <a:xfrm>
            <a:off x="628650" y="1076325"/>
            <a:ext cx="10858500" cy="590550"/>
          </a:xfrm>
          <a:prstGeom prst="rect">
            <a:avLst/>
          </a:prstGeom>
          <a:noFill/>
          <a:ln w="0">
            <a:noFill/>
          </a:ln>
        </p:spPr>
        <p:txBody>
          <a:bodyPr wrap="square" lIns="0" tIns="0" rIns="0" bIns="0" anchor="t">
            <a:noAutofit/>
          </a:bodyPr>
          <a:lstStyle/>
          <a:p>
            <a:pPr>
              <a:defRPr sz="1875" b="0">
                <a:solidFill>
                  <a:srgbClr val="617184"/>
                </a:solidFill>
                <a:latin typeface="Arial"/>
                <a:ea typeface="Arial"/>
                <a:cs typeface="Arial"/>
              </a:defRPr>
            </a:pPr>
            <a:r>
              <a:rPr sz="1875" b="0">
                <a:solidFill>
                  <a:srgbClr val="617184"/>
                </a:solidFill>
                <a:latin typeface="Arial"/>
                <a:ea typeface="Arial"/>
                <a:cs typeface="Arial"/>
              </a:rPr>
              <a:t>Every mark represents one event. The row identifies its source.</a:t>
            </a:r>
          </a:p>
        </p:txBody>
      </p:sp>
      <p:sp>
        <p:nvSpPr>
          <p:cNvPr id="3" name="矩形 2">
            <a:extLst>
              <a:ext uri="{FF2B5EF4-FFF2-40B4-BE49-F238E27FC236}">
                <a16:creationId xmlns:a16="http://schemas.microsoft.com/office/drawing/2014/main" id="{01F7EB92-3FE5-440E-9B32-33F9E475B321}"/>
              </a:ext>
            </a:extLst>
          </p:cNvPr>
          <p:cNvSpPr>
            <a:spLocks noGrp="1"/>
          </p:cNvSpPr>
          <p:nvPr/>
        </p:nvSpPr>
        <p:spPr>
          <a:xfrm>
            <a:off x="609600" y="6505575"/>
            <a:ext cx="982980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NeuraDock EEG 101   /   Lesson 1   /   SIMULATION · a.u.</a:t>
            </a:r>
          </a:p>
        </p:txBody>
      </p:sp>
      <p:sp>
        <p:nvSpPr>
          <p:cNvPr id="4" name="矩形 3">
            <a:extLst>
              <a:ext uri="{FF2B5EF4-FFF2-40B4-BE49-F238E27FC236}">
                <a16:creationId xmlns:a16="http://schemas.microsoft.com/office/drawing/2014/main" id="{C8BA9D81-08B7-42FB-9E51-8FC8B41094D0}"/>
              </a:ext>
            </a:extLst>
          </p:cNvPr>
          <p:cNvSpPr>
            <a:spLocks noGrp="1"/>
          </p:cNvSpPr>
          <p:nvPr/>
        </p:nvSpPr>
        <p:spPr>
          <a:xfrm>
            <a:off x="10763250" y="6505575"/>
            <a:ext cx="85725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05 / 30</a:t>
            </a:r>
          </a:p>
        </p:txBody>
      </p:sp>
      <p:graphicFrame>
        <p:nvGraphicFramePr>
          <p:cNvPr id="15" name="Chart"/>
          <p:cNvGraphicFramePr/>
          <p:nvPr/>
        </p:nvGraphicFramePr>
        <p:xfrm>
          <a:off x="466725" y="1819275"/>
          <a:ext cx="7477125" cy="3686175"/>
        </p:xfrm>
        <a:graphic>
          <a:graphicData uri="http://schemas.openxmlformats.org/drawingml/2006/chart">
            <c:chart xmlns:c="http://schemas.openxmlformats.org/drawingml/2006/chart" xmlns:r="http://schemas.openxmlformats.org/officeDocument/2006/relationships" r:id="rId3"/>
          </a:graphicData>
        </a:graphic>
      </p:graphicFrame>
      <p:sp>
        <p:nvSpPr>
          <p:cNvPr id="6" name="矩形 5">
            <a:extLst>
              <a:ext uri="{FF2B5EF4-FFF2-40B4-BE49-F238E27FC236}">
                <a16:creationId xmlns:a16="http://schemas.microsoft.com/office/drawing/2014/main" id="{A1EA1E70-1D51-4EE4-A2A2-8F100AE6A92A}"/>
              </a:ext>
            </a:extLst>
          </p:cNvPr>
          <p:cNvSpPr>
            <a:spLocks noGrp="1"/>
          </p:cNvSpPr>
          <p:nvPr/>
        </p:nvSpPr>
        <p:spPr>
          <a:xfrm>
            <a:off x="8229600" y="2009775"/>
            <a:ext cx="3333750" cy="666750"/>
          </a:xfrm>
          <a:prstGeom prst="rect">
            <a:avLst/>
          </a:prstGeom>
          <a:noFill/>
          <a:ln w="0">
            <a:noFill/>
          </a:ln>
        </p:spPr>
        <p:txBody>
          <a:bodyPr wrap="square" lIns="0" tIns="0" rIns="0" bIns="0" anchor="t">
            <a:noAutofit/>
          </a:bodyPr>
          <a:lstStyle/>
          <a:p>
            <a:pPr>
              <a:defRPr sz="2175" b="1">
                <a:solidFill>
                  <a:srgbClr val="0B2138"/>
                </a:solidFill>
                <a:latin typeface="Arial"/>
                <a:ea typeface="Arial"/>
                <a:cs typeface="Arial"/>
              </a:defRPr>
            </a:pPr>
            <a:r>
              <a:rPr sz="2175" b="1">
                <a:solidFill>
                  <a:srgbClr val="0B2138"/>
                </a:solidFill>
                <a:latin typeface="Arial"/>
                <a:ea typeface="Arial"/>
                <a:cs typeface="Arial"/>
              </a:rPr>
              <a:t>12 periodic sources</a:t>
            </a:r>
          </a:p>
        </p:txBody>
      </p:sp>
      <p:sp>
        <p:nvSpPr>
          <p:cNvPr id="7" name="矩形 6">
            <a:extLst>
              <a:ext uri="{FF2B5EF4-FFF2-40B4-BE49-F238E27FC236}">
                <a16:creationId xmlns:a16="http://schemas.microsoft.com/office/drawing/2014/main" id="{0AB72A0F-2095-42D2-8568-D0838E716EB0}"/>
              </a:ext>
            </a:extLst>
          </p:cNvPr>
          <p:cNvSpPr>
            <a:spLocks noGrp="1"/>
          </p:cNvSpPr>
          <p:nvPr/>
        </p:nvSpPr>
        <p:spPr>
          <a:xfrm>
            <a:off x="8229600" y="2743200"/>
            <a:ext cx="3333750" cy="800100"/>
          </a:xfrm>
          <a:prstGeom prst="rect">
            <a:avLst/>
          </a:prstGeom>
          <a:noFill/>
          <a:ln w="0">
            <a:noFill/>
          </a:ln>
        </p:spPr>
        <p:txBody>
          <a:bodyPr wrap="square" lIns="0" tIns="0" rIns="0" bIns="0" anchor="t">
            <a:noAutofit/>
          </a:bodyPr>
          <a:lstStyle/>
          <a:p>
            <a:pPr>
              <a:defRPr sz="2025" b="0">
                <a:solidFill>
                  <a:srgbClr val="1D2938"/>
                </a:solidFill>
                <a:latin typeface="Arial"/>
                <a:ea typeface="Arial"/>
                <a:cs typeface="Arial"/>
              </a:defRPr>
            </a:pPr>
            <a:r>
              <a:rPr sz="2025" b="0">
                <a:solidFill>
                  <a:srgbClr val="1D2938"/>
                </a:solidFill>
                <a:latin typeface="Arial"/>
                <a:ea typeface="Arial"/>
                <a:cs typeface="Arial"/>
              </a:rPr>
              <a:t>10 events per second</a:t>
            </a:r>
          </a:p>
          <a:p>
            <a:pPr>
              <a:defRPr sz="2025" b="0">
                <a:solidFill>
                  <a:srgbClr val="1D2938"/>
                </a:solidFill>
                <a:latin typeface="Arial"/>
                <a:ea typeface="Arial"/>
                <a:cs typeface="Arial"/>
              </a:defRPr>
            </a:pPr>
            <a:r>
              <a:rPr sz="2025" b="0">
                <a:solidFill>
                  <a:srgbClr val="1D2938"/>
                </a:solidFill>
                <a:latin typeface="Arial"/>
                <a:ea typeface="Arial"/>
                <a:cs typeface="Arial"/>
              </a:rPr>
              <a:t>Interval = 0.1 s</a:t>
            </a:r>
          </a:p>
        </p:txBody>
      </p:sp>
      <p:sp>
        <p:nvSpPr>
          <p:cNvPr id="8" name="矩形 7">
            <a:extLst>
              <a:ext uri="{FF2B5EF4-FFF2-40B4-BE49-F238E27FC236}">
                <a16:creationId xmlns:a16="http://schemas.microsoft.com/office/drawing/2014/main" id="{5B512363-D31C-40ED-A9CF-D97E75123C8A}"/>
              </a:ext>
            </a:extLst>
          </p:cNvPr>
          <p:cNvSpPr>
            <a:spLocks noGrp="1"/>
          </p:cNvSpPr>
          <p:nvPr/>
        </p:nvSpPr>
        <p:spPr>
          <a:xfrm>
            <a:off x="8229600" y="3752850"/>
            <a:ext cx="3333750" cy="666750"/>
          </a:xfrm>
          <a:prstGeom prst="rect">
            <a:avLst/>
          </a:prstGeom>
          <a:noFill/>
          <a:ln w="0">
            <a:noFill/>
          </a:ln>
        </p:spPr>
        <p:txBody>
          <a:bodyPr wrap="square" lIns="0" tIns="0" rIns="0" bIns="0" anchor="t">
            <a:noAutofit/>
          </a:bodyPr>
          <a:lstStyle/>
          <a:p>
            <a:pPr>
              <a:defRPr sz="2175" b="1">
                <a:solidFill>
                  <a:srgbClr val="0B2138"/>
                </a:solidFill>
                <a:latin typeface="Arial"/>
                <a:ea typeface="Arial"/>
                <a:cs typeface="Arial"/>
              </a:defRPr>
            </a:pPr>
            <a:r>
              <a:rPr sz="2175" b="1">
                <a:solidFill>
                  <a:srgbClr val="0B2138"/>
                </a:solidFill>
                <a:latin typeface="Arial"/>
                <a:ea typeface="Arial"/>
                <a:cs typeface="Arial"/>
              </a:rPr>
              <a:t>8 background sources</a:t>
            </a:r>
          </a:p>
        </p:txBody>
      </p:sp>
      <p:sp>
        <p:nvSpPr>
          <p:cNvPr id="9" name="矩形 8">
            <a:extLst>
              <a:ext uri="{FF2B5EF4-FFF2-40B4-BE49-F238E27FC236}">
                <a16:creationId xmlns:a16="http://schemas.microsoft.com/office/drawing/2014/main" id="{E490CF5D-98D4-4FDB-8455-4A7AAA5A0B76}"/>
              </a:ext>
            </a:extLst>
          </p:cNvPr>
          <p:cNvSpPr>
            <a:spLocks noGrp="1"/>
          </p:cNvSpPr>
          <p:nvPr/>
        </p:nvSpPr>
        <p:spPr>
          <a:xfrm>
            <a:off x="8229600" y="4486275"/>
            <a:ext cx="3333750" cy="866775"/>
          </a:xfrm>
          <a:prstGeom prst="rect">
            <a:avLst/>
          </a:prstGeom>
          <a:noFill/>
          <a:ln w="0">
            <a:noFill/>
          </a:ln>
        </p:spPr>
        <p:txBody>
          <a:bodyPr wrap="square" lIns="0" tIns="0" rIns="0" bIns="0" anchor="t">
            <a:noAutofit/>
          </a:bodyPr>
          <a:lstStyle/>
          <a:p>
            <a:pPr>
              <a:defRPr sz="2025" b="0">
                <a:solidFill>
                  <a:srgbClr val="1D2938"/>
                </a:solidFill>
                <a:latin typeface="Arial"/>
                <a:ea typeface="Arial"/>
                <a:cs typeface="Arial"/>
              </a:defRPr>
            </a:pPr>
            <a:r>
              <a:rPr sz="2025" b="0">
                <a:solidFill>
                  <a:srgbClr val="1D2938"/>
                </a:solidFill>
                <a:latin typeface="Arial"/>
                <a:ea typeface="Arial"/>
                <a:cs typeface="Arial"/>
              </a:rPr>
              <a:t>Irregular intervals</a:t>
            </a:r>
          </a:p>
          <a:p>
            <a:pPr>
              <a:defRPr sz="2025" b="0">
                <a:solidFill>
                  <a:srgbClr val="1D2938"/>
                </a:solidFill>
                <a:latin typeface="Arial"/>
                <a:ea typeface="Arial"/>
                <a:cs typeface="Arial"/>
              </a:defRPr>
            </a:pPr>
            <a:r>
              <a:rPr sz="2025" b="0">
                <a:solidFill>
                  <a:srgbClr val="1D2938"/>
                </a:solidFill>
                <a:latin typeface="Arial"/>
                <a:ea typeface="Arial"/>
                <a:cs typeface="Arial"/>
              </a:rPr>
              <a:t>Rate parameter = 5/s</a:t>
            </a:r>
          </a:p>
        </p:txBody>
      </p:sp>
      <p:sp>
        <p:nvSpPr>
          <p:cNvPr id="10" name="矩形 9">
            <a:extLst>
              <a:ext uri="{FF2B5EF4-FFF2-40B4-BE49-F238E27FC236}">
                <a16:creationId xmlns:a16="http://schemas.microsoft.com/office/drawing/2014/main" id="{10A5014E-2BB3-4596-9E05-FF408F905BEC}"/>
              </a:ext>
            </a:extLst>
          </p:cNvPr>
          <p:cNvSpPr>
            <a:spLocks noGrp="1"/>
          </p:cNvSpPr>
          <p:nvPr/>
        </p:nvSpPr>
        <p:spPr>
          <a:xfrm>
            <a:off x="628650" y="5924550"/>
            <a:ext cx="10934700" cy="457200"/>
          </a:xfrm>
          <a:prstGeom prst="rect">
            <a:avLst/>
          </a:prstGeom>
          <a:noFill/>
          <a:ln w="0">
            <a:noFill/>
          </a:ln>
        </p:spPr>
        <p:txBody>
          <a:bodyPr wrap="square" lIns="0" tIns="0" rIns="0" bIns="0" anchor="t">
            <a:noAutofit/>
          </a:bodyPr>
          <a:lstStyle/>
          <a:p>
            <a:pPr>
              <a:defRPr sz="1875" b="1">
                <a:solidFill>
                  <a:srgbClr val="176B87"/>
                </a:solidFill>
                <a:latin typeface="Arial"/>
                <a:ea typeface="Arial"/>
                <a:cs typeface="Arial"/>
              </a:defRPr>
            </a:pPr>
            <a:r>
              <a:rPr sz="1875" b="1">
                <a:solidFill>
                  <a:srgbClr val="176B87"/>
                </a:solidFill>
                <a:latin typeface="Arial"/>
                <a:ea typeface="Arial"/>
                <a:cs typeface="Arial"/>
              </a:rPr>
              <a:t>Run Lesson 1, Section 2. A raster shows event times, not voltage.</a:t>
            </a:r>
          </a:p>
        </p:txBody>
      </p:sp>
    </p:spTree>
    <p:extLst>
      <p:ext uri="{BB962C8B-B14F-4D97-AF65-F5344CB8AC3E}">
        <p14:creationId xmlns:p14="http://schemas.microsoft.com/office/powerpoint/2010/main" val="8876942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lide-title">
            <a:extLst>
              <a:ext uri="{FF2B5EF4-FFF2-40B4-BE49-F238E27FC236}">
                <a16:creationId xmlns:a16="http://schemas.microsoft.com/office/drawing/2014/main" id="{EA2C3019-E8A1-43B4-A68D-59413D907AB1}"/>
              </a:ext>
            </a:extLst>
          </p:cNvPr>
          <p:cNvSpPr>
            <a:spLocks noGrp="1"/>
          </p:cNvSpPr>
          <p:nvPr/>
        </p:nvSpPr>
        <p:spPr>
          <a:xfrm>
            <a:off x="609600" y="371475"/>
            <a:ext cx="10972800" cy="571500"/>
          </a:xfrm>
          <a:prstGeom prst="rect">
            <a:avLst/>
          </a:prstGeom>
          <a:noFill/>
          <a:ln w="0">
            <a:noFill/>
          </a:ln>
        </p:spPr>
        <p:txBody>
          <a:bodyPr wrap="square" lIns="0" tIns="0" rIns="0" bIns="0" anchor="t">
            <a:noAutofit/>
          </a:bodyPr>
          <a:lstStyle/>
          <a:p>
            <a:pPr>
              <a:defRPr sz="3300" b="1">
                <a:solidFill>
                  <a:srgbClr val="0B2138"/>
                </a:solidFill>
                <a:latin typeface="Arial"/>
                <a:ea typeface="Arial"/>
                <a:cs typeface="Arial"/>
              </a:defRPr>
            </a:pPr>
            <a:r>
              <a:rPr sz="3300" b="1">
                <a:solidFill>
                  <a:srgbClr val="0B2138"/>
                </a:solidFill>
                <a:latin typeface="Arial"/>
                <a:ea typeface="Arial"/>
                <a:cs typeface="Arial"/>
              </a:rPr>
              <a:t>One event produces a lasting response</a:t>
            </a:r>
          </a:p>
        </p:txBody>
      </p:sp>
      <p:sp>
        <p:nvSpPr>
          <p:cNvPr id="2" name="矩形 1">
            <a:extLst>
              <a:ext uri="{FF2B5EF4-FFF2-40B4-BE49-F238E27FC236}">
                <a16:creationId xmlns:a16="http://schemas.microsoft.com/office/drawing/2014/main" id="{E5436B29-B7BE-44C1-93E8-844BB66BE346}"/>
              </a:ext>
            </a:extLst>
          </p:cNvPr>
          <p:cNvSpPr>
            <a:spLocks noGrp="1"/>
          </p:cNvSpPr>
          <p:nvPr/>
        </p:nvSpPr>
        <p:spPr>
          <a:xfrm>
            <a:off x="628650" y="1076325"/>
            <a:ext cx="10858500" cy="590550"/>
          </a:xfrm>
          <a:prstGeom prst="rect">
            <a:avLst/>
          </a:prstGeom>
          <a:noFill/>
          <a:ln w="0">
            <a:noFill/>
          </a:ln>
        </p:spPr>
        <p:txBody>
          <a:bodyPr wrap="square" lIns="0" tIns="0" rIns="0" bIns="0" anchor="t">
            <a:noAutofit/>
          </a:bodyPr>
          <a:lstStyle/>
          <a:p>
            <a:pPr>
              <a:defRPr sz="1875" b="0">
                <a:solidFill>
                  <a:srgbClr val="617184"/>
                </a:solidFill>
                <a:latin typeface="Arial"/>
                <a:ea typeface="Arial"/>
                <a:cs typeface="Arial"/>
              </a:defRPr>
            </a:pPr>
            <a:r>
              <a:rPr sz="1875" b="0">
                <a:solidFill>
                  <a:srgbClr val="617184"/>
                </a:solidFill>
                <a:latin typeface="Arial"/>
                <a:ea typeface="Arial"/>
                <a:cs typeface="Arial"/>
              </a:rPr>
              <a:t>A fixed response kernel gives the event an effect over time. [2]</a:t>
            </a:r>
          </a:p>
        </p:txBody>
      </p:sp>
      <p:sp>
        <p:nvSpPr>
          <p:cNvPr id="3" name="矩形 2">
            <a:extLst>
              <a:ext uri="{FF2B5EF4-FFF2-40B4-BE49-F238E27FC236}">
                <a16:creationId xmlns:a16="http://schemas.microsoft.com/office/drawing/2014/main" id="{311EF3D8-02DC-46D9-96C1-F1396B7E7A45}"/>
              </a:ext>
            </a:extLst>
          </p:cNvPr>
          <p:cNvSpPr>
            <a:spLocks noGrp="1"/>
          </p:cNvSpPr>
          <p:nvPr/>
        </p:nvSpPr>
        <p:spPr>
          <a:xfrm>
            <a:off x="609600" y="6505575"/>
            <a:ext cx="982980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NeuraDock EEG 101   /   Lesson 1   /   SIMULATION · a.u.</a:t>
            </a:r>
          </a:p>
        </p:txBody>
      </p:sp>
      <p:sp>
        <p:nvSpPr>
          <p:cNvPr id="4" name="矩形 3">
            <a:extLst>
              <a:ext uri="{FF2B5EF4-FFF2-40B4-BE49-F238E27FC236}">
                <a16:creationId xmlns:a16="http://schemas.microsoft.com/office/drawing/2014/main" id="{725A993C-A42B-4BD5-9910-BED5B8950A50}"/>
              </a:ext>
            </a:extLst>
          </p:cNvPr>
          <p:cNvSpPr>
            <a:spLocks noGrp="1"/>
          </p:cNvSpPr>
          <p:nvPr/>
        </p:nvSpPr>
        <p:spPr>
          <a:xfrm>
            <a:off x="10763250" y="6505575"/>
            <a:ext cx="85725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06 / 30</a:t>
            </a:r>
          </a:p>
        </p:txBody>
      </p:sp>
      <p:graphicFrame>
        <p:nvGraphicFramePr>
          <p:cNvPr id="16" name="Chart"/>
          <p:cNvGraphicFramePr/>
          <p:nvPr/>
        </p:nvGraphicFramePr>
        <p:xfrm>
          <a:off x="523875" y="1952625"/>
          <a:ext cx="7048500" cy="3467100"/>
        </p:xfrm>
        <a:graphic>
          <a:graphicData uri="http://schemas.openxmlformats.org/drawingml/2006/chart">
            <c:chart xmlns:c="http://schemas.openxmlformats.org/drawingml/2006/chart" xmlns:r="http://schemas.openxmlformats.org/officeDocument/2006/relationships" r:id="rId3"/>
          </a:graphicData>
        </a:graphic>
      </p:graphicFrame>
      <p:sp>
        <p:nvSpPr>
          <p:cNvPr id="6" name="矩形 5">
            <a:extLst>
              <a:ext uri="{FF2B5EF4-FFF2-40B4-BE49-F238E27FC236}">
                <a16:creationId xmlns:a16="http://schemas.microsoft.com/office/drawing/2014/main" id="{4CCD8D15-14AC-4B78-8189-8D87DCA7B629}"/>
              </a:ext>
            </a:extLst>
          </p:cNvPr>
          <p:cNvSpPr>
            <a:spLocks noGrp="1"/>
          </p:cNvSpPr>
          <p:nvPr/>
        </p:nvSpPr>
        <p:spPr>
          <a:xfrm>
            <a:off x="8039100" y="2066925"/>
            <a:ext cx="3476625" cy="666750"/>
          </a:xfrm>
          <a:prstGeom prst="rect">
            <a:avLst/>
          </a:prstGeom>
          <a:noFill/>
          <a:ln w="0">
            <a:noFill/>
          </a:ln>
        </p:spPr>
        <p:txBody>
          <a:bodyPr wrap="square" lIns="0" tIns="0" rIns="0" bIns="0" anchor="t">
            <a:noAutofit/>
          </a:bodyPr>
          <a:lstStyle/>
          <a:p>
            <a:pPr>
              <a:defRPr sz="2175" b="1">
                <a:solidFill>
                  <a:srgbClr val="0B2138"/>
                </a:solidFill>
                <a:latin typeface="Arial"/>
                <a:ea typeface="Arial"/>
                <a:cs typeface="Arial"/>
              </a:defRPr>
            </a:pPr>
            <a:r>
              <a:rPr sz="2175" b="1">
                <a:solidFill>
                  <a:srgbClr val="0B2138"/>
                </a:solidFill>
                <a:latin typeface="Arial"/>
                <a:ea typeface="Arial"/>
                <a:cs typeface="Arial"/>
              </a:rPr>
              <a:t>Peak at 20 ms</a:t>
            </a:r>
          </a:p>
        </p:txBody>
      </p:sp>
      <p:sp>
        <p:nvSpPr>
          <p:cNvPr id="7" name="矩形 6">
            <a:extLst>
              <a:ext uri="{FF2B5EF4-FFF2-40B4-BE49-F238E27FC236}">
                <a16:creationId xmlns:a16="http://schemas.microsoft.com/office/drawing/2014/main" id="{79BDA93D-69A4-47DE-8F30-6B78ECFDE181}"/>
              </a:ext>
            </a:extLst>
          </p:cNvPr>
          <p:cNvSpPr>
            <a:spLocks noGrp="1"/>
          </p:cNvSpPr>
          <p:nvPr/>
        </p:nvSpPr>
        <p:spPr>
          <a:xfrm>
            <a:off x="8039100" y="2762250"/>
            <a:ext cx="3467100" cy="762000"/>
          </a:xfrm>
          <a:prstGeom prst="rect">
            <a:avLst/>
          </a:prstGeom>
          <a:noFill/>
          <a:ln w="0">
            <a:noFill/>
          </a:ln>
        </p:spPr>
        <p:txBody>
          <a:bodyPr wrap="square" lIns="0" tIns="0" rIns="0" bIns="0" anchor="t">
            <a:noAutofit/>
          </a:bodyPr>
          <a:lstStyle/>
          <a:p>
            <a:pPr>
              <a:defRPr sz="2100" b="0">
                <a:solidFill>
                  <a:srgbClr val="1D2938"/>
                </a:solidFill>
                <a:latin typeface="Arial"/>
                <a:ea typeface="Arial"/>
                <a:cs typeface="Arial"/>
              </a:defRPr>
            </a:pPr>
            <a:r>
              <a:rPr sz="2100" b="0">
                <a:solidFill>
                  <a:srgbClr val="1D2938"/>
                </a:solidFill>
                <a:latin typeface="Arial"/>
                <a:ea typeface="Arial"/>
                <a:cs typeface="Arial"/>
              </a:rPr>
              <a:t>The sampled kernel lasts 100 ms.</a:t>
            </a:r>
          </a:p>
        </p:txBody>
      </p:sp>
      <p:sp>
        <p:nvSpPr>
          <p:cNvPr id="8" name="矩形 7">
            <a:extLst>
              <a:ext uri="{FF2B5EF4-FFF2-40B4-BE49-F238E27FC236}">
                <a16:creationId xmlns:a16="http://schemas.microsoft.com/office/drawing/2014/main" id="{2E2E814F-670D-4CCF-92CE-50BC485D83AD}"/>
              </a:ext>
            </a:extLst>
          </p:cNvPr>
          <p:cNvSpPr>
            <a:spLocks noGrp="1"/>
          </p:cNvSpPr>
          <p:nvPr/>
        </p:nvSpPr>
        <p:spPr>
          <a:xfrm>
            <a:off x="8039100" y="3800475"/>
            <a:ext cx="3514725" cy="685800"/>
          </a:xfrm>
          <a:prstGeom prst="rect">
            <a:avLst/>
          </a:prstGeom>
          <a:noFill/>
          <a:ln w="0">
            <a:noFill/>
          </a:ln>
        </p:spPr>
        <p:txBody>
          <a:bodyPr wrap="square" lIns="0" tIns="0" rIns="0" bIns="0" anchor="t">
            <a:noAutofit/>
          </a:bodyPr>
          <a:lstStyle/>
          <a:p>
            <a:pPr>
              <a:defRPr sz="1800" b="0">
                <a:solidFill>
                  <a:srgbClr val="0B2138"/>
                </a:solidFill>
                <a:latin typeface="Consolas"/>
                <a:ea typeface="Consolas"/>
                <a:cs typeface="Consolas"/>
              </a:defRPr>
            </a:pPr>
            <a:r>
              <a:rPr sz="1800" b="0">
                <a:solidFill>
                  <a:srgbClr val="0B2138"/>
                </a:solidFill>
                <a:latin typeface="Consolas"/>
                <a:ea typeface="Consolas"/>
                <a:cs typeface="Consolas"/>
              </a:rPr>
              <a:t>h(t) ∝ t exp(−t / 0.020)</a:t>
            </a:r>
          </a:p>
        </p:txBody>
      </p:sp>
      <p:sp>
        <p:nvSpPr>
          <p:cNvPr id="9" name="矩形 8">
            <a:extLst>
              <a:ext uri="{FF2B5EF4-FFF2-40B4-BE49-F238E27FC236}">
                <a16:creationId xmlns:a16="http://schemas.microsoft.com/office/drawing/2014/main" id="{D950E7AC-CA61-4ADC-BEF2-7AA3852C70D9}"/>
              </a:ext>
            </a:extLst>
          </p:cNvPr>
          <p:cNvSpPr>
            <a:spLocks noGrp="1"/>
          </p:cNvSpPr>
          <p:nvPr/>
        </p:nvSpPr>
        <p:spPr>
          <a:xfrm>
            <a:off x="8039100" y="4286250"/>
            <a:ext cx="3429000" cy="333375"/>
          </a:xfrm>
          <a:prstGeom prst="rect">
            <a:avLst/>
          </a:prstGeom>
          <a:noFill/>
          <a:ln w="0">
            <a:noFill/>
          </a:ln>
        </p:spPr>
        <p:txBody>
          <a:bodyPr wrap="square" lIns="0" tIns="0" rIns="0" bIns="0" anchor="t">
            <a:noAutofit/>
          </a:bodyPr>
          <a:lstStyle/>
          <a:p>
            <a:pPr>
              <a:defRPr sz="1725" b="0">
                <a:solidFill>
                  <a:srgbClr val="617184"/>
                </a:solidFill>
                <a:latin typeface="Arial"/>
                <a:ea typeface="Arial"/>
                <a:cs typeface="Arial"/>
              </a:defRPr>
            </a:pPr>
            <a:r>
              <a:rPr sz="1725" b="0">
                <a:solidFill>
                  <a:srgbClr val="617184"/>
                </a:solidFill>
                <a:latin typeface="Arial"/>
                <a:ea typeface="Arial"/>
                <a:cs typeface="Arial"/>
              </a:rPr>
              <a:t>t in seconds</a:t>
            </a:r>
          </a:p>
        </p:txBody>
      </p:sp>
      <p:sp>
        <p:nvSpPr>
          <p:cNvPr id="10" name="矩形 9">
            <a:extLst>
              <a:ext uri="{FF2B5EF4-FFF2-40B4-BE49-F238E27FC236}">
                <a16:creationId xmlns:a16="http://schemas.microsoft.com/office/drawing/2014/main" id="{0CF37B98-C0C4-418D-9247-60E4D6B2BD5B}"/>
              </a:ext>
            </a:extLst>
          </p:cNvPr>
          <p:cNvSpPr>
            <a:spLocks noGrp="1"/>
          </p:cNvSpPr>
          <p:nvPr/>
        </p:nvSpPr>
        <p:spPr>
          <a:xfrm>
            <a:off x="8039100" y="4714875"/>
            <a:ext cx="3476625" cy="1000125"/>
          </a:xfrm>
          <a:prstGeom prst="rect">
            <a:avLst/>
          </a:prstGeom>
          <a:noFill/>
          <a:ln w="0">
            <a:noFill/>
          </a:ln>
        </p:spPr>
        <p:txBody>
          <a:bodyPr wrap="square" lIns="0" tIns="0" rIns="0" bIns="0" anchor="t">
            <a:noAutofit/>
          </a:bodyPr>
          <a:lstStyle/>
          <a:p>
            <a:pPr>
              <a:defRPr sz="2025" b="0">
                <a:solidFill>
                  <a:srgbClr val="1D2938"/>
                </a:solidFill>
                <a:latin typeface="Arial"/>
                <a:ea typeface="Arial"/>
                <a:cs typeface="Arial"/>
              </a:defRPr>
            </a:pPr>
            <a:r>
              <a:rPr sz="2025" b="0">
                <a:solidFill>
                  <a:srgbClr val="1D2938"/>
                </a:solidFill>
                <a:latin typeface="Arial"/>
                <a:ea typeface="Arial"/>
                <a:cs typeface="Arial"/>
              </a:rPr>
              <a:t>Place a copy at each event time, then add overlapping responses.</a:t>
            </a:r>
          </a:p>
        </p:txBody>
      </p:sp>
      <p:sp>
        <p:nvSpPr>
          <p:cNvPr id="11" name="矩形 10">
            <a:extLst>
              <a:ext uri="{FF2B5EF4-FFF2-40B4-BE49-F238E27FC236}">
                <a16:creationId xmlns:a16="http://schemas.microsoft.com/office/drawing/2014/main" id="{D30F7D9A-153B-46D6-AB8A-AE3CEF6E3400}"/>
              </a:ext>
            </a:extLst>
          </p:cNvPr>
          <p:cNvSpPr>
            <a:spLocks noGrp="1"/>
          </p:cNvSpPr>
          <p:nvPr/>
        </p:nvSpPr>
        <p:spPr>
          <a:xfrm>
            <a:off x="628650" y="5924550"/>
            <a:ext cx="10934700" cy="457200"/>
          </a:xfrm>
          <a:prstGeom prst="rect">
            <a:avLst/>
          </a:prstGeom>
          <a:noFill/>
          <a:ln w="0">
            <a:noFill/>
          </a:ln>
        </p:spPr>
        <p:txBody>
          <a:bodyPr wrap="square" lIns="0" tIns="0" rIns="0" bIns="0" anchor="t">
            <a:noAutofit/>
          </a:bodyPr>
          <a:lstStyle/>
          <a:p>
            <a:pPr>
              <a:defRPr sz="1875" b="1">
                <a:solidFill>
                  <a:srgbClr val="176B87"/>
                </a:solidFill>
                <a:latin typeface="Arial"/>
                <a:ea typeface="Arial"/>
                <a:cs typeface="Arial"/>
              </a:defRPr>
            </a:pPr>
            <a:r>
              <a:rPr sz="1875" b="1">
                <a:solidFill>
                  <a:srgbClr val="176B87"/>
                </a:solidFill>
                <a:latin typeface="Arial"/>
                <a:ea typeface="Arial"/>
                <a:cs typeface="Arial"/>
              </a:rPr>
              <a:t>This shifted-response sum is convolution. Why does it outlast the event?</a:t>
            </a:r>
          </a:p>
        </p:txBody>
      </p:sp>
    </p:spTree>
    <p:extLst>
      <p:ext uri="{BB962C8B-B14F-4D97-AF65-F5344CB8AC3E}">
        <p14:creationId xmlns:p14="http://schemas.microsoft.com/office/powerpoint/2010/main" val="145587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lide-title">
            <a:extLst>
              <a:ext uri="{FF2B5EF4-FFF2-40B4-BE49-F238E27FC236}">
                <a16:creationId xmlns:a16="http://schemas.microsoft.com/office/drawing/2014/main" id="{3A8B2AF5-84C9-4641-9E07-4D874ACA705D}"/>
              </a:ext>
            </a:extLst>
          </p:cNvPr>
          <p:cNvSpPr>
            <a:spLocks noGrp="1"/>
          </p:cNvSpPr>
          <p:nvPr/>
        </p:nvSpPr>
        <p:spPr>
          <a:xfrm>
            <a:off x="609600" y="371475"/>
            <a:ext cx="10972800" cy="571500"/>
          </a:xfrm>
          <a:prstGeom prst="rect">
            <a:avLst/>
          </a:prstGeom>
          <a:noFill/>
          <a:ln w="0">
            <a:noFill/>
          </a:ln>
        </p:spPr>
        <p:txBody>
          <a:bodyPr wrap="square" lIns="0" tIns="0" rIns="0" bIns="0" anchor="t">
            <a:noAutofit/>
          </a:bodyPr>
          <a:lstStyle/>
          <a:p>
            <a:pPr>
              <a:defRPr sz="3300" b="1">
                <a:solidFill>
                  <a:srgbClr val="0B2138"/>
                </a:solidFill>
                <a:latin typeface="Arial"/>
                <a:ea typeface="Arial"/>
                <a:cs typeface="Arial"/>
              </a:defRPr>
            </a:pPr>
            <a:r>
              <a:rPr sz="3300" b="1">
                <a:solidFill>
                  <a:srgbClr val="0B2138"/>
                </a:solidFill>
                <a:latin typeface="Arial"/>
                <a:ea typeface="Arial"/>
                <a:cs typeface="Arial"/>
              </a:rPr>
              <a:t>Signed contributions create the total</a:t>
            </a:r>
          </a:p>
        </p:txBody>
      </p:sp>
      <p:sp>
        <p:nvSpPr>
          <p:cNvPr id="2" name="矩形 1">
            <a:extLst>
              <a:ext uri="{FF2B5EF4-FFF2-40B4-BE49-F238E27FC236}">
                <a16:creationId xmlns:a16="http://schemas.microsoft.com/office/drawing/2014/main" id="{97949E36-1904-41D5-8EBF-19DD7992BA61}"/>
              </a:ext>
            </a:extLst>
          </p:cNvPr>
          <p:cNvSpPr>
            <a:spLocks noGrp="1"/>
          </p:cNvSpPr>
          <p:nvPr/>
        </p:nvSpPr>
        <p:spPr>
          <a:xfrm>
            <a:off x="628650" y="1076325"/>
            <a:ext cx="10858500" cy="590550"/>
          </a:xfrm>
          <a:prstGeom prst="rect">
            <a:avLst/>
          </a:prstGeom>
          <a:noFill/>
          <a:ln w="0">
            <a:noFill/>
          </a:ln>
        </p:spPr>
        <p:txBody>
          <a:bodyPr wrap="square" lIns="0" tIns="0" rIns="0" bIns="0" anchor="t">
            <a:noAutofit/>
          </a:bodyPr>
          <a:lstStyle/>
          <a:p>
            <a:pPr>
              <a:defRPr sz="1875" b="0">
                <a:solidFill>
                  <a:srgbClr val="617184"/>
                </a:solidFill>
                <a:latin typeface="Arial"/>
                <a:ea typeface="Arial"/>
                <a:cs typeface="Arial"/>
              </a:defRPr>
            </a:pPr>
            <a:r>
              <a:rPr sz="1875" b="0">
                <a:solidFill>
                  <a:srgbClr val="617184"/>
                </a:solidFill>
                <a:latin typeface="Arial"/>
                <a:ea typeface="Arial"/>
                <a:cs typeface="Arial"/>
              </a:rPr>
              <a:t>The upper plot shows four sources. The lower plot sums all 20.</a:t>
            </a:r>
          </a:p>
        </p:txBody>
      </p:sp>
      <p:sp>
        <p:nvSpPr>
          <p:cNvPr id="3" name="矩形 2">
            <a:extLst>
              <a:ext uri="{FF2B5EF4-FFF2-40B4-BE49-F238E27FC236}">
                <a16:creationId xmlns:a16="http://schemas.microsoft.com/office/drawing/2014/main" id="{C6BECBBF-80C7-4E4E-B3E6-74E826C0B5CF}"/>
              </a:ext>
            </a:extLst>
          </p:cNvPr>
          <p:cNvSpPr>
            <a:spLocks noGrp="1"/>
          </p:cNvSpPr>
          <p:nvPr/>
        </p:nvSpPr>
        <p:spPr>
          <a:xfrm>
            <a:off x="609600" y="6505575"/>
            <a:ext cx="982980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NeuraDock EEG 101   /   Lesson 1   /   SIMULATION · a.u.</a:t>
            </a:r>
          </a:p>
        </p:txBody>
      </p:sp>
      <p:sp>
        <p:nvSpPr>
          <p:cNvPr id="4" name="矩形 3">
            <a:extLst>
              <a:ext uri="{FF2B5EF4-FFF2-40B4-BE49-F238E27FC236}">
                <a16:creationId xmlns:a16="http://schemas.microsoft.com/office/drawing/2014/main" id="{14C9A3A8-B2D9-4F08-912E-C6150F762AF6}"/>
              </a:ext>
            </a:extLst>
          </p:cNvPr>
          <p:cNvSpPr>
            <a:spLocks noGrp="1"/>
          </p:cNvSpPr>
          <p:nvPr/>
        </p:nvSpPr>
        <p:spPr>
          <a:xfrm>
            <a:off x="10763250" y="6505575"/>
            <a:ext cx="85725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07 / 30</a:t>
            </a:r>
          </a:p>
        </p:txBody>
      </p:sp>
      <p:graphicFrame>
        <p:nvGraphicFramePr>
          <p:cNvPr id="15" name="Chart"/>
          <p:cNvGraphicFramePr/>
          <p:nvPr/>
        </p:nvGraphicFramePr>
        <p:xfrm>
          <a:off x="438150" y="1781175"/>
          <a:ext cx="7534275" cy="17526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Chart"/>
          <p:cNvGraphicFramePr/>
          <p:nvPr/>
        </p:nvGraphicFramePr>
        <p:xfrm>
          <a:off x="438150" y="3895725"/>
          <a:ext cx="7534275" cy="1809750"/>
        </p:xfrm>
        <a:graphic>
          <a:graphicData uri="http://schemas.openxmlformats.org/drawingml/2006/chart">
            <c:chart xmlns:c="http://schemas.openxmlformats.org/drawingml/2006/chart" xmlns:r="http://schemas.openxmlformats.org/officeDocument/2006/relationships" r:id="rId4"/>
          </a:graphicData>
        </a:graphic>
      </p:graphicFrame>
      <p:sp>
        <p:nvSpPr>
          <p:cNvPr id="7" name="矩形 6">
            <a:extLst>
              <a:ext uri="{FF2B5EF4-FFF2-40B4-BE49-F238E27FC236}">
                <a16:creationId xmlns:a16="http://schemas.microsoft.com/office/drawing/2014/main" id="{944E19DC-94E2-4060-9930-AE02C887C9BE}"/>
              </a:ext>
            </a:extLst>
          </p:cNvPr>
          <p:cNvSpPr>
            <a:spLocks noGrp="1"/>
          </p:cNvSpPr>
          <p:nvPr/>
        </p:nvSpPr>
        <p:spPr>
          <a:xfrm>
            <a:off x="8248650" y="2019300"/>
            <a:ext cx="3343275" cy="666750"/>
          </a:xfrm>
          <a:prstGeom prst="rect">
            <a:avLst/>
          </a:prstGeom>
          <a:noFill/>
          <a:ln w="0">
            <a:noFill/>
          </a:ln>
        </p:spPr>
        <p:txBody>
          <a:bodyPr wrap="square" lIns="0" tIns="0" rIns="0" bIns="0" anchor="t">
            <a:noAutofit/>
          </a:bodyPr>
          <a:lstStyle/>
          <a:p>
            <a:pPr>
              <a:defRPr sz="2175" b="1">
                <a:solidFill>
                  <a:srgbClr val="0B2138"/>
                </a:solidFill>
                <a:latin typeface="Arial"/>
                <a:ea typeface="Arial"/>
                <a:cs typeface="Arial"/>
              </a:defRPr>
            </a:pPr>
            <a:r>
              <a:rPr sz="2175" b="1">
                <a:solidFill>
                  <a:srgbClr val="0B2138"/>
                </a:solidFill>
                <a:latin typeface="Arial"/>
                <a:ea typeface="Arial"/>
                <a:cs typeface="Arial"/>
              </a:rPr>
              <a:t>y[n] = Σᵢ wᵢ rᵢ[n]</a:t>
            </a:r>
          </a:p>
        </p:txBody>
      </p:sp>
      <p:sp>
        <p:nvSpPr>
          <p:cNvPr id="8" name="矩形 7">
            <a:extLst>
              <a:ext uri="{FF2B5EF4-FFF2-40B4-BE49-F238E27FC236}">
                <a16:creationId xmlns:a16="http://schemas.microsoft.com/office/drawing/2014/main" id="{74931383-3490-4352-A3C8-8FB5740F4193}"/>
              </a:ext>
            </a:extLst>
          </p:cNvPr>
          <p:cNvSpPr>
            <a:spLocks noGrp="1"/>
          </p:cNvSpPr>
          <p:nvPr/>
        </p:nvSpPr>
        <p:spPr>
          <a:xfrm>
            <a:off x="8248650" y="2933700"/>
            <a:ext cx="3324225" cy="895350"/>
          </a:xfrm>
          <a:prstGeom prst="rect">
            <a:avLst/>
          </a:prstGeom>
          <a:noFill/>
          <a:ln w="0">
            <a:noFill/>
          </a:ln>
        </p:spPr>
        <p:txBody>
          <a:bodyPr wrap="square" lIns="0" tIns="0" rIns="0" bIns="0" anchor="t">
            <a:noAutofit/>
          </a:bodyPr>
          <a:lstStyle/>
          <a:p>
            <a:pPr>
              <a:defRPr sz="2025" b="0">
                <a:solidFill>
                  <a:srgbClr val="1D2938"/>
                </a:solidFill>
                <a:latin typeface="Arial"/>
                <a:ea typeface="Arial"/>
                <a:cs typeface="Arial"/>
              </a:defRPr>
            </a:pPr>
            <a:r>
              <a:rPr sz="2025" b="0">
                <a:solidFill>
                  <a:srgbClr val="1D2938"/>
                </a:solidFill>
                <a:latin typeface="Arial"/>
                <a:ea typeface="Arial"/>
                <a:cs typeface="Arial"/>
              </a:rPr>
              <a:t>rᵢ[n]: source response</a:t>
            </a:r>
          </a:p>
          <a:p>
            <a:pPr>
              <a:defRPr sz="2025" b="0">
                <a:solidFill>
                  <a:srgbClr val="1D2938"/>
                </a:solidFill>
                <a:latin typeface="Arial"/>
                <a:ea typeface="Arial"/>
                <a:cs typeface="Arial"/>
              </a:defRPr>
            </a:pPr>
            <a:r>
              <a:rPr sz="2025" b="0">
                <a:solidFill>
                  <a:srgbClr val="1D2938"/>
                </a:solidFill>
                <a:latin typeface="Arial"/>
                <a:ea typeface="Arial"/>
                <a:cs typeface="Arial"/>
              </a:rPr>
              <a:t>wᵢ: signed coefficient</a:t>
            </a:r>
          </a:p>
        </p:txBody>
      </p:sp>
      <p:sp>
        <p:nvSpPr>
          <p:cNvPr id="9" name="矩形 8">
            <a:extLst>
              <a:ext uri="{FF2B5EF4-FFF2-40B4-BE49-F238E27FC236}">
                <a16:creationId xmlns:a16="http://schemas.microsoft.com/office/drawing/2014/main" id="{5D261EC1-3FDA-40CF-AF28-7154EBC9C94D}"/>
              </a:ext>
            </a:extLst>
          </p:cNvPr>
          <p:cNvSpPr>
            <a:spLocks noGrp="1"/>
          </p:cNvSpPr>
          <p:nvPr/>
        </p:nvSpPr>
        <p:spPr>
          <a:xfrm>
            <a:off x="8248650" y="4257675"/>
            <a:ext cx="3295650" cy="904875"/>
          </a:xfrm>
          <a:prstGeom prst="rect">
            <a:avLst/>
          </a:prstGeom>
          <a:noFill/>
          <a:ln w="0">
            <a:noFill/>
          </a:ln>
        </p:spPr>
        <p:txBody>
          <a:bodyPr wrap="square" lIns="0" tIns="0" rIns="0" bIns="0" anchor="t">
            <a:noAutofit/>
          </a:bodyPr>
          <a:lstStyle/>
          <a:p>
            <a:pPr>
              <a:defRPr sz="2250" b="1">
                <a:solidFill>
                  <a:srgbClr val="176B87"/>
                </a:solidFill>
                <a:latin typeface="Arial"/>
                <a:ea typeface="Arial"/>
                <a:cs typeface="Arial"/>
              </a:defRPr>
            </a:pPr>
            <a:r>
              <a:rPr sz="2250" b="1">
                <a:solidFill>
                  <a:srgbClr val="176B87"/>
                </a:solidFill>
                <a:latin typeface="Arial"/>
                <a:ea typeface="Arial"/>
                <a:cs typeface="Arial"/>
              </a:rPr>
              <a:t>Opposite signs allow cancellation.</a:t>
            </a:r>
          </a:p>
        </p:txBody>
      </p:sp>
      <p:sp>
        <p:nvSpPr>
          <p:cNvPr id="10" name="矩形 9">
            <a:extLst>
              <a:ext uri="{FF2B5EF4-FFF2-40B4-BE49-F238E27FC236}">
                <a16:creationId xmlns:a16="http://schemas.microsoft.com/office/drawing/2014/main" id="{1456EF97-3218-41D2-A114-56926F52631A}"/>
              </a:ext>
            </a:extLst>
          </p:cNvPr>
          <p:cNvSpPr>
            <a:spLocks noGrp="1"/>
          </p:cNvSpPr>
          <p:nvPr/>
        </p:nvSpPr>
        <p:spPr>
          <a:xfrm>
            <a:off x="628650" y="5924550"/>
            <a:ext cx="10934700" cy="457200"/>
          </a:xfrm>
          <a:prstGeom prst="rect">
            <a:avLst/>
          </a:prstGeom>
          <a:noFill/>
          <a:ln w="0">
            <a:noFill/>
          </a:ln>
        </p:spPr>
        <p:txBody>
          <a:bodyPr wrap="square" lIns="0" tIns="0" rIns="0" bIns="0" anchor="t">
            <a:noAutofit/>
          </a:bodyPr>
          <a:lstStyle/>
          <a:p>
            <a:pPr>
              <a:defRPr sz="1875" b="1">
                <a:solidFill>
                  <a:srgbClr val="176B87"/>
                </a:solidFill>
                <a:latin typeface="Arial"/>
                <a:ea typeface="Arial"/>
                <a:cs typeface="Arial"/>
              </a:defRPr>
            </a:pPr>
            <a:r>
              <a:rPr sz="1875" b="1">
                <a:solidFill>
                  <a:srgbClr val="176B87"/>
                </a:solidFill>
                <a:latin typeface="Arial"/>
                <a:ea typeface="Arial"/>
                <a:cs typeface="Arial"/>
              </a:rPr>
              <a:t>A negative coefficient does not identify an inhibitory neuron.</a:t>
            </a:r>
          </a:p>
        </p:txBody>
      </p:sp>
    </p:spTree>
    <p:extLst>
      <p:ext uri="{BB962C8B-B14F-4D97-AF65-F5344CB8AC3E}">
        <p14:creationId xmlns:p14="http://schemas.microsoft.com/office/powerpoint/2010/main" val="6897915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lide-title">
            <a:extLst>
              <a:ext uri="{FF2B5EF4-FFF2-40B4-BE49-F238E27FC236}">
                <a16:creationId xmlns:a16="http://schemas.microsoft.com/office/drawing/2014/main" id="{BB8F30B8-2FCF-48D0-AA9F-1288619712A3}"/>
              </a:ext>
            </a:extLst>
          </p:cNvPr>
          <p:cNvSpPr>
            <a:spLocks noGrp="1"/>
          </p:cNvSpPr>
          <p:nvPr/>
        </p:nvSpPr>
        <p:spPr>
          <a:xfrm>
            <a:off x="609600" y="371475"/>
            <a:ext cx="10972800" cy="571500"/>
          </a:xfrm>
          <a:prstGeom prst="rect">
            <a:avLst/>
          </a:prstGeom>
          <a:noFill/>
          <a:ln w="0">
            <a:noFill/>
          </a:ln>
        </p:spPr>
        <p:txBody>
          <a:bodyPr wrap="square" lIns="0" tIns="0" rIns="0" bIns="0" anchor="t">
            <a:noAutofit/>
          </a:bodyPr>
          <a:lstStyle/>
          <a:p>
            <a:pPr>
              <a:defRPr sz="3300" b="1">
                <a:solidFill>
                  <a:srgbClr val="0B2138"/>
                </a:solidFill>
                <a:latin typeface="Arial"/>
                <a:ea typeface="Arial"/>
                <a:cs typeface="Arial"/>
              </a:defRPr>
            </a:pPr>
            <a:r>
              <a:rPr sz="3300" b="1">
                <a:solidFill>
                  <a:srgbClr val="0B2138"/>
                </a:solidFill>
                <a:latin typeface="Arial"/>
                <a:ea typeface="Arial"/>
                <a:cs typeface="Arial"/>
              </a:rPr>
              <a:t>Frequency changes the event interval</a:t>
            </a:r>
          </a:p>
        </p:txBody>
      </p:sp>
      <p:sp>
        <p:nvSpPr>
          <p:cNvPr id="2" name="矩形 1">
            <a:extLst>
              <a:ext uri="{FF2B5EF4-FFF2-40B4-BE49-F238E27FC236}">
                <a16:creationId xmlns:a16="http://schemas.microsoft.com/office/drawing/2014/main" id="{2E5ED40C-FFD8-41F3-A02D-6885E50E116B}"/>
              </a:ext>
            </a:extLst>
          </p:cNvPr>
          <p:cNvSpPr>
            <a:spLocks noGrp="1"/>
          </p:cNvSpPr>
          <p:nvPr/>
        </p:nvSpPr>
        <p:spPr>
          <a:xfrm>
            <a:off x="628650" y="1076325"/>
            <a:ext cx="10858500" cy="590550"/>
          </a:xfrm>
          <a:prstGeom prst="rect">
            <a:avLst/>
          </a:prstGeom>
          <a:noFill/>
          <a:ln w="0">
            <a:noFill/>
          </a:ln>
        </p:spPr>
        <p:txBody>
          <a:bodyPr wrap="square" lIns="0" tIns="0" rIns="0" bIns="0" anchor="t">
            <a:noAutofit/>
          </a:bodyPr>
          <a:lstStyle/>
          <a:p>
            <a:pPr>
              <a:defRPr sz="1875" b="0">
                <a:solidFill>
                  <a:srgbClr val="617184"/>
                </a:solidFill>
                <a:latin typeface="Arial"/>
                <a:ea typeface="Arial"/>
                <a:cs typeface="Arial"/>
              </a:defRPr>
            </a:pPr>
            <a:r>
              <a:rPr sz="1875" b="0">
                <a:solidFill>
                  <a:srgbClr val="617184"/>
                </a:solidFill>
                <a:latin typeface="Arial"/>
                <a:ea typeface="Arial"/>
                <a:cs typeface="Arial"/>
              </a:rPr>
              <a:t>Only target_freq changes. Kernel, weights and seeds stay fixed.</a:t>
            </a:r>
          </a:p>
        </p:txBody>
      </p:sp>
      <p:sp>
        <p:nvSpPr>
          <p:cNvPr id="3" name="矩形 2">
            <a:extLst>
              <a:ext uri="{FF2B5EF4-FFF2-40B4-BE49-F238E27FC236}">
                <a16:creationId xmlns:a16="http://schemas.microsoft.com/office/drawing/2014/main" id="{D00D3882-7EF9-4932-B5E0-FE816AB8CA0D}"/>
              </a:ext>
            </a:extLst>
          </p:cNvPr>
          <p:cNvSpPr>
            <a:spLocks noGrp="1"/>
          </p:cNvSpPr>
          <p:nvPr/>
        </p:nvSpPr>
        <p:spPr>
          <a:xfrm>
            <a:off x="609600" y="6505575"/>
            <a:ext cx="982980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NeuraDock EEG 101   /   Lesson 1   /   SIMULATION · a.u.</a:t>
            </a:r>
          </a:p>
        </p:txBody>
      </p:sp>
      <p:sp>
        <p:nvSpPr>
          <p:cNvPr id="4" name="矩形 3">
            <a:extLst>
              <a:ext uri="{FF2B5EF4-FFF2-40B4-BE49-F238E27FC236}">
                <a16:creationId xmlns:a16="http://schemas.microsoft.com/office/drawing/2014/main" id="{EF85811B-B179-433F-AAE2-0A3D096FAB0A}"/>
              </a:ext>
            </a:extLst>
          </p:cNvPr>
          <p:cNvSpPr>
            <a:spLocks noGrp="1"/>
          </p:cNvSpPr>
          <p:nvPr/>
        </p:nvSpPr>
        <p:spPr>
          <a:xfrm>
            <a:off x="10763250" y="6505575"/>
            <a:ext cx="85725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08 / 30</a:t>
            </a:r>
          </a:p>
        </p:txBody>
      </p:sp>
      <p:sp>
        <p:nvSpPr>
          <p:cNvPr id="5" name="矩形 4">
            <a:extLst>
              <a:ext uri="{FF2B5EF4-FFF2-40B4-BE49-F238E27FC236}">
                <a16:creationId xmlns:a16="http://schemas.microsoft.com/office/drawing/2014/main" id="{901554C4-98B2-4CD4-B688-DFD4DE64BC28}"/>
              </a:ext>
            </a:extLst>
          </p:cNvPr>
          <p:cNvSpPr>
            <a:spLocks noGrp="1"/>
          </p:cNvSpPr>
          <p:nvPr/>
        </p:nvSpPr>
        <p:spPr>
          <a:xfrm>
            <a:off x="657225" y="1733550"/>
            <a:ext cx="5267325" cy="381000"/>
          </a:xfrm>
          <a:prstGeom prst="rect">
            <a:avLst/>
          </a:prstGeom>
          <a:noFill/>
          <a:ln w="0">
            <a:noFill/>
          </a:ln>
        </p:spPr>
        <p:txBody>
          <a:bodyPr wrap="square" lIns="0" tIns="0" rIns="0" bIns="0" anchor="t">
            <a:noAutofit/>
          </a:bodyPr>
          <a:lstStyle/>
          <a:p>
            <a:pPr>
              <a:defRPr sz="2100" b="1">
                <a:solidFill>
                  <a:srgbClr val="0B2138"/>
                </a:solidFill>
                <a:latin typeface="Arial"/>
                <a:ea typeface="Arial"/>
                <a:cs typeface="Arial"/>
              </a:defRPr>
            </a:pPr>
            <a:r>
              <a:rPr sz="2100" b="1">
                <a:solidFill>
                  <a:srgbClr val="0B2138"/>
                </a:solidFill>
                <a:latin typeface="Arial"/>
                <a:ea typeface="Arial"/>
                <a:cs typeface="Arial"/>
              </a:rPr>
              <a:t>5 Hz, interval 0.2 s</a:t>
            </a:r>
          </a:p>
        </p:txBody>
      </p:sp>
      <p:graphicFrame>
        <p:nvGraphicFramePr>
          <p:cNvPr id="17" name="Chart"/>
          <p:cNvGraphicFramePr/>
          <p:nvPr/>
        </p:nvGraphicFramePr>
        <p:xfrm>
          <a:off x="581025" y="2200275"/>
          <a:ext cx="5314950" cy="14954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8" name="Chart"/>
          <p:cNvGraphicFramePr/>
          <p:nvPr/>
        </p:nvGraphicFramePr>
        <p:xfrm>
          <a:off x="504825" y="3990975"/>
          <a:ext cx="5419725" cy="1685925"/>
        </p:xfrm>
        <a:graphic>
          <a:graphicData uri="http://schemas.openxmlformats.org/drawingml/2006/chart">
            <c:chart xmlns:c="http://schemas.openxmlformats.org/drawingml/2006/chart" xmlns:r="http://schemas.openxmlformats.org/officeDocument/2006/relationships" r:id="rId4"/>
          </a:graphicData>
        </a:graphic>
      </p:graphicFrame>
      <p:sp>
        <p:nvSpPr>
          <p:cNvPr id="8" name="矩形 7">
            <a:extLst>
              <a:ext uri="{FF2B5EF4-FFF2-40B4-BE49-F238E27FC236}">
                <a16:creationId xmlns:a16="http://schemas.microsoft.com/office/drawing/2014/main" id="{C79967A3-DC0F-4C67-B4BF-C1A2BF8D610A}"/>
              </a:ext>
            </a:extLst>
          </p:cNvPr>
          <p:cNvSpPr>
            <a:spLocks noGrp="1"/>
          </p:cNvSpPr>
          <p:nvPr/>
        </p:nvSpPr>
        <p:spPr>
          <a:xfrm>
            <a:off x="6438900" y="1733550"/>
            <a:ext cx="5267325" cy="381000"/>
          </a:xfrm>
          <a:prstGeom prst="rect">
            <a:avLst/>
          </a:prstGeom>
          <a:noFill/>
          <a:ln w="0">
            <a:noFill/>
          </a:ln>
        </p:spPr>
        <p:txBody>
          <a:bodyPr wrap="square" lIns="0" tIns="0" rIns="0" bIns="0" anchor="t">
            <a:noAutofit/>
          </a:bodyPr>
          <a:lstStyle/>
          <a:p>
            <a:pPr>
              <a:defRPr sz="2100" b="1">
                <a:solidFill>
                  <a:srgbClr val="0B2138"/>
                </a:solidFill>
                <a:latin typeface="Arial"/>
                <a:ea typeface="Arial"/>
                <a:cs typeface="Arial"/>
              </a:defRPr>
            </a:pPr>
            <a:r>
              <a:rPr sz="2100" b="1">
                <a:solidFill>
                  <a:srgbClr val="0B2138"/>
                </a:solidFill>
                <a:latin typeface="Arial"/>
                <a:ea typeface="Arial"/>
                <a:cs typeface="Arial"/>
              </a:rPr>
              <a:t>10 Hz, interval 0.1 s</a:t>
            </a:r>
          </a:p>
        </p:txBody>
      </p:sp>
      <p:graphicFrame>
        <p:nvGraphicFramePr>
          <p:cNvPr id="20" name="Chart"/>
          <p:cNvGraphicFramePr/>
          <p:nvPr/>
        </p:nvGraphicFramePr>
        <p:xfrm>
          <a:off x="6362700" y="2200275"/>
          <a:ext cx="5314950" cy="1495425"/>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1" name="Chart"/>
          <p:cNvGraphicFramePr/>
          <p:nvPr/>
        </p:nvGraphicFramePr>
        <p:xfrm>
          <a:off x="6286500" y="3990975"/>
          <a:ext cx="5419725" cy="1685925"/>
        </p:xfrm>
        <a:graphic>
          <a:graphicData uri="http://schemas.openxmlformats.org/drawingml/2006/chart">
            <c:chart xmlns:c="http://schemas.openxmlformats.org/drawingml/2006/chart" xmlns:r="http://schemas.openxmlformats.org/officeDocument/2006/relationships" r:id="rId6"/>
          </a:graphicData>
        </a:graphic>
      </p:graphicFrame>
      <p:sp>
        <p:nvSpPr>
          <p:cNvPr id="11" name="矩形 10">
            <a:extLst>
              <a:ext uri="{FF2B5EF4-FFF2-40B4-BE49-F238E27FC236}">
                <a16:creationId xmlns:a16="http://schemas.microsoft.com/office/drawing/2014/main" id="{F6E16F51-CD79-4A02-9091-AFC40A244D79}"/>
              </a:ext>
            </a:extLst>
          </p:cNvPr>
          <p:cNvSpPr>
            <a:spLocks noGrp="1"/>
          </p:cNvSpPr>
          <p:nvPr/>
        </p:nvSpPr>
        <p:spPr>
          <a:xfrm>
            <a:off x="628650" y="5924550"/>
            <a:ext cx="10934700" cy="457200"/>
          </a:xfrm>
          <a:prstGeom prst="rect">
            <a:avLst/>
          </a:prstGeom>
          <a:noFill/>
          <a:ln w="0">
            <a:noFill/>
          </a:ln>
        </p:spPr>
        <p:txBody>
          <a:bodyPr wrap="square" lIns="0" tIns="0" rIns="0" bIns="0" anchor="t">
            <a:noAutofit/>
          </a:bodyPr>
          <a:lstStyle/>
          <a:p>
            <a:pPr>
              <a:defRPr sz="1875" b="1">
                <a:solidFill>
                  <a:srgbClr val="176B87"/>
                </a:solidFill>
                <a:latin typeface="Arial"/>
                <a:ea typeface="Arial"/>
                <a:cs typeface="Arial"/>
              </a:defRPr>
            </a:pPr>
            <a:r>
              <a:rPr sz="1875" b="1">
                <a:solidFill>
                  <a:srgbClr val="176B87"/>
                </a:solidFill>
                <a:latin typeface="Arial"/>
                <a:ea typeface="Arial"/>
                <a:cs typeface="Arial"/>
              </a:rPr>
              <a:t>Prediction: doubling event frequency halves the interval.</a:t>
            </a:r>
          </a:p>
        </p:txBody>
      </p:sp>
    </p:spTree>
    <p:extLst>
      <p:ext uri="{BB962C8B-B14F-4D97-AF65-F5344CB8AC3E}">
        <p14:creationId xmlns:p14="http://schemas.microsoft.com/office/powerpoint/2010/main" val="5073102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lide-title">
            <a:extLst>
              <a:ext uri="{FF2B5EF4-FFF2-40B4-BE49-F238E27FC236}">
                <a16:creationId xmlns:a16="http://schemas.microsoft.com/office/drawing/2014/main" id="{4E9A5135-BBAE-4A83-95F3-F9B5D6E32DBC}"/>
              </a:ext>
            </a:extLst>
          </p:cNvPr>
          <p:cNvSpPr>
            <a:spLocks noGrp="1"/>
          </p:cNvSpPr>
          <p:nvPr/>
        </p:nvSpPr>
        <p:spPr>
          <a:xfrm>
            <a:off x="609600" y="371475"/>
            <a:ext cx="10972800" cy="571500"/>
          </a:xfrm>
          <a:prstGeom prst="rect">
            <a:avLst/>
          </a:prstGeom>
          <a:noFill/>
          <a:ln w="0">
            <a:noFill/>
          </a:ln>
        </p:spPr>
        <p:txBody>
          <a:bodyPr wrap="square" lIns="0" tIns="0" rIns="0" bIns="0" anchor="t">
            <a:noAutofit/>
          </a:bodyPr>
          <a:lstStyle/>
          <a:p>
            <a:pPr>
              <a:defRPr sz="3300" b="1">
                <a:solidFill>
                  <a:srgbClr val="0B2138"/>
                </a:solidFill>
                <a:latin typeface="Arial"/>
                <a:ea typeface="Arial"/>
                <a:cs typeface="Arial"/>
              </a:defRPr>
            </a:pPr>
            <a:r>
              <a:rPr sz="3300" b="1">
                <a:solidFill>
                  <a:srgbClr val="0B2138"/>
                </a:solidFill>
                <a:latin typeface="Arial"/>
                <a:ea typeface="Arial"/>
                <a:cs typeface="Arial"/>
              </a:rPr>
              <a:t>Phase changes relative timing</a:t>
            </a:r>
          </a:p>
        </p:txBody>
      </p:sp>
      <p:sp>
        <p:nvSpPr>
          <p:cNvPr id="2" name="矩形 1">
            <a:extLst>
              <a:ext uri="{FF2B5EF4-FFF2-40B4-BE49-F238E27FC236}">
                <a16:creationId xmlns:a16="http://schemas.microsoft.com/office/drawing/2014/main" id="{4212D206-95E9-41CB-BF5E-A9EA6307DE74}"/>
              </a:ext>
            </a:extLst>
          </p:cNvPr>
          <p:cNvSpPr>
            <a:spLocks noGrp="1"/>
          </p:cNvSpPr>
          <p:nvPr/>
        </p:nvSpPr>
        <p:spPr>
          <a:xfrm>
            <a:off x="628650" y="1076325"/>
            <a:ext cx="10858500" cy="590550"/>
          </a:xfrm>
          <a:prstGeom prst="rect">
            <a:avLst/>
          </a:prstGeom>
          <a:noFill/>
          <a:ln w="0">
            <a:noFill/>
          </a:ln>
        </p:spPr>
        <p:txBody>
          <a:bodyPr wrap="square" lIns="0" tIns="0" rIns="0" bIns="0" anchor="t">
            <a:noAutofit/>
          </a:bodyPr>
          <a:lstStyle/>
          <a:p>
            <a:pPr>
              <a:defRPr sz="1875" b="0">
                <a:solidFill>
                  <a:srgbClr val="617184"/>
                </a:solidFill>
                <a:latin typeface="Arial"/>
                <a:ea typeface="Arial"/>
                <a:cs typeface="Arial"/>
              </a:defRPr>
            </a:pPr>
            <a:r>
              <a:rPr sz="1875" b="0">
                <a:solidFill>
                  <a:srgbClr val="617184"/>
                </a:solidFill>
                <a:latin typeface="Arial"/>
                <a:ea typeface="Arial"/>
                <a:cs typeface="Arial"/>
              </a:rPr>
              <a:t>Only phase_variation changes. Each periodic source still fires at 10 Hz.</a:t>
            </a:r>
          </a:p>
        </p:txBody>
      </p:sp>
      <p:sp>
        <p:nvSpPr>
          <p:cNvPr id="3" name="矩形 2">
            <a:extLst>
              <a:ext uri="{FF2B5EF4-FFF2-40B4-BE49-F238E27FC236}">
                <a16:creationId xmlns:a16="http://schemas.microsoft.com/office/drawing/2014/main" id="{02B4C9EA-5728-4EB2-8F7C-CAE6318B7EF4}"/>
              </a:ext>
            </a:extLst>
          </p:cNvPr>
          <p:cNvSpPr>
            <a:spLocks noGrp="1"/>
          </p:cNvSpPr>
          <p:nvPr/>
        </p:nvSpPr>
        <p:spPr>
          <a:xfrm>
            <a:off x="609600" y="6505575"/>
            <a:ext cx="982980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NeuraDock EEG 101   /   Lesson 1   /   SIMULATION · a.u.</a:t>
            </a:r>
          </a:p>
        </p:txBody>
      </p:sp>
      <p:sp>
        <p:nvSpPr>
          <p:cNvPr id="4" name="矩形 3">
            <a:extLst>
              <a:ext uri="{FF2B5EF4-FFF2-40B4-BE49-F238E27FC236}">
                <a16:creationId xmlns:a16="http://schemas.microsoft.com/office/drawing/2014/main" id="{859B454B-033C-4C5E-8B38-950A0A067192}"/>
              </a:ext>
            </a:extLst>
          </p:cNvPr>
          <p:cNvSpPr>
            <a:spLocks noGrp="1"/>
          </p:cNvSpPr>
          <p:nvPr/>
        </p:nvSpPr>
        <p:spPr>
          <a:xfrm>
            <a:off x="10763250" y="6505575"/>
            <a:ext cx="85725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09 / 30</a:t>
            </a:r>
          </a:p>
        </p:txBody>
      </p:sp>
      <p:sp>
        <p:nvSpPr>
          <p:cNvPr id="5" name="矩形 4">
            <a:extLst>
              <a:ext uri="{FF2B5EF4-FFF2-40B4-BE49-F238E27FC236}">
                <a16:creationId xmlns:a16="http://schemas.microsoft.com/office/drawing/2014/main" id="{91184BC3-57F8-49E0-AF1C-65022B4EDCD3}"/>
              </a:ext>
            </a:extLst>
          </p:cNvPr>
          <p:cNvSpPr>
            <a:spLocks noGrp="1"/>
          </p:cNvSpPr>
          <p:nvPr/>
        </p:nvSpPr>
        <p:spPr>
          <a:xfrm>
            <a:off x="657225" y="1733550"/>
            <a:ext cx="5267325" cy="381000"/>
          </a:xfrm>
          <a:prstGeom prst="rect">
            <a:avLst/>
          </a:prstGeom>
          <a:noFill/>
          <a:ln w="0">
            <a:noFill/>
          </a:ln>
        </p:spPr>
        <p:txBody>
          <a:bodyPr wrap="square" lIns="0" tIns="0" rIns="0" bIns="0" anchor="t">
            <a:noAutofit/>
          </a:bodyPr>
          <a:lstStyle/>
          <a:p>
            <a:pPr>
              <a:defRPr sz="2100" b="1">
                <a:solidFill>
                  <a:srgbClr val="0B2138"/>
                </a:solidFill>
                <a:latin typeface="Arial"/>
                <a:ea typeface="Arial"/>
                <a:cs typeface="Arial"/>
              </a:defRPr>
            </a:pPr>
            <a:r>
              <a:rPr sz="2100" b="1">
                <a:solidFill>
                  <a:srgbClr val="0B2138"/>
                </a:solidFill>
                <a:latin typeface="Arial"/>
                <a:ea typeface="Arial"/>
                <a:cs typeface="Arial"/>
              </a:rPr>
              <a:t>Phase spread = 0</a:t>
            </a:r>
          </a:p>
        </p:txBody>
      </p:sp>
      <p:graphicFrame>
        <p:nvGraphicFramePr>
          <p:cNvPr id="17" name="Chart"/>
          <p:cNvGraphicFramePr/>
          <p:nvPr/>
        </p:nvGraphicFramePr>
        <p:xfrm>
          <a:off x="581025" y="2200275"/>
          <a:ext cx="5314950" cy="14954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8" name="Chart"/>
          <p:cNvGraphicFramePr/>
          <p:nvPr/>
        </p:nvGraphicFramePr>
        <p:xfrm>
          <a:off x="504825" y="3990975"/>
          <a:ext cx="5419725" cy="1685925"/>
        </p:xfrm>
        <a:graphic>
          <a:graphicData uri="http://schemas.openxmlformats.org/drawingml/2006/chart">
            <c:chart xmlns:c="http://schemas.openxmlformats.org/drawingml/2006/chart" xmlns:r="http://schemas.openxmlformats.org/officeDocument/2006/relationships" r:id="rId4"/>
          </a:graphicData>
        </a:graphic>
      </p:graphicFrame>
      <p:sp>
        <p:nvSpPr>
          <p:cNvPr id="8" name="矩形 7">
            <a:extLst>
              <a:ext uri="{FF2B5EF4-FFF2-40B4-BE49-F238E27FC236}">
                <a16:creationId xmlns:a16="http://schemas.microsoft.com/office/drawing/2014/main" id="{76AF0756-C0EC-4553-A51D-EDA8D46F931E}"/>
              </a:ext>
            </a:extLst>
          </p:cNvPr>
          <p:cNvSpPr>
            <a:spLocks noGrp="1"/>
          </p:cNvSpPr>
          <p:nvPr/>
        </p:nvSpPr>
        <p:spPr>
          <a:xfrm>
            <a:off x="6438900" y="1733550"/>
            <a:ext cx="5267325" cy="381000"/>
          </a:xfrm>
          <a:prstGeom prst="rect">
            <a:avLst/>
          </a:prstGeom>
          <a:noFill/>
          <a:ln w="0">
            <a:noFill/>
          </a:ln>
        </p:spPr>
        <p:txBody>
          <a:bodyPr wrap="square" lIns="0" tIns="0" rIns="0" bIns="0" anchor="t">
            <a:noAutofit/>
          </a:bodyPr>
          <a:lstStyle/>
          <a:p>
            <a:pPr>
              <a:defRPr sz="2100" b="1">
                <a:solidFill>
                  <a:srgbClr val="0B2138"/>
                </a:solidFill>
                <a:latin typeface="Arial"/>
                <a:ea typeface="Arial"/>
                <a:cs typeface="Arial"/>
              </a:defRPr>
            </a:pPr>
            <a:r>
              <a:rPr sz="2100" b="1">
                <a:solidFill>
                  <a:srgbClr val="0B2138"/>
                </a:solidFill>
                <a:latin typeface="Arial"/>
                <a:ea typeface="Arial"/>
                <a:cs typeface="Arial"/>
              </a:rPr>
              <a:t>Phase spread = π</a:t>
            </a:r>
          </a:p>
        </p:txBody>
      </p:sp>
      <p:graphicFrame>
        <p:nvGraphicFramePr>
          <p:cNvPr id="20" name="Chart"/>
          <p:cNvGraphicFramePr/>
          <p:nvPr/>
        </p:nvGraphicFramePr>
        <p:xfrm>
          <a:off x="6362700" y="2200275"/>
          <a:ext cx="5314950" cy="1495425"/>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1" name="Chart"/>
          <p:cNvGraphicFramePr/>
          <p:nvPr/>
        </p:nvGraphicFramePr>
        <p:xfrm>
          <a:off x="6286500" y="3990975"/>
          <a:ext cx="5419725" cy="1685925"/>
        </p:xfrm>
        <a:graphic>
          <a:graphicData uri="http://schemas.openxmlformats.org/drawingml/2006/chart">
            <c:chart xmlns:c="http://schemas.openxmlformats.org/drawingml/2006/chart" xmlns:r="http://schemas.openxmlformats.org/officeDocument/2006/relationships" r:id="rId6"/>
          </a:graphicData>
        </a:graphic>
      </p:graphicFrame>
      <p:sp>
        <p:nvSpPr>
          <p:cNvPr id="11" name="矩形 10">
            <a:extLst>
              <a:ext uri="{FF2B5EF4-FFF2-40B4-BE49-F238E27FC236}">
                <a16:creationId xmlns:a16="http://schemas.microsoft.com/office/drawing/2014/main" id="{D76ED1D3-6C7C-41D3-93EC-09A8F5681B02}"/>
              </a:ext>
            </a:extLst>
          </p:cNvPr>
          <p:cNvSpPr>
            <a:spLocks noGrp="1"/>
          </p:cNvSpPr>
          <p:nvPr/>
        </p:nvSpPr>
        <p:spPr>
          <a:xfrm>
            <a:off x="628650" y="5924550"/>
            <a:ext cx="10934700" cy="457200"/>
          </a:xfrm>
          <a:prstGeom prst="rect">
            <a:avLst/>
          </a:prstGeom>
          <a:noFill/>
          <a:ln w="0">
            <a:noFill/>
          </a:ln>
        </p:spPr>
        <p:txBody>
          <a:bodyPr wrap="square" lIns="0" tIns="0" rIns="0" bIns="0" anchor="t">
            <a:noAutofit/>
          </a:bodyPr>
          <a:lstStyle/>
          <a:p>
            <a:pPr>
              <a:defRPr sz="1875" b="1">
                <a:solidFill>
                  <a:srgbClr val="176B87"/>
                </a:solidFill>
                <a:latin typeface="Arial"/>
                <a:ea typeface="Arial"/>
                <a:cs typeface="Arial"/>
              </a:defRPr>
            </a:pPr>
            <a:r>
              <a:rPr sz="1875" b="1">
                <a:solidFill>
                  <a:srgbClr val="176B87"/>
                </a:solidFill>
                <a:latin typeface="Arial"/>
                <a:ea typeface="Arial"/>
                <a:cs typeface="Arial"/>
              </a:rPr>
              <a:t>Closer timing can reinforce or cancel the signed contributions.</a:t>
            </a:r>
          </a:p>
        </p:txBody>
      </p:sp>
    </p:spTree>
    <p:extLst>
      <p:ext uri="{BB962C8B-B14F-4D97-AF65-F5344CB8AC3E}">
        <p14:creationId xmlns:p14="http://schemas.microsoft.com/office/powerpoint/2010/main" val="3129738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lide-title">
            <a:extLst>
              <a:ext uri="{FF2B5EF4-FFF2-40B4-BE49-F238E27FC236}">
                <a16:creationId xmlns:a16="http://schemas.microsoft.com/office/drawing/2014/main" id="{774FD68E-F815-481B-A5FA-089FE3274447}"/>
              </a:ext>
            </a:extLst>
          </p:cNvPr>
          <p:cNvSpPr>
            <a:spLocks noGrp="1"/>
          </p:cNvSpPr>
          <p:nvPr/>
        </p:nvSpPr>
        <p:spPr>
          <a:xfrm>
            <a:off x="609600" y="371475"/>
            <a:ext cx="10972800" cy="571500"/>
          </a:xfrm>
          <a:prstGeom prst="rect">
            <a:avLst/>
          </a:prstGeom>
          <a:noFill/>
          <a:ln w="0">
            <a:noFill/>
          </a:ln>
        </p:spPr>
        <p:txBody>
          <a:bodyPr wrap="square" lIns="0" tIns="0" rIns="0" bIns="0" anchor="t">
            <a:noAutofit/>
          </a:bodyPr>
          <a:lstStyle/>
          <a:p>
            <a:pPr>
              <a:defRPr sz="3300" b="1">
                <a:solidFill>
                  <a:srgbClr val="0B2138"/>
                </a:solidFill>
                <a:latin typeface="Arial"/>
                <a:ea typeface="Arial"/>
                <a:cs typeface="Arial"/>
              </a:defRPr>
            </a:pPr>
            <a:r>
              <a:rPr sz="3300" b="1">
                <a:solidFill>
                  <a:srgbClr val="0B2138"/>
                </a:solidFill>
                <a:latin typeface="Arial"/>
                <a:ea typeface="Arial"/>
                <a:cs typeface="Arial"/>
              </a:rPr>
              <a:t>Inside a NeuraDock text recording</a:t>
            </a:r>
          </a:p>
        </p:txBody>
      </p:sp>
      <p:sp>
        <p:nvSpPr>
          <p:cNvPr id="2" name="矩形 1">
            <a:extLst>
              <a:ext uri="{FF2B5EF4-FFF2-40B4-BE49-F238E27FC236}">
                <a16:creationId xmlns:a16="http://schemas.microsoft.com/office/drawing/2014/main" id="{7F2BACCF-6473-41C0-BCFC-F6B43A1A49E6}"/>
              </a:ext>
            </a:extLst>
          </p:cNvPr>
          <p:cNvSpPr>
            <a:spLocks noGrp="1"/>
          </p:cNvSpPr>
          <p:nvPr/>
        </p:nvSpPr>
        <p:spPr>
          <a:xfrm>
            <a:off x="628650" y="1076325"/>
            <a:ext cx="10858500" cy="590550"/>
          </a:xfrm>
          <a:prstGeom prst="rect">
            <a:avLst/>
          </a:prstGeom>
          <a:noFill/>
          <a:ln w="0">
            <a:noFill/>
          </a:ln>
        </p:spPr>
        <p:txBody>
          <a:bodyPr wrap="square" lIns="0" tIns="0" rIns="0" bIns="0" anchor="t">
            <a:noAutofit/>
          </a:bodyPr>
          <a:lstStyle/>
          <a:p>
            <a:pPr>
              <a:defRPr sz="1875" b="0">
                <a:solidFill>
                  <a:srgbClr val="617184"/>
                </a:solidFill>
                <a:latin typeface="Arial"/>
                <a:ea typeface="Arial"/>
                <a:cs typeface="Arial"/>
              </a:defRPr>
            </a:pPr>
            <a:r>
              <a:rPr sz="1875" b="0">
                <a:solidFill>
                  <a:srgbClr val="617184"/>
                </a:solidFill>
                <a:latin typeface="Arial"/>
                <a:ea typeface="Arial"/>
                <a:cs typeface="Arial"/>
              </a:rPr>
              <a:t>Teaching recording A contains a header and one sample per data row.</a:t>
            </a:r>
          </a:p>
        </p:txBody>
      </p:sp>
      <p:sp>
        <p:nvSpPr>
          <p:cNvPr id="3" name="矩形 2">
            <a:extLst>
              <a:ext uri="{FF2B5EF4-FFF2-40B4-BE49-F238E27FC236}">
                <a16:creationId xmlns:a16="http://schemas.microsoft.com/office/drawing/2014/main" id="{68878306-2966-44F2-AF24-9047CE4B489D}"/>
              </a:ext>
            </a:extLst>
          </p:cNvPr>
          <p:cNvSpPr>
            <a:spLocks noGrp="1"/>
          </p:cNvSpPr>
          <p:nvPr/>
        </p:nvSpPr>
        <p:spPr>
          <a:xfrm>
            <a:off x="609600" y="6505575"/>
            <a:ext cx="982980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NeuraDock EEG 101   /   Lesson 2   /   REAL RECORDING · raw columns</a:t>
            </a:r>
          </a:p>
        </p:txBody>
      </p:sp>
      <p:sp>
        <p:nvSpPr>
          <p:cNvPr id="4" name="矩形 3">
            <a:extLst>
              <a:ext uri="{FF2B5EF4-FFF2-40B4-BE49-F238E27FC236}">
                <a16:creationId xmlns:a16="http://schemas.microsoft.com/office/drawing/2014/main" id="{B4D9DCCB-BE3F-4781-B0BD-FB89E96AFA54}"/>
              </a:ext>
            </a:extLst>
          </p:cNvPr>
          <p:cNvSpPr>
            <a:spLocks noGrp="1"/>
          </p:cNvSpPr>
          <p:nvPr/>
        </p:nvSpPr>
        <p:spPr>
          <a:xfrm>
            <a:off x="10763250" y="6505575"/>
            <a:ext cx="85725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10 / 30</a:t>
            </a:r>
          </a:p>
        </p:txBody>
      </p:sp>
      <p:sp>
        <p:nvSpPr>
          <p:cNvPr id="5" name="矩形 4">
            <a:extLst>
              <a:ext uri="{FF2B5EF4-FFF2-40B4-BE49-F238E27FC236}">
                <a16:creationId xmlns:a16="http://schemas.microsoft.com/office/drawing/2014/main" id="{521A34A7-2F8F-486D-AD6C-2D6E0E594C7F}"/>
              </a:ext>
            </a:extLst>
          </p:cNvPr>
          <p:cNvSpPr>
            <a:spLocks noGrp="1"/>
          </p:cNvSpPr>
          <p:nvPr/>
        </p:nvSpPr>
        <p:spPr>
          <a:xfrm>
            <a:off x="647700" y="1838325"/>
            <a:ext cx="10820400" cy="485775"/>
          </a:xfrm>
          <a:prstGeom prst="rect">
            <a:avLst/>
          </a:prstGeom>
          <a:noFill/>
          <a:ln w="0">
            <a:noFill/>
          </a:ln>
        </p:spPr>
        <p:txBody>
          <a:bodyPr wrap="square" lIns="0" tIns="0" rIns="0" bIns="0" anchor="t">
            <a:noAutofit/>
          </a:bodyPr>
          <a:lstStyle/>
          <a:p>
            <a:pPr>
              <a:defRPr sz="2325" b="0">
                <a:solidFill>
                  <a:srgbClr val="0B2138"/>
                </a:solidFill>
                <a:latin typeface="Consolas"/>
                <a:ea typeface="Consolas"/>
                <a:cs typeface="Consolas"/>
              </a:defRPr>
            </a:pPr>
            <a:r>
              <a:rPr sz="2325" b="0">
                <a:solidFill>
                  <a:srgbClr val="0B2138"/>
                </a:solidFill>
                <a:latin typeface="Consolas"/>
                <a:ea typeface="Consolas"/>
                <a:cs typeface="Consolas"/>
              </a:rPr>
              <a:t>HEADER_DEF,T,P,C,C,C,C,C,C,C,0</a:t>
            </a:r>
          </a:p>
        </p:txBody>
      </p:sp>
      <p:graphicFrame>
        <p:nvGraphicFramePr>
          <p:cNvPr id="13" name="表格 12"/>
          <p:cNvGraphicFramePr/>
          <p:nvPr/>
        </p:nvGraphicFramePr>
        <p:xfrm>
          <a:off x="628650" y="2581275"/>
          <a:ext cx="10934700" cy="2924175"/>
        </p:xfrm>
        <a:graphic>
          <a:graphicData uri="http://schemas.openxmlformats.org/drawingml/2006/table">
            <a:tbl>
              <a:tblPr/>
              <a:tblGrid>
                <a:gridCol w="2324100">
                  <a:extLst>
                    <a:ext uri="{9D8B030D-6E8A-4147-A177-3AD203B41FA5}">
                      <a16:colId xmlns:a16="http://schemas.microsoft.com/office/drawing/2014/main" val="20000"/>
                    </a:ext>
                  </a:extLst>
                </a:gridCol>
                <a:gridCol w="8610600">
                  <a:extLst>
                    <a:ext uri="{9D8B030D-6E8A-4147-A177-3AD203B41FA5}">
                      <a16:colId xmlns:a16="http://schemas.microsoft.com/office/drawing/2014/main" val="20001"/>
                    </a:ext>
                  </a:extLst>
                </a:gridCol>
              </a:tblGrid>
              <a:tr h="523875">
                <a:tc>
                  <a:txBody>
                    <a:bodyPr/>
                    <a:lstStyle/>
                    <a:p>
                      <a:r>
                        <a:rPr sz="1875" b="1">
                          <a:solidFill>
                            <a:srgbClr val="FFFFFF"/>
                          </a:solidFill>
                          <a:latin typeface="Arial"/>
                          <a:ea typeface="Arial"/>
                          <a:cs typeface="Arial"/>
                        </a:rPr>
                        <a:t>Field</a:t>
                      </a:r>
                    </a:p>
                  </a:txBody>
                  <a:tcPr marL="152400" marR="152400" marT="104775" marB="104775" anchor="ctr">
                    <a:solidFill>
                      <a:srgbClr val="0B2138"/>
                    </a:solidFill>
                  </a:tcPr>
                </a:tc>
                <a:tc>
                  <a:txBody>
                    <a:bodyPr/>
                    <a:lstStyle/>
                    <a:p>
                      <a:r>
                        <a:rPr sz="1875" b="1">
                          <a:solidFill>
                            <a:srgbClr val="FFFFFF"/>
                          </a:solidFill>
                          <a:latin typeface="Arial"/>
                          <a:ea typeface="Arial"/>
                          <a:cs typeface="Arial"/>
                        </a:rPr>
                        <a:t>Meaning in this recording</a:t>
                      </a:r>
                    </a:p>
                  </a:txBody>
                  <a:tcPr marL="152400" marR="152400" marT="104775" marB="104775" anchor="ctr">
                    <a:solidFill>
                      <a:srgbClr val="0B2138"/>
                    </a:solidFill>
                  </a:tcPr>
                </a:tc>
                <a:extLst>
                  <a:ext uri="{0D108BD9-81ED-4DB2-BD59-A6C34878D82A}">
                    <a16:rowId xmlns:a16="http://schemas.microsoft.com/office/drawing/2014/main" val="10000"/>
                  </a:ext>
                </a:extLst>
              </a:tr>
              <a:tr h="600075">
                <a:tc>
                  <a:txBody>
                    <a:bodyPr/>
                    <a:lstStyle/>
                    <a:p>
                      <a:r>
                        <a:rPr sz="1875" b="0">
                          <a:solidFill>
                            <a:srgbClr val="1D2938"/>
                          </a:solidFill>
                          <a:latin typeface="Arial"/>
                          <a:ea typeface="Arial"/>
                          <a:cs typeface="Arial"/>
                        </a:rPr>
                        <a:t>T</a:t>
                      </a:r>
                    </a:p>
                  </a:txBody>
                  <a:tcPr marL="152400" marR="152400" marT="104775" marB="104775" anchor="ctr">
                    <a:solidFill>
                      <a:srgbClr val="F5F8FA"/>
                    </a:solidFill>
                  </a:tcPr>
                </a:tc>
                <a:tc>
                  <a:txBody>
                    <a:bodyPr/>
                    <a:lstStyle/>
                    <a:p>
                      <a:r>
                        <a:rPr sz="1875" b="0">
                          <a:solidFill>
                            <a:srgbClr val="1D2938"/>
                          </a:solidFill>
                          <a:latin typeface="Arial"/>
                          <a:ea typeface="Arial"/>
                          <a:cs typeface="Arial"/>
                        </a:rPr>
                        <a:t>Recorded clock string</a:t>
                      </a:r>
                    </a:p>
                  </a:txBody>
                  <a:tcPr marL="152400" marR="152400" marT="104775" marB="104775" anchor="ctr">
                    <a:solidFill>
                      <a:srgbClr val="F5F8FA"/>
                    </a:solidFill>
                  </a:tcPr>
                </a:tc>
                <a:extLst>
                  <a:ext uri="{0D108BD9-81ED-4DB2-BD59-A6C34878D82A}">
                    <a16:rowId xmlns:a16="http://schemas.microsoft.com/office/drawing/2014/main" val="10001"/>
                  </a:ext>
                </a:extLst>
              </a:tr>
              <a:tr h="600075">
                <a:tc>
                  <a:txBody>
                    <a:bodyPr/>
                    <a:lstStyle/>
                    <a:p>
                      <a:r>
                        <a:rPr sz="1875" b="0">
                          <a:solidFill>
                            <a:srgbClr val="1D2938"/>
                          </a:solidFill>
                          <a:latin typeface="Arial"/>
                          <a:ea typeface="Arial"/>
                          <a:cs typeface="Arial"/>
                        </a:rPr>
                        <a:t>P</a:t>
                      </a:r>
                    </a:p>
                  </a:txBody>
                  <a:tcPr marL="152400" marR="152400" marT="104775" marB="104775" anchor="ctr">
                    <a:solidFill>
                      <a:srgbClr val="FFFFFF"/>
                    </a:solidFill>
                  </a:tcPr>
                </a:tc>
                <a:tc>
                  <a:txBody>
                    <a:bodyPr/>
                    <a:lstStyle/>
                    <a:p>
                      <a:r>
                        <a:rPr sz="1875" b="0">
                          <a:solidFill>
                            <a:srgbClr val="1D2938"/>
                          </a:solidFill>
                          <a:latin typeface="Arial"/>
                          <a:ea typeface="Arial"/>
                          <a:cs typeface="Arial"/>
                        </a:rPr>
                        <a:t>Counter-like metadata, not a confirmed event label</a:t>
                      </a:r>
                    </a:p>
                  </a:txBody>
                  <a:tcPr marL="152400" marR="152400" marT="104775" marB="104775" anchor="ctr">
                    <a:solidFill>
                      <a:srgbClr val="FFFFFF"/>
                    </a:solidFill>
                  </a:tcPr>
                </a:tc>
                <a:extLst>
                  <a:ext uri="{0D108BD9-81ED-4DB2-BD59-A6C34878D82A}">
                    <a16:rowId xmlns:a16="http://schemas.microsoft.com/office/drawing/2014/main" val="10002"/>
                  </a:ext>
                </a:extLst>
              </a:tr>
              <a:tr h="600075">
                <a:tc>
                  <a:txBody>
                    <a:bodyPr/>
                    <a:lstStyle/>
                    <a:p>
                      <a:r>
                        <a:rPr sz="1875" b="0">
                          <a:solidFill>
                            <a:srgbClr val="1D2938"/>
                          </a:solidFill>
                          <a:latin typeface="Arial"/>
                          <a:ea typeface="Arial"/>
                          <a:cs typeface="Arial"/>
                        </a:rPr>
                        <a:t>Seven C fields</a:t>
                      </a:r>
                    </a:p>
                  </a:txBody>
                  <a:tcPr marL="152400" marR="152400" marT="104775" marB="104775" anchor="ctr">
                    <a:solidFill>
                      <a:srgbClr val="F5F8FA"/>
                    </a:solidFill>
                  </a:tcPr>
                </a:tc>
                <a:tc>
                  <a:txBody>
                    <a:bodyPr/>
                    <a:lstStyle/>
                    <a:p>
                      <a:r>
                        <a:rPr sz="1875" b="0">
                          <a:solidFill>
                            <a:srgbClr val="1D2938"/>
                          </a:solidFill>
                          <a:latin typeface="Arial"/>
                          <a:ea typeface="Arial"/>
                          <a:cs typeface="Arial"/>
                        </a:rPr>
                        <a:t>EEG values in file order, labeled Ch1–Ch7</a:t>
                      </a:r>
                    </a:p>
                  </a:txBody>
                  <a:tcPr marL="152400" marR="152400" marT="104775" marB="104775" anchor="ctr">
                    <a:solidFill>
                      <a:srgbClr val="F5F8FA"/>
                    </a:solidFill>
                  </a:tcPr>
                </a:tc>
                <a:extLst>
                  <a:ext uri="{0D108BD9-81ED-4DB2-BD59-A6C34878D82A}">
                    <a16:rowId xmlns:a16="http://schemas.microsoft.com/office/drawing/2014/main" val="10003"/>
                  </a:ext>
                </a:extLst>
              </a:tr>
              <a:tr h="600075">
                <a:tc>
                  <a:txBody>
                    <a:bodyPr/>
                    <a:lstStyle/>
                    <a:p>
                      <a:r>
                        <a:rPr sz="1875" b="0">
                          <a:solidFill>
                            <a:srgbClr val="1D2938"/>
                          </a:solidFill>
                          <a:latin typeface="Arial"/>
                          <a:ea typeface="Arial"/>
                          <a:cs typeface="Arial"/>
                        </a:rPr>
                        <a:t>Final 0</a:t>
                      </a:r>
                    </a:p>
                  </a:txBody>
                  <a:tcPr marL="152400" marR="152400" marT="104775" marB="104775" anchor="ctr">
                    <a:solidFill>
                      <a:srgbClr val="FFFFFF"/>
                    </a:solidFill>
                  </a:tcPr>
                </a:tc>
                <a:tc>
                  <a:txBody>
                    <a:bodyPr/>
                    <a:lstStyle/>
                    <a:p>
                      <a:r>
                        <a:rPr sz="1875" b="0">
                          <a:solidFill>
                            <a:srgbClr val="1D2938"/>
                          </a:solidFill>
                          <a:latin typeface="Arial"/>
                          <a:ea typeface="Arial"/>
                          <a:cs typeface="Arial"/>
                        </a:rPr>
                        <a:t>Reserved field, not an eighth EEG channel</a:t>
                      </a:r>
                    </a:p>
                  </a:txBody>
                  <a:tcPr marL="152400" marR="152400" marT="104775" marB="104775" anchor="ctr">
                    <a:solidFill>
                      <a:srgbClr val="FFFFFF"/>
                    </a:solidFill>
                  </a:tcPr>
                </a:tc>
                <a:extLst>
                  <a:ext uri="{0D108BD9-81ED-4DB2-BD59-A6C34878D82A}">
                    <a16:rowId xmlns:a16="http://schemas.microsoft.com/office/drawing/2014/main" val="10004"/>
                  </a:ext>
                </a:extLst>
              </a:tr>
            </a:tbl>
          </a:graphicData>
        </a:graphic>
      </p:graphicFrame>
      <p:sp>
        <p:nvSpPr>
          <p:cNvPr id="7" name="矩形 6">
            <a:extLst>
              <a:ext uri="{FF2B5EF4-FFF2-40B4-BE49-F238E27FC236}">
                <a16:creationId xmlns:a16="http://schemas.microsoft.com/office/drawing/2014/main" id="{6C8E331A-6211-4767-8D9A-09E22395CA01}"/>
              </a:ext>
            </a:extLst>
          </p:cNvPr>
          <p:cNvSpPr>
            <a:spLocks noGrp="1"/>
          </p:cNvSpPr>
          <p:nvPr/>
        </p:nvSpPr>
        <p:spPr>
          <a:xfrm>
            <a:off x="628650" y="5924550"/>
            <a:ext cx="10934700" cy="457200"/>
          </a:xfrm>
          <a:prstGeom prst="rect">
            <a:avLst/>
          </a:prstGeom>
          <a:noFill/>
          <a:ln w="0">
            <a:noFill/>
          </a:ln>
        </p:spPr>
        <p:txBody>
          <a:bodyPr wrap="square" lIns="0" tIns="0" rIns="0" bIns="0" anchor="t">
            <a:noAutofit/>
          </a:bodyPr>
          <a:lstStyle/>
          <a:p>
            <a:pPr>
              <a:defRPr sz="1875" b="1">
                <a:solidFill>
                  <a:srgbClr val="176B87"/>
                </a:solidFill>
                <a:latin typeface="Arial"/>
                <a:ea typeface="Arial"/>
                <a:cs typeface="Arial"/>
              </a:defRPr>
            </a:pPr>
            <a:r>
              <a:rPr sz="1875" b="1">
                <a:solidFill>
                  <a:srgbClr val="176B87"/>
                </a:solidFill>
                <a:latin typeface="Arial"/>
                <a:ea typeface="Arial"/>
                <a:cs typeface="Arial"/>
              </a:rPr>
              <a:t>The file alone does not establish electrode locations or experimental conditions.</a:t>
            </a:r>
          </a:p>
        </p:txBody>
      </p:sp>
    </p:spTree>
    <p:extLst>
      <p:ext uri="{BB962C8B-B14F-4D97-AF65-F5344CB8AC3E}">
        <p14:creationId xmlns:p14="http://schemas.microsoft.com/office/powerpoint/2010/main" val="4687903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01FD285C-3328-49A2-9F71-F81A137964F9}"/>
              </a:ext>
            </a:extLst>
          </p:cNvPr>
          <p:cNvSpPr>
            <a:spLocks noGrp="1"/>
          </p:cNvSpPr>
          <p:nvPr/>
        </p:nvSpPr>
        <p:spPr>
          <a:xfrm>
            <a:off x="609600" y="371475"/>
            <a:ext cx="10972800" cy="571500"/>
          </a:xfrm>
          <a:prstGeom prst="rect">
            <a:avLst/>
          </a:prstGeom>
          <a:noFill/>
          <a:ln w="0">
            <a:noFill/>
          </a:ln>
        </p:spPr>
        <p:txBody>
          <a:bodyPr wrap="square" lIns="0" tIns="0" rIns="0" bIns="0" anchor="t">
            <a:noAutofit/>
          </a:bodyPr>
          <a:lstStyle/>
          <a:p>
            <a:pPr>
              <a:defRPr sz="3300" b="1">
                <a:solidFill>
                  <a:srgbClr val="0B2138"/>
                </a:solidFill>
                <a:latin typeface="Arial"/>
                <a:ea typeface="Arial"/>
                <a:cs typeface="Arial"/>
              </a:defRPr>
            </a:pPr>
            <a:r>
              <a:rPr sz="3300" b="1">
                <a:solidFill>
                  <a:srgbClr val="0B2138"/>
                </a:solidFill>
                <a:latin typeface="Arial"/>
                <a:ea typeface="Arial"/>
                <a:cs typeface="Arial"/>
              </a:rPr>
              <a:t>The reader returns channels by samples</a:t>
            </a:r>
          </a:p>
        </p:txBody>
      </p:sp>
      <p:sp>
        <p:nvSpPr>
          <p:cNvPr id="2" name="矩形 1">
            <a:extLst>
              <a:ext uri="{FF2B5EF4-FFF2-40B4-BE49-F238E27FC236}">
                <a16:creationId xmlns:a16="http://schemas.microsoft.com/office/drawing/2014/main" id="{2D0621A5-C409-462D-9BBC-BD1CB931E34F}"/>
              </a:ext>
            </a:extLst>
          </p:cNvPr>
          <p:cNvSpPr>
            <a:spLocks noGrp="1"/>
          </p:cNvSpPr>
          <p:nvPr/>
        </p:nvSpPr>
        <p:spPr>
          <a:xfrm>
            <a:off x="628650" y="1076325"/>
            <a:ext cx="10858500" cy="590550"/>
          </a:xfrm>
          <a:prstGeom prst="rect">
            <a:avLst/>
          </a:prstGeom>
          <a:noFill/>
          <a:ln w="0">
            <a:noFill/>
          </a:ln>
        </p:spPr>
        <p:txBody>
          <a:bodyPr wrap="square" lIns="0" tIns="0" rIns="0" bIns="0" anchor="t">
            <a:noAutofit/>
          </a:bodyPr>
          <a:lstStyle/>
          <a:p>
            <a:pPr>
              <a:defRPr sz="1875" b="0">
                <a:solidFill>
                  <a:srgbClr val="617184"/>
                </a:solidFill>
                <a:latin typeface="Arial"/>
                <a:ea typeface="Arial"/>
                <a:cs typeface="Arial"/>
              </a:defRPr>
            </a:pPr>
            <a:r>
              <a:rPr sz="1875" b="0">
                <a:solidFill>
                  <a:srgbClr val="617184"/>
                </a:solidFill>
                <a:latin typeface="Arial"/>
                <a:ea typeface="Arial"/>
                <a:cs typeface="Arial"/>
              </a:rPr>
              <a:t>One array supports the rest of the course.</a:t>
            </a:r>
          </a:p>
        </p:txBody>
      </p:sp>
      <p:sp>
        <p:nvSpPr>
          <p:cNvPr id="3" name="矩形 2">
            <a:extLst>
              <a:ext uri="{FF2B5EF4-FFF2-40B4-BE49-F238E27FC236}">
                <a16:creationId xmlns:a16="http://schemas.microsoft.com/office/drawing/2014/main" id="{548B826B-6E83-4E6E-A92A-270FDCC8AC96}"/>
              </a:ext>
            </a:extLst>
          </p:cNvPr>
          <p:cNvSpPr>
            <a:spLocks noGrp="1"/>
          </p:cNvSpPr>
          <p:nvPr/>
        </p:nvSpPr>
        <p:spPr>
          <a:xfrm>
            <a:off x="609600" y="6505575"/>
            <a:ext cx="982980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NeuraDock EEG 101   /   Lesson 2   /   REAL RECORDING · raw columns</a:t>
            </a:r>
          </a:p>
        </p:txBody>
      </p:sp>
      <p:sp>
        <p:nvSpPr>
          <p:cNvPr id="4" name="矩形 3">
            <a:extLst>
              <a:ext uri="{FF2B5EF4-FFF2-40B4-BE49-F238E27FC236}">
                <a16:creationId xmlns:a16="http://schemas.microsoft.com/office/drawing/2014/main" id="{C250312A-2C0F-4F4E-B2B1-1838130F3F8B}"/>
              </a:ext>
            </a:extLst>
          </p:cNvPr>
          <p:cNvSpPr>
            <a:spLocks noGrp="1"/>
          </p:cNvSpPr>
          <p:nvPr/>
        </p:nvSpPr>
        <p:spPr>
          <a:xfrm>
            <a:off x="10763250" y="6505575"/>
            <a:ext cx="85725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11 / 30</a:t>
            </a:r>
          </a:p>
        </p:txBody>
      </p:sp>
      <p:sp>
        <p:nvSpPr>
          <p:cNvPr id="5" name="矩形 4">
            <a:extLst>
              <a:ext uri="{FF2B5EF4-FFF2-40B4-BE49-F238E27FC236}">
                <a16:creationId xmlns:a16="http://schemas.microsoft.com/office/drawing/2014/main" id="{EF23547D-8395-40EB-9479-8E856E373D8A}"/>
              </a:ext>
            </a:extLst>
          </p:cNvPr>
          <p:cNvSpPr>
            <a:spLocks noGrp="1"/>
          </p:cNvSpPr>
          <p:nvPr/>
        </p:nvSpPr>
        <p:spPr>
          <a:xfrm>
            <a:off x="657225" y="1962150"/>
            <a:ext cx="10858500" cy="1428750"/>
          </a:xfrm>
          <a:prstGeom prst="rect">
            <a:avLst/>
          </a:prstGeom>
          <a:noFill/>
          <a:ln w="0">
            <a:noFill/>
          </a:ln>
        </p:spPr>
        <p:txBody>
          <a:bodyPr wrap="square" lIns="0" tIns="0" rIns="0" bIns="0" anchor="t">
            <a:noAutofit/>
          </a:bodyPr>
          <a:lstStyle/>
          <a:p>
            <a:pPr>
              <a:defRPr sz="2325" b="0">
                <a:solidFill>
                  <a:srgbClr val="0B2138"/>
                </a:solidFill>
                <a:latin typeface="Consolas"/>
                <a:ea typeface="Consolas"/>
                <a:cs typeface="Consolas"/>
              </a:defRPr>
            </a:pPr>
            <a:r>
              <a:rPr sz="2325" b="0">
                <a:solidFill>
                  <a:srgbClr val="0B2138"/>
                </a:solidFill>
                <a:latin typeface="Consolas"/>
                <a:ea typeface="Consolas"/>
                <a:cs typeface="Consolas"/>
              </a:rPr>
              <a:t>data, info = data_reader(DATA_PATH)</a:t>
            </a:r>
          </a:p>
          <a:p>
            <a:pPr>
              <a:defRPr sz="2325" b="0">
                <a:solidFill>
                  <a:srgbClr val="0B2138"/>
                </a:solidFill>
                <a:latin typeface="Consolas"/>
                <a:ea typeface="Consolas"/>
                <a:cs typeface="Consolas"/>
              </a:defRPr>
            </a:pPr>
            <a:r>
              <a:rPr sz="2325" b="0">
                <a:solidFill>
                  <a:srgbClr val="0B2138"/>
                </a:solidFill>
                <a:latin typeface="Consolas"/>
                <a:ea typeface="Consolas"/>
                <a:cs typeface="Consolas"/>
              </a:rPr>
              <a:t>time_s = np.arange(data.shape[1]) / FS</a:t>
            </a:r>
          </a:p>
          <a:p>
            <a:pPr>
              <a:defRPr sz="2325" b="0">
                <a:solidFill>
                  <a:srgbClr val="0B2138"/>
                </a:solidFill>
                <a:latin typeface="Consolas"/>
                <a:ea typeface="Consolas"/>
                <a:cs typeface="Consolas"/>
              </a:defRPr>
            </a:pPr>
            <a:r>
              <a:rPr sz="2325" b="0">
                <a:solidFill>
                  <a:srgbClr val="0B2138"/>
                </a:solidFill>
                <a:latin typeface="Consolas"/>
                <a:ea typeface="Consolas"/>
                <a:cs typeface="Consolas"/>
              </a:rPr>
              <a:t>print(data.shape)</a:t>
            </a:r>
          </a:p>
        </p:txBody>
      </p:sp>
      <p:sp>
        <p:nvSpPr>
          <p:cNvPr id="6" name="矩形 5">
            <a:extLst>
              <a:ext uri="{FF2B5EF4-FFF2-40B4-BE49-F238E27FC236}">
                <a16:creationId xmlns:a16="http://schemas.microsoft.com/office/drawing/2014/main" id="{317FA2E0-B23C-40CC-A51A-1FBA1F99B8CF}"/>
              </a:ext>
            </a:extLst>
          </p:cNvPr>
          <p:cNvSpPr>
            <a:spLocks noGrp="1"/>
          </p:cNvSpPr>
          <p:nvPr/>
        </p:nvSpPr>
        <p:spPr>
          <a:xfrm>
            <a:off x="657225" y="3924300"/>
            <a:ext cx="5695950" cy="742950"/>
          </a:xfrm>
          <a:prstGeom prst="rect">
            <a:avLst/>
          </a:prstGeom>
          <a:noFill/>
          <a:ln w="0">
            <a:noFill/>
          </a:ln>
        </p:spPr>
        <p:txBody>
          <a:bodyPr wrap="square" lIns="0" tIns="0" rIns="0" bIns="0" anchor="t">
            <a:noAutofit/>
          </a:bodyPr>
          <a:lstStyle/>
          <a:p>
            <a:pPr>
              <a:defRPr sz="4650" b="1">
                <a:solidFill>
                  <a:srgbClr val="176B87"/>
                </a:solidFill>
                <a:latin typeface="Arial"/>
                <a:ea typeface="Arial"/>
                <a:cs typeface="Arial"/>
              </a:defRPr>
            </a:pPr>
            <a:r>
              <a:rPr sz="4650" b="1">
                <a:solidFill>
                  <a:srgbClr val="176B87"/>
                </a:solidFill>
                <a:latin typeface="Arial"/>
                <a:ea typeface="Arial"/>
                <a:cs typeface="Arial"/>
              </a:rPr>
              <a:t>7 × 23,518</a:t>
            </a:r>
          </a:p>
        </p:txBody>
      </p:sp>
      <p:sp>
        <p:nvSpPr>
          <p:cNvPr id="7" name="矩形 6">
            <a:extLst>
              <a:ext uri="{FF2B5EF4-FFF2-40B4-BE49-F238E27FC236}">
                <a16:creationId xmlns:a16="http://schemas.microsoft.com/office/drawing/2014/main" id="{DC74156A-FC01-46E3-89F1-92E9E1999DE8}"/>
              </a:ext>
            </a:extLst>
          </p:cNvPr>
          <p:cNvSpPr>
            <a:spLocks noGrp="1"/>
          </p:cNvSpPr>
          <p:nvPr/>
        </p:nvSpPr>
        <p:spPr>
          <a:xfrm>
            <a:off x="666750" y="4800600"/>
            <a:ext cx="5334000" cy="457200"/>
          </a:xfrm>
          <a:prstGeom prst="rect">
            <a:avLst/>
          </a:prstGeom>
          <a:noFill/>
          <a:ln w="0">
            <a:noFill/>
          </a:ln>
        </p:spPr>
        <p:txBody>
          <a:bodyPr wrap="square" lIns="0" tIns="0" rIns="0" bIns="0" anchor="t">
            <a:noAutofit/>
          </a:bodyPr>
          <a:lstStyle/>
          <a:p>
            <a:pPr>
              <a:defRPr sz="2250" b="0">
                <a:solidFill>
                  <a:srgbClr val="1D2938"/>
                </a:solidFill>
                <a:latin typeface="Arial"/>
                <a:ea typeface="Arial"/>
                <a:cs typeface="Arial"/>
              </a:defRPr>
            </a:pPr>
            <a:r>
              <a:rPr sz="2250" b="0">
                <a:solidFill>
                  <a:srgbClr val="1D2938"/>
                </a:solidFill>
                <a:latin typeface="Arial"/>
                <a:ea typeface="Arial"/>
                <a:cs typeface="Arial"/>
              </a:rPr>
              <a:t>channels × samples</a:t>
            </a:r>
          </a:p>
        </p:txBody>
      </p:sp>
      <p:sp>
        <p:nvSpPr>
          <p:cNvPr id="8" name="矩形 7">
            <a:extLst>
              <a:ext uri="{FF2B5EF4-FFF2-40B4-BE49-F238E27FC236}">
                <a16:creationId xmlns:a16="http://schemas.microsoft.com/office/drawing/2014/main" id="{512E3F65-569B-41B5-90A6-C1D05DC6B80D}"/>
              </a:ext>
            </a:extLst>
          </p:cNvPr>
          <p:cNvSpPr>
            <a:spLocks noGrp="1"/>
          </p:cNvSpPr>
          <p:nvPr/>
        </p:nvSpPr>
        <p:spPr>
          <a:xfrm>
            <a:off x="6953250" y="3952875"/>
            <a:ext cx="4524375" cy="1438275"/>
          </a:xfrm>
          <a:prstGeom prst="rect">
            <a:avLst/>
          </a:prstGeom>
          <a:noFill/>
          <a:ln w="0">
            <a:noFill/>
          </a:ln>
        </p:spPr>
        <p:txBody>
          <a:bodyPr wrap="square" lIns="0" tIns="0" rIns="0" bIns="0" anchor="t">
            <a:noAutofit/>
          </a:bodyPr>
          <a:lstStyle/>
          <a:p>
            <a:pPr>
              <a:defRPr sz="2250" b="0">
                <a:solidFill>
                  <a:srgbClr val="1D2938"/>
                </a:solidFill>
                <a:latin typeface="Arial"/>
                <a:ea typeface="Arial"/>
                <a:cs typeface="Arial"/>
              </a:defRPr>
            </a:pPr>
            <a:r>
              <a:rPr sz="2250" b="0">
                <a:solidFill>
                  <a:srgbClr val="1D2938"/>
                </a:solidFill>
                <a:latin typeface="Arial"/>
                <a:ea typeface="Arial"/>
                <a:cs typeface="Arial"/>
              </a:rPr>
              <a:t>FS = 250 Hz</a:t>
            </a:r>
          </a:p>
          <a:p>
            <a:pPr>
              <a:defRPr sz="2250" b="0">
                <a:solidFill>
                  <a:srgbClr val="1D2938"/>
                </a:solidFill>
                <a:latin typeface="Arial"/>
                <a:ea typeface="Arial"/>
                <a:cs typeface="Arial"/>
              </a:defRPr>
            </a:pPr>
            <a:r>
              <a:rPr sz="2250" b="0">
                <a:solidFill>
                  <a:srgbClr val="1D2938"/>
                </a:solidFill>
                <a:latin typeface="Arial"/>
                <a:ea typeface="Arial"/>
                <a:cs typeface="Arial"/>
              </a:rPr>
              <a:t>Sample interval = 4 ms</a:t>
            </a:r>
          </a:p>
          <a:p>
            <a:pPr>
              <a:defRPr sz="2250" b="0">
                <a:solidFill>
                  <a:srgbClr val="1D2938"/>
                </a:solidFill>
                <a:latin typeface="Arial"/>
                <a:ea typeface="Arial"/>
                <a:cs typeface="Arial"/>
              </a:defRPr>
            </a:pPr>
            <a:r>
              <a:rPr sz="2250" b="0">
                <a:solidFill>
                  <a:srgbClr val="1D2938"/>
                </a:solidFill>
                <a:latin typeface="Arial"/>
                <a:ea typeface="Arial"/>
                <a:cs typeface="Arial"/>
              </a:rPr>
              <a:t>Nominal duration = 94.072 s</a:t>
            </a:r>
          </a:p>
        </p:txBody>
      </p:sp>
      <p:sp>
        <p:nvSpPr>
          <p:cNvPr id="9" name="矩形 8">
            <a:extLst>
              <a:ext uri="{FF2B5EF4-FFF2-40B4-BE49-F238E27FC236}">
                <a16:creationId xmlns:a16="http://schemas.microsoft.com/office/drawing/2014/main" id="{EC108881-4521-440E-ADED-3E313D56610A}"/>
              </a:ext>
            </a:extLst>
          </p:cNvPr>
          <p:cNvSpPr>
            <a:spLocks noGrp="1"/>
          </p:cNvSpPr>
          <p:nvPr/>
        </p:nvSpPr>
        <p:spPr>
          <a:xfrm>
            <a:off x="628650" y="5924550"/>
            <a:ext cx="10934700" cy="457200"/>
          </a:xfrm>
          <a:prstGeom prst="rect">
            <a:avLst/>
          </a:prstGeom>
          <a:noFill/>
          <a:ln w="0">
            <a:noFill/>
          </a:ln>
        </p:spPr>
        <p:txBody>
          <a:bodyPr wrap="square" lIns="0" tIns="0" rIns="0" bIns="0" anchor="t">
            <a:noAutofit/>
          </a:bodyPr>
          <a:lstStyle/>
          <a:p>
            <a:pPr>
              <a:defRPr sz="1875" b="1">
                <a:solidFill>
                  <a:srgbClr val="176B87"/>
                </a:solidFill>
                <a:latin typeface="Arial"/>
                <a:ea typeface="Arial"/>
                <a:cs typeface="Arial"/>
              </a:defRPr>
            </a:pPr>
            <a:r>
              <a:rPr sz="1875" b="1">
                <a:solidFill>
                  <a:srgbClr val="176B87"/>
                </a:solidFill>
                <a:latin typeface="Arial"/>
                <a:ea typeface="Arial"/>
                <a:cs typeface="Arial"/>
              </a:rPr>
              <a:t>Time here means sample index ÷ declared sample rate.</a:t>
            </a:r>
          </a:p>
        </p:txBody>
      </p:sp>
    </p:spTree>
    <p:extLst>
      <p:ext uri="{BB962C8B-B14F-4D97-AF65-F5344CB8AC3E}">
        <p14:creationId xmlns:p14="http://schemas.microsoft.com/office/powerpoint/2010/main" val="12948169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46E07BE0-BEBA-471B-AA78-15FA0ED560F4}"/>
              </a:ext>
            </a:extLst>
          </p:cNvPr>
          <p:cNvSpPr>
            <a:spLocks noGrp="1"/>
          </p:cNvSpPr>
          <p:nvPr/>
        </p:nvSpPr>
        <p:spPr>
          <a:xfrm>
            <a:off x="609600" y="371475"/>
            <a:ext cx="10972800" cy="571500"/>
          </a:xfrm>
          <a:prstGeom prst="rect">
            <a:avLst/>
          </a:prstGeom>
          <a:noFill/>
          <a:ln w="0">
            <a:noFill/>
          </a:ln>
        </p:spPr>
        <p:txBody>
          <a:bodyPr wrap="square" lIns="0" tIns="0" rIns="0" bIns="0" anchor="t">
            <a:noAutofit/>
          </a:bodyPr>
          <a:lstStyle/>
          <a:p>
            <a:pPr>
              <a:defRPr sz="3300" b="1">
                <a:solidFill>
                  <a:srgbClr val="0B2138"/>
                </a:solidFill>
                <a:latin typeface="Arial"/>
                <a:ea typeface="Arial"/>
                <a:cs typeface="Arial"/>
              </a:defRPr>
            </a:pPr>
            <a:r>
              <a:rPr sz="3300" b="1">
                <a:solidFill>
                  <a:srgbClr val="0B2138"/>
                </a:solidFill>
                <a:latin typeface="Arial"/>
                <a:ea typeface="Arial"/>
                <a:cs typeface="Arial"/>
              </a:rPr>
              <a:t>A raw trace and its individual samples</a:t>
            </a:r>
          </a:p>
        </p:txBody>
      </p:sp>
      <p:sp>
        <p:nvSpPr>
          <p:cNvPr id="2" name="矩形 1">
            <a:extLst>
              <a:ext uri="{FF2B5EF4-FFF2-40B4-BE49-F238E27FC236}">
                <a16:creationId xmlns:a16="http://schemas.microsoft.com/office/drawing/2014/main" id="{CB811F6A-BC3F-462C-9543-4C2758E5C6BF}"/>
              </a:ext>
            </a:extLst>
          </p:cNvPr>
          <p:cNvSpPr>
            <a:spLocks noGrp="1"/>
          </p:cNvSpPr>
          <p:nvPr/>
        </p:nvSpPr>
        <p:spPr>
          <a:xfrm>
            <a:off x="628650" y="1076325"/>
            <a:ext cx="10858500" cy="590550"/>
          </a:xfrm>
          <a:prstGeom prst="rect">
            <a:avLst/>
          </a:prstGeom>
          <a:noFill/>
          <a:ln w="0">
            <a:noFill/>
          </a:ln>
        </p:spPr>
        <p:txBody>
          <a:bodyPr wrap="square" lIns="0" tIns="0" rIns="0" bIns="0" anchor="t">
            <a:noAutofit/>
          </a:bodyPr>
          <a:lstStyle/>
          <a:p>
            <a:pPr>
              <a:defRPr sz="1875" b="0">
                <a:solidFill>
                  <a:srgbClr val="617184"/>
                </a:solidFill>
                <a:latin typeface="Arial"/>
                <a:ea typeface="Arial"/>
                <a:cs typeface="Arial"/>
              </a:defRPr>
            </a:pPr>
            <a:r>
              <a:rPr sz="1875" b="0">
                <a:solidFill>
                  <a:srgbClr val="617184"/>
                </a:solidFill>
                <a:latin typeface="Arial"/>
                <a:ea typeface="Arial"/>
                <a:cs typeface="Arial"/>
              </a:rPr>
              <a:t>Actual Ch1 values, before filtering or quality screening.</a:t>
            </a:r>
          </a:p>
        </p:txBody>
      </p:sp>
      <p:sp>
        <p:nvSpPr>
          <p:cNvPr id="3" name="矩形 2">
            <a:extLst>
              <a:ext uri="{FF2B5EF4-FFF2-40B4-BE49-F238E27FC236}">
                <a16:creationId xmlns:a16="http://schemas.microsoft.com/office/drawing/2014/main" id="{3D3AFEE6-F324-4BA0-BFA2-9165746D887F}"/>
              </a:ext>
            </a:extLst>
          </p:cNvPr>
          <p:cNvSpPr>
            <a:spLocks noGrp="1"/>
          </p:cNvSpPr>
          <p:nvPr/>
        </p:nvSpPr>
        <p:spPr>
          <a:xfrm>
            <a:off x="609600" y="6505575"/>
            <a:ext cx="982980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NeuraDock EEG 101   /   Lesson 2   /   REAL RECORDING · raw columns</a:t>
            </a:r>
          </a:p>
        </p:txBody>
      </p:sp>
      <p:sp>
        <p:nvSpPr>
          <p:cNvPr id="4" name="矩形 3">
            <a:extLst>
              <a:ext uri="{FF2B5EF4-FFF2-40B4-BE49-F238E27FC236}">
                <a16:creationId xmlns:a16="http://schemas.microsoft.com/office/drawing/2014/main" id="{6EF25207-BF05-4DEB-AE18-5B69AB9C98E2}"/>
              </a:ext>
            </a:extLst>
          </p:cNvPr>
          <p:cNvSpPr>
            <a:spLocks noGrp="1"/>
          </p:cNvSpPr>
          <p:nvPr/>
        </p:nvSpPr>
        <p:spPr>
          <a:xfrm>
            <a:off x="10763250" y="6505575"/>
            <a:ext cx="85725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12 / 30</a:t>
            </a:r>
          </a:p>
        </p:txBody>
      </p:sp>
      <p:graphicFrame>
        <p:nvGraphicFramePr>
          <p:cNvPr id="14" name="Chart"/>
          <p:cNvGraphicFramePr/>
          <p:nvPr/>
        </p:nvGraphicFramePr>
        <p:xfrm>
          <a:off x="447675" y="1943100"/>
          <a:ext cx="7410450" cy="3619500"/>
        </p:xfrm>
        <a:graphic>
          <a:graphicData uri="http://schemas.openxmlformats.org/drawingml/2006/chart">
            <c:chart xmlns:c="http://schemas.openxmlformats.org/drawingml/2006/chart" xmlns:r="http://schemas.openxmlformats.org/officeDocument/2006/relationships" r:id="rId3"/>
          </a:graphicData>
        </a:graphic>
      </p:graphicFrame>
      <p:sp>
        <p:nvSpPr>
          <p:cNvPr id="6" name="矩形 5">
            <a:extLst>
              <a:ext uri="{FF2B5EF4-FFF2-40B4-BE49-F238E27FC236}">
                <a16:creationId xmlns:a16="http://schemas.microsoft.com/office/drawing/2014/main" id="{AF1DDE96-267C-4BFF-85DE-A562A843448E}"/>
              </a:ext>
            </a:extLst>
          </p:cNvPr>
          <p:cNvSpPr>
            <a:spLocks noGrp="1"/>
          </p:cNvSpPr>
          <p:nvPr/>
        </p:nvSpPr>
        <p:spPr>
          <a:xfrm>
            <a:off x="8334375" y="1895475"/>
            <a:ext cx="3286125" cy="638175"/>
          </a:xfrm>
          <a:prstGeom prst="rect">
            <a:avLst/>
          </a:prstGeom>
          <a:noFill/>
          <a:ln w="0">
            <a:noFill/>
          </a:ln>
        </p:spPr>
        <p:txBody>
          <a:bodyPr wrap="square" lIns="0" tIns="0" rIns="0" bIns="0" anchor="t">
            <a:noAutofit/>
          </a:bodyPr>
          <a:lstStyle/>
          <a:p>
            <a:pPr>
              <a:defRPr sz="2100" b="1">
                <a:solidFill>
                  <a:srgbClr val="0B2138"/>
                </a:solidFill>
                <a:latin typeface="Arial"/>
                <a:ea typeface="Arial"/>
                <a:cs typeface="Arial"/>
              </a:defRPr>
            </a:pPr>
            <a:r>
              <a:rPr sz="2100" b="1">
                <a:solidFill>
                  <a:srgbClr val="0B2138"/>
                </a:solidFill>
                <a:latin typeface="Arial"/>
                <a:ea typeface="Arial"/>
                <a:cs typeface="Arial"/>
              </a:rPr>
              <a:t>Zoom: first 25 samples</a:t>
            </a:r>
          </a:p>
        </p:txBody>
      </p:sp>
      <p:graphicFrame>
        <p:nvGraphicFramePr>
          <p:cNvPr id="16" name="Chart"/>
          <p:cNvGraphicFramePr/>
          <p:nvPr/>
        </p:nvGraphicFramePr>
        <p:xfrm>
          <a:off x="8029575" y="2828925"/>
          <a:ext cx="3562350" cy="2276475"/>
        </p:xfrm>
        <a:graphic>
          <a:graphicData uri="http://schemas.openxmlformats.org/drawingml/2006/chart">
            <c:chart xmlns:c="http://schemas.openxmlformats.org/drawingml/2006/chart" xmlns:r="http://schemas.openxmlformats.org/officeDocument/2006/relationships" r:id="rId4"/>
          </a:graphicData>
        </a:graphic>
      </p:graphicFrame>
      <p:sp>
        <p:nvSpPr>
          <p:cNvPr id="8" name="矩形 7">
            <a:extLst>
              <a:ext uri="{FF2B5EF4-FFF2-40B4-BE49-F238E27FC236}">
                <a16:creationId xmlns:a16="http://schemas.microsoft.com/office/drawing/2014/main" id="{BB00B539-CA10-48DB-BF7A-B4349B3C7401}"/>
              </a:ext>
            </a:extLst>
          </p:cNvPr>
          <p:cNvSpPr>
            <a:spLocks noGrp="1"/>
          </p:cNvSpPr>
          <p:nvPr/>
        </p:nvSpPr>
        <p:spPr>
          <a:xfrm>
            <a:off x="8343900" y="5334000"/>
            <a:ext cx="3190875" cy="504825"/>
          </a:xfrm>
          <a:prstGeom prst="rect">
            <a:avLst/>
          </a:prstGeom>
          <a:noFill/>
          <a:ln w="0">
            <a:noFill/>
          </a:ln>
        </p:spPr>
        <p:txBody>
          <a:bodyPr wrap="square" lIns="0" tIns="0" rIns="0" bIns="0" anchor="t">
            <a:noAutofit/>
          </a:bodyPr>
          <a:lstStyle/>
          <a:p>
            <a:pPr>
              <a:defRPr sz="1800" b="0">
                <a:solidFill>
                  <a:srgbClr val="617184"/>
                </a:solidFill>
                <a:latin typeface="Arial"/>
                <a:ea typeface="Arial"/>
                <a:cs typeface="Arial"/>
              </a:defRPr>
            </a:pPr>
            <a:r>
              <a:rPr sz="1800" b="0">
                <a:solidFill>
                  <a:srgbClr val="617184"/>
                </a:solidFill>
                <a:latin typeface="Arial"/>
                <a:ea typeface="Arial"/>
                <a:cs typeface="Arial"/>
              </a:rPr>
              <a:t>Unit confirmation comes later.</a:t>
            </a:r>
          </a:p>
        </p:txBody>
      </p:sp>
      <p:sp>
        <p:nvSpPr>
          <p:cNvPr id="9" name="矩形 8">
            <a:extLst>
              <a:ext uri="{FF2B5EF4-FFF2-40B4-BE49-F238E27FC236}">
                <a16:creationId xmlns:a16="http://schemas.microsoft.com/office/drawing/2014/main" id="{8F988824-1170-46F9-918D-65A756997609}"/>
              </a:ext>
            </a:extLst>
          </p:cNvPr>
          <p:cNvSpPr>
            <a:spLocks noGrp="1"/>
          </p:cNvSpPr>
          <p:nvPr/>
        </p:nvSpPr>
        <p:spPr>
          <a:xfrm>
            <a:off x="628650" y="5924550"/>
            <a:ext cx="10934700" cy="457200"/>
          </a:xfrm>
          <a:prstGeom prst="rect">
            <a:avLst/>
          </a:prstGeom>
          <a:noFill/>
          <a:ln w="0">
            <a:noFill/>
          </a:ln>
        </p:spPr>
        <p:txBody>
          <a:bodyPr wrap="square" lIns="0" tIns="0" rIns="0" bIns="0" anchor="t">
            <a:noAutofit/>
          </a:bodyPr>
          <a:lstStyle/>
          <a:p>
            <a:pPr>
              <a:defRPr sz="1875" b="1">
                <a:solidFill>
                  <a:srgbClr val="176B87"/>
                </a:solidFill>
                <a:latin typeface="Arial"/>
                <a:ea typeface="Arial"/>
                <a:cs typeface="Arial"/>
              </a:defRPr>
            </a:pPr>
            <a:r>
              <a:rPr sz="1875" b="1">
                <a:solidFill>
                  <a:srgbClr val="176B87"/>
                </a:solidFill>
                <a:latin typeface="Arial"/>
                <a:ea typeface="Arial"/>
                <a:cs typeface="Arial"/>
              </a:rPr>
              <a:t>A smooth-looking line still consists of discrete samples 4 ms apart.</a:t>
            </a:r>
          </a:p>
        </p:txBody>
      </p:sp>
    </p:spTree>
    <p:extLst>
      <p:ext uri="{BB962C8B-B14F-4D97-AF65-F5344CB8AC3E}">
        <p14:creationId xmlns:p14="http://schemas.microsoft.com/office/powerpoint/2010/main" val="8435245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B13FC7D5-B2DE-4B3C-A0EB-7031953AD0D1}"/>
              </a:ext>
            </a:extLst>
          </p:cNvPr>
          <p:cNvSpPr>
            <a:spLocks noGrp="1"/>
          </p:cNvSpPr>
          <p:nvPr/>
        </p:nvSpPr>
        <p:spPr>
          <a:xfrm>
            <a:off x="609600" y="371475"/>
            <a:ext cx="10972800" cy="571500"/>
          </a:xfrm>
          <a:prstGeom prst="rect">
            <a:avLst/>
          </a:prstGeom>
          <a:noFill/>
          <a:ln w="0">
            <a:noFill/>
          </a:ln>
        </p:spPr>
        <p:txBody>
          <a:bodyPr wrap="square" lIns="0" tIns="0" rIns="0" bIns="0" anchor="t">
            <a:noAutofit/>
          </a:bodyPr>
          <a:lstStyle/>
          <a:p>
            <a:pPr>
              <a:defRPr sz="3300" b="1">
                <a:solidFill>
                  <a:srgbClr val="0B2138"/>
                </a:solidFill>
                <a:latin typeface="Arial"/>
                <a:ea typeface="Arial"/>
                <a:cs typeface="Arial"/>
              </a:defRPr>
            </a:pPr>
            <a:r>
              <a:rPr sz="3300" b="1">
                <a:solidFill>
                  <a:srgbClr val="0B2138"/>
                </a:solidFill>
                <a:latin typeface="Arial"/>
                <a:ea typeface="Arial"/>
                <a:cs typeface="Arial"/>
              </a:rPr>
              <a:t>Readable data can still need investigation</a:t>
            </a:r>
          </a:p>
        </p:txBody>
      </p:sp>
      <p:sp>
        <p:nvSpPr>
          <p:cNvPr id="2" name="矩形 1">
            <a:extLst>
              <a:ext uri="{FF2B5EF4-FFF2-40B4-BE49-F238E27FC236}">
                <a16:creationId xmlns:a16="http://schemas.microsoft.com/office/drawing/2014/main" id="{703F6161-C4CC-4F66-893A-F845933A600C}"/>
              </a:ext>
            </a:extLst>
          </p:cNvPr>
          <p:cNvSpPr>
            <a:spLocks noGrp="1"/>
          </p:cNvSpPr>
          <p:nvPr/>
        </p:nvSpPr>
        <p:spPr>
          <a:xfrm>
            <a:off x="628650" y="1076325"/>
            <a:ext cx="10858500" cy="590550"/>
          </a:xfrm>
          <a:prstGeom prst="rect">
            <a:avLst/>
          </a:prstGeom>
          <a:noFill/>
          <a:ln w="0">
            <a:noFill/>
          </a:ln>
        </p:spPr>
        <p:txBody>
          <a:bodyPr wrap="square" lIns="0" tIns="0" rIns="0" bIns="0" anchor="t">
            <a:noAutofit/>
          </a:bodyPr>
          <a:lstStyle/>
          <a:p>
            <a:pPr>
              <a:defRPr sz="1875" b="0">
                <a:solidFill>
                  <a:srgbClr val="617184"/>
                </a:solidFill>
                <a:latin typeface="Arial"/>
                <a:ea typeface="Arial"/>
                <a:cs typeface="Arial"/>
              </a:defRPr>
            </a:pPr>
            <a:r>
              <a:rPr sz="1875" b="0">
                <a:solidFill>
                  <a:srgbClr val="617184"/>
                </a:solidFill>
                <a:latin typeface="Arial"/>
                <a:ea typeface="Arial"/>
                <a:cs typeface="Arial"/>
              </a:rPr>
              <a:t>Parsing, timing integrity and signal quality answer different questions.</a:t>
            </a:r>
          </a:p>
        </p:txBody>
      </p:sp>
      <p:sp>
        <p:nvSpPr>
          <p:cNvPr id="3" name="矩形 2">
            <a:extLst>
              <a:ext uri="{FF2B5EF4-FFF2-40B4-BE49-F238E27FC236}">
                <a16:creationId xmlns:a16="http://schemas.microsoft.com/office/drawing/2014/main" id="{16D0A88B-F28D-43D7-8117-E60DBE9244E1}"/>
              </a:ext>
            </a:extLst>
          </p:cNvPr>
          <p:cNvSpPr>
            <a:spLocks noGrp="1"/>
          </p:cNvSpPr>
          <p:nvPr/>
        </p:nvSpPr>
        <p:spPr>
          <a:xfrm>
            <a:off x="609600" y="6505575"/>
            <a:ext cx="982980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NeuraDock EEG 101   /   Lesson 2   /   REAL RECORDING · raw columns</a:t>
            </a:r>
          </a:p>
        </p:txBody>
      </p:sp>
      <p:sp>
        <p:nvSpPr>
          <p:cNvPr id="4" name="矩形 3">
            <a:extLst>
              <a:ext uri="{FF2B5EF4-FFF2-40B4-BE49-F238E27FC236}">
                <a16:creationId xmlns:a16="http://schemas.microsoft.com/office/drawing/2014/main" id="{F915FB88-E0EE-45E9-9B02-1E9F8A0E9852}"/>
              </a:ext>
            </a:extLst>
          </p:cNvPr>
          <p:cNvSpPr>
            <a:spLocks noGrp="1"/>
          </p:cNvSpPr>
          <p:nvPr/>
        </p:nvSpPr>
        <p:spPr>
          <a:xfrm>
            <a:off x="10763250" y="6505575"/>
            <a:ext cx="85725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13 / 30</a:t>
            </a:r>
          </a:p>
        </p:txBody>
      </p:sp>
      <p:graphicFrame>
        <p:nvGraphicFramePr>
          <p:cNvPr id="11" name="表格 10"/>
          <p:cNvGraphicFramePr/>
          <p:nvPr/>
        </p:nvGraphicFramePr>
        <p:xfrm>
          <a:off x="628650" y="1866900"/>
          <a:ext cx="10934700" cy="3554731"/>
        </p:xfrm>
        <a:graphic>
          <a:graphicData uri="http://schemas.openxmlformats.org/drawingml/2006/table">
            <a:tbl>
              <a:tblPr/>
              <a:tblGrid>
                <a:gridCol w="3305175">
                  <a:extLst>
                    <a:ext uri="{9D8B030D-6E8A-4147-A177-3AD203B41FA5}">
                      <a16:colId xmlns:a16="http://schemas.microsoft.com/office/drawing/2014/main" val="20000"/>
                    </a:ext>
                  </a:extLst>
                </a:gridCol>
                <a:gridCol w="1962150">
                  <a:extLst>
                    <a:ext uri="{9D8B030D-6E8A-4147-A177-3AD203B41FA5}">
                      <a16:colId xmlns:a16="http://schemas.microsoft.com/office/drawing/2014/main" val="20001"/>
                    </a:ext>
                  </a:extLst>
                </a:gridCol>
                <a:gridCol w="5667375">
                  <a:extLst>
                    <a:ext uri="{9D8B030D-6E8A-4147-A177-3AD203B41FA5}">
                      <a16:colId xmlns:a16="http://schemas.microsoft.com/office/drawing/2014/main" val="20002"/>
                    </a:ext>
                  </a:extLst>
                </a:gridCol>
              </a:tblGrid>
              <a:tr h="523875">
                <a:tc>
                  <a:txBody>
                    <a:bodyPr/>
                    <a:lstStyle/>
                    <a:p>
                      <a:r>
                        <a:rPr sz="1800" b="1">
                          <a:solidFill>
                            <a:srgbClr val="FFFFFF"/>
                          </a:solidFill>
                          <a:latin typeface="Arial"/>
                          <a:ea typeface="Arial"/>
                          <a:cs typeface="Arial"/>
                        </a:rPr>
                        <a:t>Observed check</a:t>
                      </a:r>
                    </a:p>
                  </a:txBody>
                  <a:tcPr marL="152400" marR="152400" marT="104775" marB="104775" anchor="ctr">
                    <a:solidFill>
                      <a:srgbClr val="0B2138"/>
                    </a:solidFill>
                  </a:tcPr>
                </a:tc>
                <a:tc>
                  <a:txBody>
                    <a:bodyPr/>
                    <a:lstStyle/>
                    <a:p>
                      <a:r>
                        <a:rPr sz="1800" b="1">
                          <a:solidFill>
                            <a:srgbClr val="FFFFFF"/>
                          </a:solidFill>
                          <a:latin typeface="Arial"/>
                          <a:ea typeface="Arial"/>
                          <a:cs typeface="Arial"/>
                        </a:rPr>
                        <a:t>Result</a:t>
                      </a:r>
                    </a:p>
                  </a:txBody>
                  <a:tcPr marL="152400" marR="152400" marT="104775" marB="104775" anchor="ctr">
                    <a:solidFill>
                      <a:srgbClr val="0B2138"/>
                    </a:solidFill>
                  </a:tcPr>
                </a:tc>
                <a:tc>
                  <a:txBody>
                    <a:bodyPr/>
                    <a:lstStyle/>
                    <a:p>
                      <a:r>
                        <a:rPr sz="1800" b="1">
                          <a:solidFill>
                            <a:srgbClr val="FFFFFF"/>
                          </a:solidFill>
                          <a:latin typeface="Arial"/>
                          <a:ea typeface="Arial"/>
                          <a:cs typeface="Arial"/>
                        </a:rPr>
                        <a:t>Interpretation</a:t>
                      </a:r>
                    </a:p>
                  </a:txBody>
                  <a:tcPr marL="152400" marR="152400" marT="104775" marB="104775" anchor="ctr">
                    <a:solidFill>
                      <a:srgbClr val="0B2138"/>
                    </a:solidFill>
                  </a:tcPr>
                </a:tc>
                <a:extLst>
                  <a:ext uri="{0D108BD9-81ED-4DB2-BD59-A6C34878D82A}">
                    <a16:rowId xmlns:a16="http://schemas.microsoft.com/office/drawing/2014/main" val="10000"/>
                  </a:ext>
                </a:extLst>
              </a:tr>
              <a:tr h="757238">
                <a:tc>
                  <a:txBody>
                    <a:bodyPr/>
                    <a:lstStyle/>
                    <a:p>
                      <a:r>
                        <a:rPr sz="1800" b="0">
                          <a:solidFill>
                            <a:srgbClr val="1D2938"/>
                          </a:solidFill>
                          <a:latin typeface="Arial"/>
                          <a:ea typeface="Arial"/>
                          <a:cs typeface="Arial"/>
                        </a:rPr>
                        <a:t>Malformed rows</a:t>
                      </a:r>
                    </a:p>
                  </a:txBody>
                  <a:tcPr marL="152400" marR="152400" marT="104775" marB="104775" anchor="ctr">
                    <a:solidFill>
                      <a:srgbClr val="F5F8FA"/>
                    </a:solidFill>
                  </a:tcPr>
                </a:tc>
                <a:tc>
                  <a:txBody>
                    <a:bodyPr/>
                    <a:lstStyle/>
                    <a:p>
                      <a:r>
                        <a:rPr sz="1800" b="0">
                          <a:solidFill>
                            <a:srgbClr val="1D2938"/>
                          </a:solidFill>
                          <a:latin typeface="Arial"/>
                          <a:ea typeface="Arial"/>
                          <a:cs typeface="Arial"/>
                        </a:rPr>
                        <a:t>0</a:t>
                      </a:r>
                    </a:p>
                  </a:txBody>
                  <a:tcPr marL="152400" marR="152400" marT="104775" marB="104775" anchor="ctr">
                    <a:solidFill>
                      <a:srgbClr val="F5F8FA"/>
                    </a:solidFill>
                  </a:tcPr>
                </a:tc>
                <a:tc>
                  <a:txBody>
                    <a:bodyPr/>
                    <a:lstStyle/>
                    <a:p>
                      <a:r>
                        <a:rPr sz="1800" b="0">
                          <a:solidFill>
                            <a:srgbClr val="1D2938"/>
                          </a:solidFill>
                          <a:latin typeface="Arial"/>
                          <a:ea typeface="Arial"/>
                          <a:cs typeface="Arial"/>
                        </a:rPr>
                        <a:t>The parser accepted every data row.</a:t>
                      </a:r>
                    </a:p>
                  </a:txBody>
                  <a:tcPr marL="152400" marR="152400" marT="104775" marB="104775" anchor="ctr">
                    <a:solidFill>
                      <a:srgbClr val="F5F8FA"/>
                    </a:solidFill>
                  </a:tcPr>
                </a:tc>
                <a:extLst>
                  <a:ext uri="{0D108BD9-81ED-4DB2-BD59-A6C34878D82A}">
                    <a16:rowId xmlns:a16="http://schemas.microsoft.com/office/drawing/2014/main" val="10001"/>
                  </a:ext>
                </a:extLst>
              </a:tr>
              <a:tr h="757238">
                <a:tc>
                  <a:txBody>
                    <a:bodyPr/>
                    <a:lstStyle/>
                    <a:p>
                      <a:r>
                        <a:rPr sz="1800" b="0">
                          <a:solidFill>
                            <a:srgbClr val="1D2938"/>
                          </a:solidFill>
                          <a:latin typeface="Arial"/>
                          <a:ea typeface="Arial"/>
                          <a:cs typeface="Arial"/>
                        </a:rPr>
                        <a:t>Duplicate clock intervals</a:t>
                      </a:r>
                    </a:p>
                  </a:txBody>
                  <a:tcPr marL="152400" marR="152400" marT="104775" marB="104775" anchor="ctr">
                    <a:solidFill>
                      <a:srgbClr val="FFFFFF"/>
                    </a:solidFill>
                  </a:tcPr>
                </a:tc>
                <a:tc>
                  <a:txBody>
                    <a:bodyPr/>
                    <a:lstStyle/>
                    <a:p>
                      <a:r>
                        <a:rPr sz="1800" b="0">
                          <a:solidFill>
                            <a:srgbClr val="1D2938"/>
                          </a:solidFill>
                          <a:latin typeface="Arial"/>
                          <a:ea typeface="Arial"/>
                          <a:cs typeface="Arial"/>
                        </a:rPr>
                        <a:t>205</a:t>
                      </a:r>
                    </a:p>
                  </a:txBody>
                  <a:tcPr marL="152400" marR="152400" marT="104775" marB="104775" anchor="ctr">
                    <a:solidFill>
                      <a:srgbClr val="FFFFFF"/>
                    </a:solidFill>
                  </a:tcPr>
                </a:tc>
                <a:tc>
                  <a:txBody>
                    <a:bodyPr/>
                    <a:lstStyle/>
                    <a:p>
                      <a:r>
                        <a:rPr sz="1800" b="0">
                          <a:solidFill>
                            <a:srgbClr val="1D2938"/>
                          </a:solidFill>
                          <a:latin typeface="Arial"/>
                          <a:ea typeface="Arial"/>
                          <a:cs typeface="Arial"/>
                        </a:rPr>
                        <a:t>The recorded clock is not strictly increasing.</a:t>
                      </a:r>
                    </a:p>
                  </a:txBody>
                  <a:tcPr marL="152400" marR="152400" marT="104775" marB="104775" anchor="ctr">
                    <a:solidFill>
                      <a:srgbClr val="FFFFFF"/>
                    </a:solidFill>
                  </a:tcPr>
                </a:tc>
                <a:extLst>
                  <a:ext uri="{0D108BD9-81ED-4DB2-BD59-A6C34878D82A}">
                    <a16:rowId xmlns:a16="http://schemas.microsoft.com/office/drawing/2014/main" val="10002"/>
                  </a:ext>
                </a:extLst>
              </a:tr>
              <a:tr h="757238">
                <a:tc>
                  <a:txBody>
                    <a:bodyPr/>
                    <a:lstStyle/>
                    <a:p>
                      <a:r>
                        <a:rPr sz="1800" b="0">
                          <a:solidFill>
                            <a:srgbClr val="1D2938"/>
                          </a:solidFill>
                          <a:latin typeface="Arial"/>
                          <a:ea typeface="Arial"/>
                          <a:cs typeface="Arial"/>
                        </a:rPr>
                        <a:t>Largest clock interval</a:t>
                      </a:r>
                    </a:p>
                  </a:txBody>
                  <a:tcPr marL="152400" marR="152400" marT="104775" marB="104775" anchor="ctr">
                    <a:solidFill>
                      <a:srgbClr val="F5F8FA"/>
                    </a:solidFill>
                  </a:tcPr>
                </a:tc>
                <a:tc>
                  <a:txBody>
                    <a:bodyPr/>
                    <a:lstStyle/>
                    <a:p>
                      <a:r>
                        <a:rPr sz="1800" b="0">
                          <a:solidFill>
                            <a:srgbClr val="1D2938"/>
                          </a:solidFill>
                          <a:latin typeface="Arial"/>
                          <a:ea typeface="Arial"/>
                          <a:cs typeface="Arial"/>
                        </a:rPr>
                        <a:t>42 ms</a:t>
                      </a:r>
                    </a:p>
                  </a:txBody>
                  <a:tcPr marL="152400" marR="152400" marT="104775" marB="104775" anchor="ctr">
                    <a:solidFill>
                      <a:srgbClr val="F5F8FA"/>
                    </a:solidFill>
                  </a:tcPr>
                </a:tc>
                <a:tc>
                  <a:txBody>
                    <a:bodyPr/>
                    <a:lstStyle/>
                    <a:p>
                      <a:r>
                        <a:rPr sz="1800" b="0">
                          <a:solidFill>
                            <a:srgbClr val="1D2938"/>
                          </a:solidFill>
                          <a:latin typeface="Arial"/>
                          <a:ea typeface="Arial"/>
                          <a:cs typeface="Arial"/>
                        </a:rPr>
                        <a:t>Nominal 4 ms spacing does not prove timing accuracy.</a:t>
                      </a:r>
                    </a:p>
                  </a:txBody>
                  <a:tcPr marL="152400" marR="152400" marT="104775" marB="104775" anchor="ctr">
                    <a:solidFill>
                      <a:srgbClr val="F5F8FA"/>
                    </a:solidFill>
                  </a:tcPr>
                </a:tc>
                <a:extLst>
                  <a:ext uri="{0D108BD9-81ED-4DB2-BD59-A6C34878D82A}">
                    <a16:rowId xmlns:a16="http://schemas.microsoft.com/office/drawing/2014/main" val="10003"/>
                  </a:ext>
                </a:extLst>
              </a:tr>
              <a:tr h="757238">
                <a:tc>
                  <a:txBody>
                    <a:bodyPr/>
                    <a:lstStyle/>
                    <a:p>
                      <a:r>
                        <a:rPr sz="1800" b="0">
                          <a:solidFill>
                            <a:srgbClr val="1D2938"/>
                          </a:solidFill>
                          <a:latin typeface="Arial"/>
                          <a:ea typeface="Arial"/>
                          <a:cs typeface="Arial"/>
                        </a:rPr>
                        <a:t>P transitions</a:t>
                      </a:r>
                    </a:p>
                  </a:txBody>
                  <a:tcPr marL="152400" marR="152400" marT="104775" marB="104775" anchor="ctr">
                    <a:solidFill>
                      <a:srgbClr val="FFFFFF"/>
                    </a:solidFill>
                  </a:tcPr>
                </a:tc>
                <a:tc>
                  <a:txBody>
                    <a:bodyPr/>
                    <a:lstStyle/>
                    <a:p>
                      <a:r>
                        <a:rPr sz="1800" b="0">
                          <a:solidFill>
                            <a:srgbClr val="1D2938"/>
                          </a:solidFill>
                          <a:latin typeface="Arial"/>
                          <a:ea typeface="Arial"/>
                          <a:cs typeface="Arial"/>
                        </a:rPr>
                        <a:t>23,517 of 23,517</a:t>
                      </a:r>
                    </a:p>
                  </a:txBody>
                  <a:tcPr marL="152400" marR="152400" marT="104775" marB="104775" anchor="ctr">
                    <a:solidFill>
                      <a:srgbClr val="FFFFFF"/>
                    </a:solidFill>
                  </a:tcPr>
                </a:tc>
                <a:tc>
                  <a:txBody>
                    <a:bodyPr/>
                    <a:lstStyle/>
                    <a:p>
                      <a:r>
                        <a:rPr sz="1800" b="0">
                          <a:solidFill>
                            <a:srgbClr val="1D2938"/>
                          </a:solidFill>
                          <a:latin typeface="Arial"/>
                          <a:ea typeface="Arial"/>
                          <a:cs typeface="Arial"/>
                        </a:rPr>
                        <a:t>Every transition increments by 1 modulo 256.</a:t>
                      </a:r>
                    </a:p>
                  </a:txBody>
                  <a:tcPr marL="152400" marR="152400" marT="104775" marB="104775" anchor="ctr">
                    <a:solidFill>
                      <a:srgbClr val="FFFFFF"/>
                    </a:solidFill>
                  </a:tcPr>
                </a:tc>
                <a:extLst>
                  <a:ext uri="{0D108BD9-81ED-4DB2-BD59-A6C34878D82A}">
                    <a16:rowId xmlns:a16="http://schemas.microsoft.com/office/drawing/2014/main" val="10004"/>
                  </a:ext>
                </a:extLst>
              </a:tr>
            </a:tbl>
          </a:graphicData>
        </a:graphic>
      </p:graphicFrame>
      <p:sp>
        <p:nvSpPr>
          <p:cNvPr id="6" name="矩形 5">
            <a:extLst>
              <a:ext uri="{FF2B5EF4-FFF2-40B4-BE49-F238E27FC236}">
                <a16:creationId xmlns:a16="http://schemas.microsoft.com/office/drawing/2014/main" id="{73354901-7318-45D6-9BD7-8870533C4FFF}"/>
              </a:ext>
            </a:extLst>
          </p:cNvPr>
          <p:cNvSpPr>
            <a:spLocks noGrp="1"/>
          </p:cNvSpPr>
          <p:nvPr/>
        </p:nvSpPr>
        <p:spPr>
          <a:xfrm>
            <a:off x="628650" y="5924550"/>
            <a:ext cx="10934700" cy="457200"/>
          </a:xfrm>
          <a:prstGeom prst="rect">
            <a:avLst/>
          </a:prstGeom>
          <a:noFill/>
          <a:ln w="0">
            <a:noFill/>
          </a:ln>
        </p:spPr>
        <p:txBody>
          <a:bodyPr wrap="square" lIns="0" tIns="0" rIns="0" bIns="0" anchor="t">
            <a:noAutofit/>
          </a:bodyPr>
          <a:lstStyle/>
          <a:p>
            <a:pPr>
              <a:defRPr sz="1875" b="1">
                <a:solidFill>
                  <a:srgbClr val="176B87"/>
                </a:solidFill>
                <a:latin typeface="Arial"/>
                <a:ea typeface="Arial"/>
                <a:cs typeface="Arial"/>
              </a:defRPr>
            </a:pPr>
            <a:r>
              <a:rPr sz="1875" b="1">
                <a:solidFill>
                  <a:srgbClr val="176B87"/>
                </a:solidFill>
                <a:latin typeface="Arial"/>
                <a:ea typeface="Arial"/>
                <a:cs typeface="Arial"/>
              </a:rPr>
              <a:t>Exercise: select Ch7 over 10–12 s. Expected shape: 500 samples.</a:t>
            </a:r>
          </a:p>
        </p:txBody>
      </p:sp>
    </p:spTree>
    <p:extLst>
      <p:ext uri="{BB962C8B-B14F-4D97-AF65-F5344CB8AC3E}">
        <p14:creationId xmlns:p14="http://schemas.microsoft.com/office/powerpoint/2010/main" val="9509620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A1158755-2410-4BBC-8EE8-08A4E1FB216A}"/>
              </a:ext>
            </a:extLst>
          </p:cNvPr>
          <p:cNvSpPr>
            <a:spLocks noGrp="1"/>
          </p:cNvSpPr>
          <p:nvPr/>
        </p:nvSpPr>
        <p:spPr>
          <a:xfrm>
            <a:off x="609600" y="371475"/>
            <a:ext cx="10972800" cy="571500"/>
          </a:xfrm>
          <a:prstGeom prst="rect">
            <a:avLst/>
          </a:prstGeom>
          <a:noFill/>
          <a:ln w="0">
            <a:noFill/>
          </a:ln>
        </p:spPr>
        <p:txBody>
          <a:bodyPr wrap="square" lIns="0" tIns="0" rIns="0" bIns="0" anchor="t">
            <a:noAutofit/>
          </a:bodyPr>
          <a:lstStyle/>
          <a:p>
            <a:pPr>
              <a:defRPr sz="3300" b="1">
                <a:solidFill>
                  <a:srgbClr val="0B2138"/>
                </a:solidFill>
                <a:latin typeface="Arial"/>
                <a:ea typeface="Arial"/>
                <a:cs typeface="Arial"/>
              </a:defRPr>
            </a:pPr>
            <a:r>
              <a:rPr sz="3300" b="1">
                <a:solidFill>
                  <a:srgbClr val="0B2138"/>
                </a:solidFill>
                <a:latin typeface="Arial"/>
                <a:ea typeface="Arial"/>
                <a:cs typeface="Arial"/>
              </a:rPr>
              <a:t>Filtering prepares the quality analysis</a:t>
            </a:r>
          </a:p>
        </p:txBody>
      </p:sp>
      <p:sp>
        <p:nvSpPr>
          <p:cNvPr id="2" name="矩形 1">
            <a:extLst>
              <a:ext uri="{FF2B5EF4-FFF2-40B4-BE49-F238E27FC236}">
                <a16:creationId xmlns:a16="http://schemas.microsoft.com/office/drawing/2014/main" id="{13A960BF-9C34-4823-BB53-85D0DAAA6A47}"/>
              </a:ext>
            </a:extLst>
          </p:cNvPr>
          <p:cNvSpPr>
            <a:spLocks noGrp="1"/>
          </p:cNvSpPr>
          <p:nvPr/>
        </p:nvSpPr>
        <p:spPr>
          <a:xfrm>
            <a:off x="628650" y="1076325"/>
            <a:ext cx="10858500" cy="590550"/>
          </a:xfrm>
          <a:prstGeom prst="rect">
            <a:avLst/>
          </a:prstGeom>
          <a:noFill/>
          <a:ln w="0">
            <a:noFill/>
          </a:ln>
        </p:spPr>
        <p:txBody>
          <a:bodyPr wrap="square" lIns="0" tIns="0" rIns="0" bIns="0" anchor="t">
            <a:noAutofit/>
          </a:bodyPr>
          <a:lstStyle/>
          <a:p>
            <a:pPr>
              <a:defRPr sz="1875" b="0">
                <a:solidFill>
                  <a:srgbClr val="617184"/>
                </a:solidFill>
                <a:latin typeface="Arial"/>
                <a:ea typeface="Arial"/>
                <a:cs typeface="Arial"/>
              </a:defRPr>
            </a:pPr>
            <a:r>
              <a:rPr sz="1875" b="0">
                <a:solidFill>
                  <a:srgbClr val="617184"/>
                </a:solidFill>
                <a:latin typeface="Arial"/>
                <a:ea typeface="Arial"/>
                <a:cs typeface="Arial"/>
              </a:rPr>
              <a:t>Lesson 3 uses the NeuraDock detector on the same recording.</a:t>
            </a:r>
          </a:p>
        </p:txBody>
      </p:sp>
      <p:sp>
        <p:nvSpPr>
          <p:cNvPr id="3" name="矩形 2">
            <a:extLst>
              <a:ext uri="{FF2B5EF4-FFF2-40B4-BE49-F238E27FC236}">
                <a16:creationId xmlns:a16="http://schemas.microsoft.com/office/drawing/2014/main" id="{4A34C21A-F141-4BB0-B5BB-C3223D48964B}"/>
              </a:ext>
            </a:extLst>
          </p:cNvPr>
          <p:cNvSpPr>
            <a:spLocks noGrp="1"/>
          </p:cNvSpPr>
          <p:nvPr/>
        </p:nvSpPr>
        <p:spPr>
          <a:xfrm>
            <a:off x="609600" y="6505575"/>
            <a:ext cx="982980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NeuraDock EEG 101   /   Lesson 3   /   REAL RECORDING · quality control</a:t>
            </a:r>
          </a:p>
        </p:txBody>
      </p:sp>
      <p:sp>
        <p:nvSpPr>
          <p:cNvPr id="4" name="矩形 3">
            <a:extLst>
              <a:ext uri="{FF2B5EF4-FFF2-40B4-BE49-F238E27FC236}">
                <a16:creationId xmlns:a16="http://schemas.microsoft.com/office/drawing/2014/main" id="{F5C6BC86-B9D4-4634-B669-B1C61F589FC3}"/>
              </a:ext>
            </a:extLst>
          </p:cNvPr>
          <p:cNvSpPr>
            <a:spLocks noGrp="1"/>
          </p:cNvSpPr>
          <p:nvPr/>
        </p:nvSpPr>
        <p:spPr>
          <a:xfrm>
            <a:off x="10763250" y="6505575"/>
            <a:ext cx="85725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14 / 30</a:t>
            </a:r>
          </a:p>
        </p:txBody>
      </p:sp>
      <p:graphicFrame>
        <p:nvGraphicFramePr>
          <p:cNvPr id="14" name="Chart"/>
          <p:cNvGraphicFramePr/>
          <p:nvPr/>
        </p:nvGraphicFramePr>
        <p:xfrm>
          <a:off x="447675" y="1971675"/>
          <a:ext cx="7524750" cy="3648075"/>
        </p:xfrm>
        <a:graphic>
          <a:graphicData uri="http://schemas.openxmlformats.org/drawingml/2006/chart">
            <c:chart xmlns:c="http://schemas.openxmlformats.org/drawingml/2006/chart" xmlns:r="http://schemas.openxmlformats.org/officeDocument/2006/relationships" r:id="rId3"/>
          </a:graphicData>
        </a:graphic>
      </p:graphicFrame>
      <p:sp>
        <p:nvSpPr>
          <p:cNvPr id="6" name="矩形 5">
            <a:extLst>
              <a:ext uri="{FF2B5EF4-FFF2-40B4-BE49-F238E27FC236}">
                <a16:creationId xmlns:a16="http://schemas.microsoft.com/office/drawing/2014/main" id="{6565DA2D-5044-41E5-AC00-74C713EE6560}"/>
              </a:ext>
            </a:extLst>
          </p:cNvPr>
          <p:cNvSpPr>
            <a:spLocks noGrp="1"/>
          </p:cNvSpPr>
          <p:nvPr/>
        </p:nvSpPr>
        <p:spPr>
          <a:xfrm>
            <a:off x="8305800" y="2209800"/>
            <a:ext cx="3238500" cy="666750"/>
          </a:xfrm>
          <a:prstGeom prst="rect">
            <a:avLst/>
          </a:prstGeom>
          <a:noFill/>
          <a:ln w="0">
            <a:noFill/>
          </a:ln>
        </p:spPr>
        <p:txBody>
          <a:bodyPr wrap="square" lIns="0" tIns="0" rIns="0" bIns="0" anchor="t">
            <a:noAutofit/>
          </a:bodyPr>
          <a:lstStyle/>
          <a:p>
            <a:pPr>
              <a:defRPr sz="2175" b="1">
                <a:solidFill>
                  <a:srgbClr val="0B2138"/>
                </a:solidFill>
                <a:latin typeface="Arial"/>
                <a:ea typeface="Arial"/>
                <a:cs typeface="Arial"/>
              </a:defRPr>
            </a:pPr>
            <a:r>
              <a:rPr sz="2175" b="1">
                <a:solidFill>
                  <a:srgbClr val="0B2138"/>
                </a:solidFill>
                <a:latin typeface="Arial"/>
                <a:ea typeface="Arial"/>
                <a:cs typeface="Arial"/>
              </a:rPr>
              <a:t>1–50 Hz bandpass</a:t>
            </a:r>
          </a:p>
        </p:txBody>
      </p:sp>
      <p:sp>
        <p:nvSpPr>
          <p:cNvPr id="7" name="矩形 6">
            <a:extLst>
              <a:ext uri="{FF2B5EF4-FFF2-40B4-BE49-F238E27FC236}">
                <a16:creationId xmlns:a16="http://schemas.microsoft.com/office/drawing/2014/main" id="{26D985F7-447F-4F43-A935-FC0E6131D268}"/>
              </a:ext>
            </a:extLst>
          </p:cNvPr>
          <p:cNvSpPr>
            <a:spLocks noGrp="1"/>
          </p:cNvSpPr>
          <p:nvPr/>
        </p:nvSpPr>
        <p:spPr>
          <a:xfrm>
            <a:off x="8305800" y="3057525"/>
            <a:ext cx="3209925" cy="1333500"/>
          </a:xfrm>
          <a:prstGeom prst="rect">
            <a:avLst/>
          </a:prstGeom>
          <a:noFill/>
          <a:ln w="0">
            <a:noFill/>
          </a:ln>
        </p:spPr>
        <p:txBody>
          <a:bodyPr wrap="square" lIns="0" tIns="0" rIns="0" bIns="0" anchor="t">
            <a:noAutofit/>
          </a:bodyPr>
          <a:lstStyle/>
          <a:p>
            <a:pPr>
              <a:defRPr sz="2025" b="0">
                <a:solidFill>
                  <a:srgbClr val="1D2938"/>
                </a:solidFill>
                <a:latin typeface="Arial"/>
                <a:ea typeface="Arial"/>
                <a:cs typeface="Arial"/>
              </a:defRPr>
            </a:pPr>
            <a:r>
              <a:rPr sz="2025" b="0">
                <a:solidFill>
                  <a:srgbClr val="1D2938"/>
                </a:solidFill>
                <a:latin typeface="Arial"/>
                <a:ea typeface="Arial"/>
                <a:cs typeface="Arial"/>
              </a:rPr>
              <a:t>Fourth-order Butterworth</a:t>
            </a:r>
          </a:p>
          <a:p>
            <a:pPr>
              <a:defRPr sz="2025" b="0">
                <a:solidFill>
                  <a:srgbClr val="1D2938"/>
                </a:solidFill>
                <a:latin typeface="Arial"/>
                <a:ea typeface="Arial"/>
                <a:cs typeface="Arial"/>
              </a:defRPr>
            </a:pPr>
            <a:r>
              <a:rPr sz="2025" b="0">
                <a:solidFill>
                  <a:srgbClr val="1D2938"/>
                </a:solidFill>
                <a:latin typeface="Arial"/>
                <a:ea typeface="Arial"/>
                <a:cs typeface="Arial"/>
              </a:rPr>
              <a:t>Forward and backward filtering</a:t>
            </a:r>
          </a:p>
        </p:txBody>
      </p:sp>
      <p:sp>
        <p:nvSpPr>
          <p:cNvPr id="8" name="矩形 7">
            <a:extLst>
              <a:ext uri="{FF2B5EF4-FFF2-40B4-BE49-F238E27FC236}">
                <a16:creationId xmlns:a16="http://schemas.microsoft.com/office/drawing/2014/main" id="{F3A92162-B4C7-4D5C-89C1-67997038836E}"/>
              </a:ext>
            </a:extLst>
          </p:cNvPr>
          <p:cNvSpPr>
            <a:spLocks noGrp="1"/>
          </p:cNvSpPr>
          <p:nvPr/>
        </p:nvSpPr>
        <p:spPr>
          <a:xfrm>
            <a:off x="8305800" y="4829175"/>
            <a:ext cx="3190875" cy="781050"/>
          </a:xfrm>
          <a:prstGeom prst="rect">
            <a:avLst/>
          </a:prstGeom>
          <a:noFill/>
          <a:ln w="0">
            <a:noFill/>
          </a:ln>
        </p:spPr>
        <p:txBody>
          <a:bodyPr wrap="square" lIns="0" tIns="0" rIns="0" bIns="0" anchor="t">
            <a:noAutofit/>
          </a:bodyPr>
          <a:lstStyle/>
          <a:p>
            <a:pPr>
              <a:defRPr sz="2025" b="1">
                <a:solidFill>
                  <a:srgbClr val="176B87"/>
                </a:solidFill>
                <a:latin typeface="Arial"/>
                <a:ea typeface="Arial"/>
                <a:cs typeface="Arial"/>
              </a:defRPr>
            </a:pPr>
            <a:r>
              <a:rPr sz="2025" b="1">
                <a:solidFill>
                  <a:srgbClr val="176B87"/>
                </a:solidFill>
                <a:latin typeface="Arial"/>
                <a:ea typeface="Arial"/>
                <a:cs typeface="Arial"/>
              </a:rPr>
              <a:t>No notch filter in this lesson.</a:t>
            </a:r>
          </a:p>
        </p:txBody>
      </p:sp>
      <p:sp>
        <p:nvSpPr>
          <p:cNvPr id="9" name="矩形 8">
            <a:extLst>
              <a:ext uri="{FF2B5EF4-FFF2-40B4-BE49-F238E27FC236}">
                <a16:creationId xmlns:a16="http://schemas.microsoft.com/office/drawing/2014/main" id="{E0B87E69-4F17-46AF-94CA-B66E44458439}"/>
              </a:ext>
            </a:extLst>
          </p:cNvPr>
          <p:cNvSpPr>
            <a:spLocks noGrp="1"/>
          </p:cNvSpPr>
          <p:nvPr/>
        </p:nvSpPr>
        <p:spPr>
          <a:xfrm>
            <a:off x="628650" y="5924550"/>
            <a:ext cx="10934700" cy="457200"/>
          </a:xfrm>
          <a:prstGeom prst="rect">
            <a:avLst/>
          </a:prstGeom>
          <a:noFill/>
          <a:ln w="0">
            <a:noFill/>
          </a:ln>
        </p:spPr>
        <p:txBody>
          <a:bodyPr wrap="square" lIns="0" tIns="0" rIns="0" bIns="0" anchor="t">
            <a:noAutofit/>
          </a:bodyPr>
          <a:lstStyle/>
          <a:p>
            <a:pPr>
              <a:defRPr sz="1875" b="1">
                <a:solidFill>
                  <a:srgbClr val="176B87"/>
                </a:solidFill>
                <a:latin typeface="Arial"/>
                <a:ea typeface="Arial"/>
                <a:cs typeface="Arial"/>
              </a:defRPr>
            </a:pPr>
            <a:r>
              <a:rPr sz="1875" b="1">
                <a:solidFill>
                  <a:srgbClr val="176B87"/>
                </a:solidFill>
                <a:latin typeface="Arial"/>
                <a:ea typeface="Arial"/>
                <a:cs typeface="Arial"/>
              </a:rPr>
              <a:t>Filtering changes the trace. It does not certify that the data are clean.</a:t>
            </a:r>
          </a:p>
        </p:txBody>
      </p:sp>
    </p:spTree>
    <p:extLst>
      <p:ext uri="{BB962C8B-B14F-4D97-AF65-F5344CB8AC3E}">
        <p14:creationId xmlns:p14="http://schemas.microsoft.com/office/powerpoint/2010/main" val="14574007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lide-title">
            <a:extLst>
              <a:ext uri="{FF2B5EF4-FFF2-40B4-BE49-F238E27FC236}">
                <a16:creationId xmlns:a16="http://schemas.microsoft.com/office/drawing/2014/main" id="{F738DA80-E3D8-4695-A9F2-2937A40E605C}"/>
              </a:ext>
            </a:extLst>
          </p:cNvPr>
          <p:cNvSpPr>
            <a:spLocks noGrp="1"/>
          </p:cNvSpPr>
          <p:nvPr/>
        </p:nvSpPr>
        <p:spPr>
          <a:xfrm>
            <a:off x="609600" y="371475"/>
            <a:ext cx="10972800" cy="571500"/>
          </a:xfrm>
          <a:prstGeom prst="rect">
            <a:avLst/>
          </a:prstGeom>
          <a:noFill/>
          <a:ln w="0">
            <a:noFill/>
          </a:ln>
        </p:spPr>
        <p:txBody>
          <a:bodyPr wrap="square" lIns="0" tIns="0" rIns="0" bIns="0" anchor="t">
            <a:noAutofit/>
          </a:bodyPr>
          <a:lstStyle/>
          <a:p>
            <a:pPr>
              <a:defRPr sz="3300" b="1">
                <a:solidFill>
                  <a:srgbClr val="0B2138"/>
                </a:solidFill>
                <a:latin typeface="Arial"/>
                <a:ea typeface="Arial"/>
                <a:cs typeface="Arial"/>
              </a:defRPr>
            </a:pPr>
            <a:r>
              <a:rPr sz="3300" b="1">
                <a:solidFill>
                  <a:srgbClr val="0B2138"/>
                </a:solidFill>
                <a:latin typeface="Arial"/>
                <a:ea typeface="Arial"/>
                <a:cs typeface="Arial"/>
              </a:rPr>
              <a:t>Three artifact screening metrics</a:t>
            </a:r>
          </a:p>
        </p:txBody>
      </p:sp>
      <p:sp>
        <p:nvSpPr>
          <p:cNvPr id="2" name="矩形 1">
            <a:extLst>
              <a:ext uri="{FF2B5EF4-FFF2-40B4-BE49-F238E27FC236}">
                <a16:creationId xmlns:a16="http://schemas.microsoft.com/office/drawing/2014/main" id="{BDF2FB06-7FF0-4ACE-A76F-102300FB30F1}"/>
              </a:ext>
            </a:extLst>
          </p:cNvPr>
          <p:cNvSpPr>
            <a:spLocks noGrp="1"/>
          </p:cNvSpPr>
          <p:nvPr/>
        </p:nvSpPr>
        <p:spPr>
          <a:xfrm>
            <a:off x="628650" y="1076325"/>
            <a:ext cx="10858500" cy="590550"/>
          </a:xfrm>
          <a:prstGeom prst="rect">
            <a:avLst/>
          </a:prstGeom>
          <a:noFill/>
          <a:ln w="0">
            <a:noFill/>
          </a:ln>
        </p:spPr>
        <p:txBody>
          <a:bodyPr wrap="square" lIns="0" tIns="0" rIns="0" bIns="0" anchor="t">
            <a:noAutofit/>
          </a:bodyPr>
          <a:lstStyle/>
          <a:p>
            <a:pPr>
              <a:defRPr sz="1875" b="0">
                <a:solidFill>
                  <a:srgbClr val="617184"/>
                </a:solidFill>
                <a:latin typeface="Arial"/>
                <a:ea typeface="Arial"/>
                <a:cs typeface="Arial"/>
              </a:defRPr>
            </a:pPr>
            <a:r>
              <a:rPr sz="1875" b="0">
                <a:solidFill>
                  <a:srgbClr val="617184"/>
                </a:solidFill>
                <a:latin typeface="Arial"/>
                <a:ea typeface="Arial"/>
                <a:cs typeface="Arial"/>
              </a:rPr>
              <a:t>The code evaluates each channel in complete one-second segments.</a:t>
            </a:r>
          </a:p>
        </p:txBody>
      </p:sp>
      <p:sp>
        <p:nvSpPr>
          <p:cNvPr id="3" name="矩形 2">
            <a:extLst>
              <a:ext uri="{FF2B5EF4-FFF2-40B4-BE49-F238E27FC236}">
                <a16:creationId xmlns:a16="http://schemas.microsoft.com/office/drawing/2014/main" id="{F0B0BB8E-F1BC-44B7-85BC-17435D913A0E}"/>
              </a:ext>
            </a:extLst>
          </p:cNvPr>
          <p:cNvSpPr>
            <a:spLocks noGrp="1"/>
          </p:cNvSpPr>
          <p:nvPr/>
        </p:nvSpPr>
        <p:spPr>
          <a:xfrm>
            <a:off x="609600" y="6505575"/>
            <a:ext cx="982980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NeuraDock EEG 101   /   Lesson 3   /   REAL RECORDING · quality control</a:t>
            </a:r>
          </a:p>
        </p:txBody>
      </p:sp>
      <p:sp>
        <p:nvSpPr>
          <p:cNvPr id="4" name="矩形 3">
            <a:extLst>
              <a:ext uri="{FF2B5EF4-FFF2-40B4-BE49-F238E27FC236}">
                <a16:creationId xmlns:a16="http://schemas.microsoft.com/office/drawing/2014/main" id="{A369A777-08A0-4ECE-B400-34AA2775F5E7}"/>
              </a:ext>
            </a:extLst>
          </p:cNvPr>
          <p:cNvSpPr>
            <a:spLocks noGrp="1"/>
          </p:cNvSpPr>
          <p:nvPr/>
        </p:nvSpPr>
        <p:spPr>
          <a:xfrm>
            <a:off x="10763250" y="6505575"/>
            <a:ext cx="85725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15 / 30</a:t>
            </a:r>
          </a:p>
        </p:txBody>
      </p:sp>
      <p:graphicFrame>
        <p:nvGraphicFramePr>
          <p:cNvPr id="12" name="表格 11"/>
          <p:cNvGraphicFramePr/>
          <p:nvPr/>
        </p:nvGraphicFramePr>
        <p:xfrm>
          <a:off x="628650" y="1924050"/>
          <a:ext cx="10934700" cy="3362325"/>
        </p:xfrm>
        <a:graphic>
          <a:graphicData uri="http://schemas.openxmlformats.org/drawingml/2006/table">
            <a:tbl>
              <a:tblPr/>
              <a:tblGrid>
                <a:gridCol w="4105275">
                  <a:extLst>
                    <a:ext uri="{9D8B030D-6E8A-4147-A177-3AD203B41FA5}">
                      <a16:colId xmlns:a16="http://schemas.microsoft.com/office/drawing/2014/main" val="20000"/>
                    </a:ext>
                  </a:extLst>
                </a:gridCol>
                <a:gridCol w="3143250">
                  <a:extLst>
                    <a:ext uri="{9D8B030D-6E8A-4147-A177-3AD203B41FA5}">
                      <a16:colId xmlns:a16="http://schemas.microsoft.com/office/drawing/2014/main" val="20001"/>
                    </a:ext>
                  </a:extLst>
                </a:gridCol>
                <a:gridCol w="3686175">
                  <a:extLst>
                    <a:ext uri="{9D8B030D-6E8A-4147-A177-3AD203B41FA5}">
                      <a16:colId xmlns:a16="http://schemas.microsoft.com/office/drawing/2014/main" val="20002"/>
                    </a:ext>
                  </a:extLst>
                </a:gridCol>
              </a:tblGrid>
              <a:tr h="523875">
                <a:tc>
                  <a:txBody>
                    <a:bodyPr/>
                    <a:lstStyle/>
                    <a:p>
                      <a:r>
                        <a:rPr sz="1875" b="1">
                          <a:solidFill>
                            <a:srgbClr val="FFFFFF"/>
                          </a:solidFill>
                          <a:latin typeface="Arial"/>
                          <a:ea typeface="Arial"/>
                          <a:cs typeface="Arial"/>
                        </a:rPr>
                        <a:t>Metric on filtered EEG</a:t>
                      </a:r>
                    </a:p>
                  </a:txBody>
                  <a:tcPr marL="152400" marR="152400" marT="104775" marB="104775" anchor="ctr">
                    <a:solidFill>
                      <a:srgbClr val="0B2138"/>
                    </a:solidFill>
                  </a:tcPr>
                </a:tc>
                <a:tc>
                  <a:txBody>
                    <a:bodyPr/>
                    <a:lstStyle/>
                    <a:p>
                      <a:r>
                        <a:rPr sz="1875" b="1">
                          <a:solidFill>
                            <a:srgbClr val="FFFFFF"/>
                          </a:solidFill>
                          <a:latin typeface="Arial"/>
                          <a:ea typeface="Arial"/>
                          <a:cs typeface="Arial"/>
                        </a:rPr>
                        <a:t>Default flag rule</a:t>
                      </a:r>
                    </a:p>
                  </a:txBody>
                  <a:tcPr marL="152400" marR="152400" marT="104775" marB="104775" anchor="ctr">
                    <a:solidFill>
                      <a:srgbClr val="0B2138"/>
                    </a:solidFill>
                  </a:tcPr>
                </a:tc>
                <a:tc>
                  <a:txBody>
                    <a:bodyPr/>
                    <a:lstStyle/>
                    <a:p>
                      <a:r>
                        <a:rPr sz="1875" b="1">
                          <a:solidFill>
                            <a:srgbClr val="FFFFFF"/>
                          </a:solidFill>
                          <a:latin typeface="Arial"/>
                          <a:ea typeface="Arial"/>
                          <a:cs typeface="Arial"/>
                        </a:rPr>
                        <a:t>What to investigate</a:t>
                      </a:r>
                    </a:p>
                  </a:txBody>
                  <a:tcPr marL="152400" marR="152400" marT="104775" marB="104775" anchor="ctr">
                    <a:solidFill>
                      <a:srgbClr val="0B2138"/>
                    </a:solidFill>
                  </a:tcPr>
                </a:tc>
                <a:extLst>
                  <a:ext uri="{0D108BD9-81ED-4DB2-BD59-A6C34878D82A}">
                    <a16:rowId xmlns:a16="http://schemas.microsoft.com/office/drawing/2014/main" val="10000"/>
                  </a:ext>
                </a:extLst>
              </a:tr>
              <a:tr h="946150">
                <a:tc>
                  <a:txBody>
                    <a:bodyPr/>
                    <a:lstStyle/>
                    <a:p>
                      <a:r>
                        <a:rPr sz="1875" b="0">
                          <a:solidFill>
                            <a:srgbClr val="1D2938"/>
                          </a:solidFill>
                          <a:latin typeface="Arial"/>
                          <a:ea typeface="Arial"/>
                          <a:cs typeface="Arial"/>
                        </a:rPr>
                        <a:t>49–51 Hz PSD-bin sum</a:t>
                      </a:r>
                    </a:p>
                  </a:txBody>
                  <a:tcPr marL="152400" marR="152400" marT="104775" marB="104775" anchor="ctr">
                    <a:solidFill>
                      <a:srgbClr val="F5F8FA"/>
                    </a:solidFill>
                  </a:tcPr>
                </a:tc>
                <a:tc>
                  <a:txBody>
                    <a:bodyPr/>
                    <a:lstStyle/>
                    <a:p>
                      <a:r>
                        <a:rPr sz="1875" b="0">
                          <a:solidFill>
                            <a:srgbClr val="1D2938"/>
                          </a:solidFill>
                          <a:latin typeface="Arial"/>
                          <a:ea typeface="Arial"/>
                          <a:cs typeface="Arial"/>
                        </a:rPr>
                        <a:t>Value &gt; 10</a:t>
                      </a:r>
                    </a:p>
                  </a:txBody>
                  <a:tcPr marL="152400" marR="152400" marT="104775" marB="104775" anchor="ctr">
                    <a:solidFill>
                      <a:srgbClr val="F5F8FA"/>
                    </a:solidFill>
                  </a:tcPr>
                </a:tc>
                <a:tc>
                  <a:txBody>
                    <a:bodyPr/>
                    <a:lstStyle/>
                    <a:p>
                      <a:r>
                        <a:rPr sz="1875" b="0">
                          <a:solidFill>
                            <a:srgbClr val="1D2938"/>
                          </a:solidFill>
                          <a:latin typeface="Arial"/>
                          <a:ea typeface="Arial"/>
                          <a:cs typeface="Arial"/>
                        </a:rPr>
                        <a:t>Narrowband interference</a:t>
                      </a:r>
                    </a:p>
                  </a:txBody>
                  <a:tcPr marL="152400" marR="152400" marT="104775" marB="104775" anchor="ctr">
                    <a:solidFill>
                      <a:srgbClr val="F5F8FA"/>
                    </a:solidFill>
                  </a:tcPr>
                </a:tc>
                <a:extLst>
                  <a:ext uri="{0D108BD9-81ED-4DB2-BD59-A6C34878D82A}">
                    <a16:rowId xmlns:a16="http://schemas.microsoft.com/office/drawing/2014/main" val="10001"/>
                  </a:ext>
                </a:extLst>
              </a:tr>
              <a:tr h="946150">
                <a:tc>
                  <a:txBody>
                    <a:bodyPr/>
                    <a:lstStyle/>
                    <a:p>
                      <a:r>
                        <a:rPr sz="1875" b="0">
                          <a:solidFill>
                            <a:srgbClr val="1D2938"/>
                          </a:solidFill>
                          <a:latin typeface="Arial"/>
                          <a:ea typeface="Arial"/>
                          <a:cs typeface="Arial"/>
                        </a:rPr>
                        <a:t>20–40 Hz PSD-bin sum</a:t>
                      </a:r>
                    </a:p>
                  </a:txBody>
                  <a:tcPr marL="152400" marR="152400" marT="104775" marB="104775" anchor="ctr">
                    <a:solidFill>
                      <a:srgbClr val="FFFFFF"/>
                    </a:solidFill>
                  </a:tcPr>
                </a:tc>
                <a:tc>
                  <a:txBody>
                    <a:bodyPr/>
                    <a:lstStyle/>
                    <a:p>
                      <a:r>
                        <a:rPr sz="1875" b="0">
                          <a:solidFill>
                            <a:srgbClr val="1D2938"/>
                          </a:solidFill>
                          <a:latin typeface="Arial"/>
                          <a:ea typeface="Arial"/>
                          <a:cs typeface="Arial"/>
                        </a:rPr>
                        <a:t>Value &gt; 20</a:t>
                      </a:r>
                    </a:p>
                  </a:txBody>
                  <a:tcPr marL="152400" marR="152400" marT="104775" marB="104775" anchor="ctr">
                    <a:solidFill>
                      <a:srgbClr val="FFFFFF"/>
                    </a:solidFill>
                  </a:tcPr>
                </a:tc>
                <a:tc>
                  <a:txBody>
                    <a:bodyPr/>
                    <a:lstStyle/>
                    <a:p>
                      <a:r>
                        <a:rPr sz="1875" b="0">
                          <a:solidFill>
                            <a:srgbClr val="1D2938"/>
                          </a:solidFill>
                          <a:latin typeface="Arial"/>
                          <a:ea typeface="Arial"/>
                          <a:cs typeface="Arial"/>
                        </a:rPr>
                        <a:t>High-frequency contamination</a:t>
                      </a:r>
                    </a:p>
                  </a:txBody>
                  <a:tcPr marL="152400" marR="152400" marT="104775" marB="104775" anchor="ctr">
                    <a:solidFill>
                      <a:srgbClr val="FFFFFF"/>
                    </a:solidFill>
                  </a:tcPr>
                </a:tc>
                <a:extLst>
                  <a:ext uri="{0D108BD9-81ED-4DB2-BD59-A6C34878D82A}">
                    <a16:rowId xmlns:a16="http://schemas.microsoft.com/office/drawing/2014/main" val="10002"/>
                  </a:ext>
                </a:extLst>
              </a:tr>
              <a:tr h="946150">
                <a:tc>
                  <a:txBody>
                    <a:bodyPr/>
                    <a:lstStyle/>
                    <a:p>
                      <a:r>
                        <a:rPr sz="1875" b="0">
                          <a:solidFill>
                            <a:srgbClr val="1D2938"/>
                          </a:solidFill>
                          <a:latin typeface="Arial"/>
                          <a:ea typeface="Arial"/>
                          <a:cs typeface="Arial"/>
                        </a:rPr>
                        <a:t>Extreme-sample count</a:t>
                      </a:r>
                    </a:p>
                  </a:txBody>
                  <a:tcPr marL="152400" marR="152400" marT="104775" marB="104775" anchor="ctr">
                    <a:solidFill>
                      <a:srgbClr val="F5F8FA"/>
                    </a:solidFill>
                  </a:tcPr>
                </a:tc>
                <a:tc>
                  <a:txBody>
                    <a:bodyPr/>
                    <a:lstStyle/>
                    <a:p>
                      <a:r>
                        <a:rPr sz="1875" b="0">
                          <a:solidFill>
                            <a:srgbClr val="1D2938"/>
                          </a:solidFill>
                          <a:latin typeface="Arial"/>
                          <a:ea typeface="Arial"/>
                          <a:cs typeface="Arial"/>
                        </a:rPr>
                        <a:t>Count &gt; 2</a:t>
                      </a:r>
                    </a:p>
                    <a:p>
                      <a:r>
                        <a:rPr sz="1875" b="0">
                          <a:solidFill>
                            <a:srgbClr val="1D2938"/>
                          </a:solidFill>
                          <a:latin typeface="Arial"/>
                          <a:ea typeface="Arial"/>
                          <a:cs typeface="Arial"/>
                        </a:rPr>
                        <a:t>Cutoff: |x| ≥ 100 µV</a:t>
                      </a:r>
                    </a:p>
                  </a:txBody>
                  <a:tcPr marL="152400" marR="152400" marT="104775" marB="104775" anchor="ctr">
                    <a:solidFill>
                      <a:srgbClr val="F5F8FA"/>
                    </a:solidFill>
                  </a:tcPr>
                </a:tc>
                <a:tc>
                  <a:txBody>
                    <a:bodyPr/>
                    <a:lstStyle/>
                    <a:p>
                      <a:r>
                        <a:rPr sz="1875" b="0">
                          <a:solidFill>
                            <a:srgbClr val="1D2938"/>
                          </a:solidFill>
                          <a:latin typeface="Arial"/>
                          <a:ea typeface="Arial"/>
                          <a:cs typeface="Arial"/>
                        </a:rPr>
                        <a:t>Large excursions</a:t>
                      </a:r>
                    </a:p>
                  </a:txBody>
                  <a:tcPr marL="152400" marR="152400" marT="104775" marB="104775" anchor="ctr">
                    <a:solidFill>
                      <a:srgbClr val="F5F8FA"/>
                    </a:solidFill>
                  </a:tcPr>
                </a:tc>
                <a:extLst>
                  <a:ext uri="{0D108BD9-81ED-4DB2-BD59-A6C34878D82A}">
                    <a16:rowId xmlns:a16="http://schemas.microsoft.com/office/drawing/2014/main" val="10003"/>
                  </a:ext>
                </a:extLst>
              </a:tr>
            </a:tbl>
          </a:graphicData>
        </a:graphic>
      </p:graphicFrame>
      <p:sp>
        <p:nvSpPr>
          <p:cNvPr id="6" name="矩形 5">
            <a:extLst>
              <a:ext uri="{FF2B5EF4-FFF2-40B4-BE49-F238E27FC236}">
                <a16:creationId xmlns:a16="http://schemas.microsoft.com/office/drawing/2014/main" id="{601DF3A0-603D-46B5-A8B6-AA274D348459}"/>
              </a:ext>
            </a:extLst>
          </p:cNvPr>
          <p:cNvSpPr>
            <a:spLocks noGrp="1"/>
          </p:cNvSpPr>
          <p:nvPr/>
        </p:nvSpPr>
        <p:spPr>
          <a:xfrm>
            <a:off x="657225" y="5524500"/>
            <a:ext cx="10858500" cy="371475"/>
          </a:xfrm>
          <a:prstGeom prst="rect">
            <a:avLst/>
          </a:prstGeom>
          <a:noFill/>
          <a:ln w="0">
            <a:noFill/>
          </a:ln>
        </p:spPr>
        <p:txBody>
          <a:bodyPr wrap="square" lIns="0" tIns="0" rIns="0" bIns="0" anchor="t">
            <a:noAutofit/>
          </a:bodyPr>
          <a:lstStyle/>
          <a:p>
            <a:pPr>
              <a:defRPr sz="1875" b="0">
                <a:solidFill>
                  <a:srgbClr val="617184"/>
                </a:solidFill>
                <a:latin typeface="Arial"/>
                <a:ea typeface="Arial"/>
                <a:cs typeface="Arial"/>
              </a:defRPr>
            </a:pPr>
            <a:r>
              <a:rPr sz="1875" b="0">
                <a:solidFill>
                  <a:srgbClr val="617184"/>
                </a:solidFill>
                <a:latin typeface="Arial"/>
                <a:ea typeface="Arial"/>
                <a:cs typeface="Arial"/>
              </a:rPr>
              <a:t>PSD-bin sums retain µV²/Hz units. Lesson 4 integrates PSD into µV².</a:t>
            </a:r>
          </a:p>
        </p:txBody>
      </p:sp>
      <p:sp>
        <p:nvSpPr>
          <p:cNvPr id="7" name="矩形 6">
            <a:extLst>
              <a:ext uri="{FF2B5EF4-FFF2-40B4-BE49-F238E27FC236}">
                <a16:creationId xmlns:a16="http://schemas.microsoft.com/office/drawing/2014/main" id="{446AEFB7-A472-4771-A843-2779C2760CEF}"/>
              </a:ext>
            </a:extLst>
          </p:cNvPr>
          <p:cNvSpPr>
            <a:spLocks noGrp="1"/>
          </p:cNvSpPr>
          <p:nvPr/>
        </p:nvSpPr>
        <p:spPr>
          <a:xfrm>
            <a:off x="628650" y="5924550"/>
            <a:ext cx="10934700" cy="457200"/>
          </a:xfrm>
          <a:prstGeom prst="rect">
            <a:avLst/>
          </a:prstGeom>
          <a:noFill/>
          <a:ln w="0">
            <a:noFill/>
          </a:ln>
        </p:spPr>
        <p:txBody>
          <a:bodyPr wrap="square" lIns="0" tIns="0" rIns="0" bIns="0" anchor="t">
            <a:noAutofit/>
          </a:bodyPr>
          <a:lstStyle/>
          <a:p>
            <a:pPr>
              <a:defRPr sz="1875" b="1">
                <a:solidFill>
                  <a:srgbClr val="176B87"/>
                </a:solidFill>
                <a:latin typeface="Arial"/>
                <a:ea typeface="Arial"/>
                <a:cs typeface="Arial"/>
              </a:defRPr>
            </a:pPr>
            <a:r>
              <a:rPr sz="1875" b="1">
                <a:solidFill>
                  <a:srgbClr val="176B87"/>
                </a:solidFill>
                <a:latin typeface="Arial"/>
                <a:ea typeface="Arial"/>
                <a:cs typeface="Arial"/>
              </a:rPr>
              <a:t>These are screening heuristics, not proof of a specific artifact source.</a:t>
            </a:r>
          </a:p>
        </p:txBody>
      </p:sp>
    </p:spTree>
    <p:extLst>
      <p:ext uri="{BB962C8B-B14F-4D97-AF65-F5344CB8AC3E}">
        <p14:creationId xmlns:p14="http://schemas.microsoft.com/office/powerpoint/2010/main" val="16527275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390E903D-796A-4379-9C13-53FC22B196F2}"/>
              </a:ext>
            </a:extLst>
          </p:cNvPr>
          <p:cNvSpPr>
            <a:spLocks noGrp="1"/>
          </p:cNvSpPr>
          <p:nvPr/>
        </p:nvSpPr>
        <p:spPr>
          <a:xfrm>
            <a:off x="609600" y="371475"/>
            <a:ext cx="10972800" cy="571500"/>
          </a:xfrm>
          <a:prstGeom prst="rect">
            <a:avLst/>
          </a:prstGeom>
          <a:noFill/>
          <a:ln w="0">
            <a:noFill/>
          </a:ln>
        </p:spPr>
        <p:txBody>
          <a:bodyPr wrap="square" lIns="0" tIns="0" rIns="0" bIns="0" anchor="t">
            <a:noAutofit/>
          </a:bodyPr>
          <a:lstStyle/>
          <a:p>
            <a:pPr>
              <a:defRPr sz="3300" b="1">
                <a:solidFill>
                  <a:srgbClr val="0B2138"/>
                </a:solidFill>
                <a:latin typeface="Arial"/>
                <a:ea typeface="Arial"/>
                <a:cs typeface="Arial"/>
              </a:defRPr>
            </a:pPr>
            <a:r>
              <a:rPr sz="3300" b="1">
                <a:solidFill>
                  <a:srgbClr val="0B2138"/>
                </a:solidFill>
                <a:latin typeface="Arial"/>
                <a:ea typeface="Arial"/>
                <a:cs typeface="Arial"/>
              </a:rPr>
              <a:t>Several metrics can flag the same second</a:t>
            </a:r>
          </a:p>
        </p:txBody>
      </p:sp>
      <p:sp>
        <p:nvSpPr>
          <p:cNvPr id="2" name="矩形 1">
            <a:extLst>
              <a:ext uri="{FF2B5EF4-FFF2-40B4-BE49-F238E27FC236}">
                <a16:creationId xmlns:a16="http://schemas.microsoft.com/office/drawing/2014/main" id="{91F63961-9136-4E3B-BBAF-F4B5AA264DD6}"/>
              </a:ext>
            </a:extLst>
          </p:cNvPr>
          <p:cNvSpPr>
            <a:spLocks noGrp="1"/>
          </p:cNvSpPr>
          <p:nvPr/>
        </p:nvSpPr>
        <p:spPr>
          <a:xfrm>
            <a:off x="628650" y="1076325"/>
            <a:ext cx="10858500" cy="590550"/>
          </a:xfrm>
          <a:prstGeom prst="rect">
            <a:avLst/>
          </a:prstGeom>
          <a:noFill/>
          <a:ln w="0">
            <a:noFill/>
          </a:ln>
        </p:spPr>
        <p:txBody>
          <a:bodyPr wrap="square" lIns="0" tIns="0" rIns="0" bIns="0" anchor="t">
            <a:noAutofit/>
          </a:bodyPr>
          <a:lstStyle/>
          <a:p>
            <a:pPr>
              <a:defRPr sz="1875" b="0">
                <a:solidFill>
                  <a:srgbClr val="617184"/>
                </a:solidFill>
                <a:latin typeface="Arial"/>
                <a:ea typeface="Arial"/>
                <a:cs typeface="Arial"/>
              </a:defRPr>
            </a:pPr>
            <a:r>
              <a:rPr sz="1875" b="0">
                <a:solidFill>
                  <a:srgbClr val="617184"/>
                </a:solidFill>
                <a:latin typeface="Arial"/>
                <a:ea typeface="Arial"/>
                <a:cs typeface="Arial"/>
              </a:rPr>
              <a:t>Actual flags across 7 channels × 94 seconds = 658 channel-seconds.</a:t>
            </a:r>
          </a:p>
        </p:txBody>
      </p:sp>
      <p:sp>
        <p:nvSpPr>
          <p:cNvPr id="3" name="矩形 2">
            <a:extLst>
              <a:ext uri="{FF2B5EF4-FFF2-40B4-BE49-F238E27FC236}">
                <a16:creationId xmlns:a16="http://schemas.microsoft.com/office/drawing/2014/main" id="{8431AA3B-9AF8-4100-8D87-399A913F6FD4}"/>
              </a:ext>
            </a:extLst>
          </p:cNvPr>
          <p:cNvSpPr>
            <a:spLocks noGrp="1"/>
          </p:cNvSpPr>
          <p:nvPr/>
        </p:nvSpPr>
        <p:spPr>
          <a:xfrm>
            <a:off x="609600" y="6505575"/>
            <a:ext cx="982980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NeuraDock EEG 101   /   Lesson 3   /   REAL RECORDING · quality control</a:t>
            </a:r>
          </a:p>
        </p:txBody>
      </p:sp>
      <p:sp>
        <p:nvSpPr>
          <p:cNvPr id="4" name="矩形 3">
            <a:extLst>
              <a:ext uri="{FF2B5EF4-FFF2-40B4-BE49-F238E27FC236}">
                <a16:creationId xmlns:a16="http://schemas.microsoft.com/office/drawing/2014/main" id="{B6E058BE-8456-47B6-A522-3D038AADB6EE}"/>
              </a:ext>
            </a:extLst>
          </p:cNvPr>
          <p:cNvSpPr>
            <a:spLocks noGrp="1"/>
          </p:cNvSpPr>
          <p:nvPr/>
        </p:nvSpPr>
        <p:spPr>
          <a:xfrm>
            <a:off x="10763250" y="6505575"/>
            <a:ext cx="85725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16 / 30</a:t>
            </a:r>
          </a:p>
        </p:txBody>
      </p:sp>
      <p:graphicFrame>
        <p:nvGraphicFramePr>
          <p:cNvPr id="14" name="Chart"/>
          <p:cNvGraphicFramePr/>
          <p:nvPr/>
        </p:nvGraphicFramePr>
        <p:xfrm>
          <a:off x="552450" y="1971675"/>
          <a:ext cx="7286625" cy="3619500"/>
        </p:xfrm>
        <a:graphic>
          <a:graphicData uri="http://schemas.openxmlformats.org/drawingml/2006/chart">
            <c:chart xmlns:c="http://schemas.openxmlformats.org/drawingml/2006/chart" xmlns:r="http://schemas.openxmlformats.org/officeDocument/2006/relationships" r:id="rId3"/>
          </a:graphicData>
        </a:graphic>
      </p:graphicFrame>
      <p:sp>
        <p:nvSpPr>
          <p:cNvPr id="6" name="矩形 5">
            <a:extLst>
              <a:ext uri="{FF2B5EF4-FFF2-40B4-BE49-F238E27FC236}">
                <a16:creationId xmlns:a16="http://schemas.microsoft.com/office/drawing/2014/main" id="{AD8F94AE-BDD6-42FF-9E1D-EA60FBDAC3A8}"/>
              </a:ext>
            </a:extLst>
          </p:cNvPr>
          <p:cNvSpPr>
            <a:spLocks noGrp="1"/>
          </p:cNvSpPr>
          <p:nvPr/>
        </p:nvSpPr>
        <p:spPr>
          <a:xfrm>
            <a:off x="8248650" y="2076450"/>
            <a:ext cx="3333750" cy="666750"/>
          </a:xfrm>
          <a:prstGeom prst="rect">
            <a:avLst/>
          </a:prstGeom>
          <a:noFill/>
          <a:ln w="0">
            <a:noFill/>
          </a:ln>
        </p:spPr>
        <p:txBody>
          <a:bodyPr wrap="square" lIns="0" tIns="0" rIns="0" bIns="0" anchor="t">
            <a:noAutofit/>
          </a:bodyPr>
          <a:lstStyle/>
          <a:p>
            <a:pPr>
              <a:defRPr sz="2175" b="1">
                <a:solidFill>
                  <a:srgbClr val="0B2138"/>
                </a:solidFill>
                <a:latin typeface="Arial"/>
                <a:ea typeface="Arial"/>
                <a:cs typeface="Arial"/>
              </a:defRPr>
            </a:pPr>
            <a:r>
              <a:rPr sz="2175" b="1">
                <a:solidFill>
                  <a:srgbClr val="0B2138"/>
                </a:solidFill>
                <a:latin typeface="Arial"/>
                <a:ea typeface="Arial"/>
                <a:cs typeface="Arial"/>
              </a:rPr>
              <a:t>The gate uses OR</a:t>
            </a:r>
          </a:p>
        </p:txBody>
      </p:sp>
      <p:sp>
        <p:nvSpPr>
          <p:cNvPr id="7" name="矩形 6">
            <a:extLst>
              <a:ext uri="{FF2B5EF4-FFF2-40B4-BE49-F238E27FC236}">
                <a16:creationId xmlns:a16="http://schemas.microsoft.com/office/drawing/2014/main" id="{AF6326D0-C102-415F-BA56-A35FB5912D94}"/>
              </a:ext>
            </a:extLst>
          </p:cNvPr>
          <p:cNvSpPr>
            <a:spLocks noGrp="1"/>
          </p:cNvSpPr>
          <p:nvPr/>
        </p:nvSpPr>
        <p:spPr>
          <a:xfrm>
            <a:off x="8248650" y="2876550"/>
            <a:ext cx="3324225" cy="1219200"/>
          </a:xfrm>
          <a:prstGeom prst="rect">
            <a:avLst/>
          </a:prstGeom>
          <a:noFill/>
          <a:ln w="0">
            <a:noFill/>
          </a:ln>
        </p:spPr>
        <p:txBody>
          <a:bodyPr wrap="square" lIns="0" tIns="0" rIns="0" bIns="0" anchor="t">
            <a:noAutofit/>
          </a:bodyPr>
          <a:lstStyle/>
          <a:p>
            <a:pPr>
              <a:defRPr sz="2100" b="0">
                <a:solidFill>
                  <a:srgbClr val="1D2938"/>
                </a:solidFill>
                <a:latin typeface="Arial"/>
                <a:ea typeface="Arial"/>
                <a:cs typeface="Arial"/>
              </a:defRPr>
            </a:pPr>
            <a:r>
              <a:rPr sz="2100" b="0">
                <a:solidFill>
                  <a:srgbClr val="1D2938"/>
                </a:solidFill>
                <a:latin typeface="Arial"/>
                <a:ea typeface="Arial"/>
                <a:cs typeface="Arial"/>
              </a:rPr>
              <a:t>Any flagged metric marks that channel-second as suspect.</a:t>
            </a:r>
          </a:p>
        </p:txBody>
      </p:sp>
      <p:sp>
        <p:nvSpPr>
          <p:cNvPr id="8" name="矩形 7">
            <a:extLst>
              <a:ext uri="{FF2B5EF4-FFF2-40B4-BE49-F238E27FC236}">
                <a16:creationId xmlns:a16="http://schemas.microsoft.com/office/drawing/2014/main" id="{990C922C-2BE2-476D-8DDF-828A86242E2F}"/>
              </a:ext>
            </a:extLst>
          </p:cNvPr>
          <p:cNvSpPr>
            <a:spLocks noGrp="1"/>
          </p:cNvSpPr>
          <p:nvPr/>
        </p:nvSpPr>
        <p:spPr>
          <a:xfrm>
            <a:off x="8248650" y="4476750"/>
            <a:ext cx="3371850" cy="1171575"/>
          </a:xfrm>
          <a:prstGeom prst="rect">
            <a:avLst/>
          </a:prstGeom>
          <a:noFill/>
          <a:ln w="0">
            <a:noFill/>
          </a:ln>
        </p:spPr>
        <p:txBody>
          <a:bodyPr wrap="square" lIns="0" tIns="0" rIns="0" bIns="0" anchor="t">
            <a:noAutofit/>
          </a:bodyPr>
          <a:lstStyle/>
          <a:p>
            <a:pPr>
              <a:defRPr sz="1800" b="0">
                <a:solidFill>
                  <a:srgbClr val="0B2138"/>
                </a:solidFill>
                <a:latin typeface="Consolas"/>
                <a:ea typeface="Consolas"/>
                <a:cs typeface="Consolas"/>
              </a:defRPr>
            </a:pPr>
            <a:r>
              <a:rPr sz="1800" b="0">
                <a:solidFill>
                  <a:srgbClr val="0B2138"/>
                </a:solidFill>
                <a:latin typeface="Consolas"/>
                <a:ea typeface="Consolas"/>
                <a:cs typeface="Consolas"/>
              </a:rPr>
              <a:t>issue = (line_flag</a:t>
            </a:r>
          </a:p>
          <a:p>
            <a:pPr>
              <a:defRPr sz="1800" b="0">
                <a:solidFill>
                  <a:srgbClr val="0B2138"/>
                </a:solidFill>
                <a:latin typeface="Consolas"/>
                <a:ea typeface="Consolas"/>
                <a:cs typeface="Consolas"/>
              </a:defRPr>
            </a:pPr>
            <a:r>
              <a:rPr sz="1800" b="0">
                <a:solidFill>
                  <a:srgbClr val="0B2138"/>
                </a:solidFill>
                <a:latin typeface="Consolas"/>
                <a:ea typeface="Consolas"/>
                <a:cs typeface="Consolas"/>
              </a:rPr>
              <a:t>       | high_freq_flag</a:t>
            </a:r>
          </a:p>
          <a:p>
            <a:pPr>
              <a:defRPr sz="1800" b="0">
                <a:solidFill>
                  <a:srgbClr val="0B2138"/>
                </a:solidFill>
                <a:latin typeface="Consolas"/>
                <a:ea typeface="Consolas"/>
                <a:cs typeface="Consolas"/>
              </a:defRPr>
            </a:pPr>
            <a:r>
              <a:rPr sz="1800" b="0">
                <a:solidFill>
                  <a:srgbClr val="0B2138"/>
                </a:solidFill>
                <a:latin typeface="Consolas"/>
                <a:ea typeface="Consolas"/>
                <a:cs typeface="Consolas"/>
              </a:rPr>
              <a:t>       | extreme_flag)</a:t>
            </a:r>
          </a:p>
        </p:txBody>
      </p:sp>
      <p:sp>
        <p:nvSpPr>
          <p:cNvPr id="9" name="矩形 8">
            <a:extLst>
              <a:ext uri="{FF2B5EF4-FFF2-40B4-BE49-F238E27FC236}">
                <a16:creationId xmlns:a16="http://schemas.microsoft.com/office/drawing/2014/main" id="{87C8EA07-08C4-440C-BE7A-C587FAB1815F}"/>
              </a:ext>
            </a:extLst>
          </p:cNvPr>
          <p:cNvSpPr>
            <a:spLocks noGrp="1"/>
          </p:cNvSpPr>
          <p:nvPr/>
        </p:nvSpPr>
        <p:spPr>
          <a:xfrm>
            <a:off x="628650" y="5924550"/>
            <a:ext cx="10934700" cy="457200"/>
          </a:xfrm>
          <a:prstGeom prst="rect">
            <a:avLst/>
          </a:prstGeom>
          <a:noFill/>
          <a:ln w="0">
            <a:noFill/>
          </a:ln>
        </p:spPr>
        <p:txBody>
          <a:bodyPr wrap="square" lIns="0" tIns="0" rIns="0" bIns="0" anchor="t">
            <a:noAutofit/>
          </a:bodyPr>
          <a:lstStyle/>
          <a:p>
            <a:pPr>
              <a:defRPr sz="1875" b="1">
                <a:solidFill>
                  <a:srgbClr val="176B87"/>
                </a:solidFill>
                <a:latin typeface="Arial"/>
                <a:ea typeface="Arial"/>
                <a:cs typeface="Arial"/>
              </a:defRPr>
            </a:pPr>
            <a:r>
              <a:rPr sz="1875" b="1">
                <a:solidFill>
                  <a:srgbClr val="176B87"/>
                </a:solidFill>
                <a:latin typeface="Arial"/>
                <a:ea typeface="Arial"/>
                <a:cs typeface="Arial"/>
              </a:rPr>
              <a:t>299 + 302 + 339 does not count unique bad channel-seconds.</a:t>
            </a:r>
          </a:p>
        </p:txBody>
      </p:sp>
    </p:spTree>
    <p:extLst>
      <p:ext uri="{BB962C8B-B14F-4D97-AF65-F5344CB8AC3E}">
        <p14:creationId xmlns:p14="http://schemas.microsoft.com/office/powerpoint/2010/main" val="1789823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164AD4F1-68EF-4D1F-B2E9-477D68E60134}"/>
              </a:ext>
            </a:extLst>
          </p:cNvPr>
          <p:cNvSpPr>
            <a:spLocks noGrp="1"/>
          </p:cNvSpPr>
          <p:nvPr/>
        </p:nvSpPr>
        <p:spPr>
          <a:xfrm>
            <a:off x="609600" y="371475"/>
            <a:ext cx="10972800" cy="571500"/>
          </a:xfrm>
          <a:prstGeom prst="rect">
            <a:avLst/>
          </a:prstGeom>
          <a:noFill/>
          <a:ln w="0">
            <a:noFill/>
          </a:ln>
        </p:spPr>
        <p:txBody>
          <a:bodyPr wrap="square" lIns="0" tIns="0" rIns="0" bIns="0" anchor="t">
            <a:noAutofit/>
          </a:bodyPr>
          <a:lstStyle/>
          <a:p>
            <a:pPr>
              <a:defRPr sz="3300" b="1">
                <a:solidFill>
                  <a:srgbClr val="0B2138"/>
                </a:solidFill>
                <a:latin typeface="Arial"/>
                <a:ea typeface="Arial"/>
                <a:cs typeface="Arial"/>
              </a:defRPr>
            </a:pPr>
            <a:r>
              <a:rPr sz="3300" b="1">
                <a:solidFill>
                  <a:srgbClr val="0B2138"/>
                </a:solidFill>
                <a:latin typeface="Arial"/>
                <a:ea typeface="Arial"/>
                <a:cs typeface="Arial"/>
              </a:rPr>
              <a:t>The gate retains 61 seconds for analysis</a:t>
            </a:r>
          </a:p>
        </p:txBody>
      </p:sp>
      <p:sp>
        <p:nvSpPr>
          <p:cNvPr id="2" name="矩形 1">
            <a:extLst>
              <a:ext uri="{FF2B5EF4-FFF2-40B4-BE49-F238E27FC236}">
                <a16:creationId xmlns:a16="http://schemas.microsoft.com/office/drawing/2014/main" id="{6876804B-6C0E-4BE1-BA0D-D03F01C1B099}"/>
              </a:ext>
            </a:extLst>
          </p:cNvPr>
          <p:cNvSpPr>
            <a:spLocks noGrp="1"/>
          </p:cNvSpPr>
          <p:nvPr/>
        </p:nvSpPr>
        <p:spPr>
          <a:xfrm>
            <a:off x="628650" y="1076325"/>
            <a:ext cx="10858500" cy="590550"/>
          </a:xfrm>
          <a:prstGeom prst="rect">
            <a:avLst/>
          </a:prstGeom>
          <a:noFill/>
          <a:ln w="0">
            <a:noFill/>
          </a:ln>
        </p:spPr>
        <p:txBody>
          <a:bodyPr wrap="square" lIns="0" tIns="0" rIns="0" bIns="0" anchor="t">
            <a:noAutofit/>
          </a:bodyPr>
          <a:lstStyle/>
          <a:p>
            <a:pPr>
              <a:defRPr sz="1875" b="0">
                <a:solidFill>
                  <a:srgbClr val="617184"/>
                </a:solidFill>
                <a:latin typeface="Arial"/>
                <a:ea typeface="Arial"/>
                <a:cs typeface="Arial"/>
              </a:defRPr>
            </a:pPr>
            <a:r>
              <a:rPr sz="1875" b="0">
                <a:solidFill>
                  <a:srgbClr val="617184"/>
                </a:solidFill>
                <a:latin typeface="Arial"/>
                <a:ea typeface="Arial"/>
                <a:cs typeface="Arial"/>
              </a:rPr>
              <a:t>Channels with an issue fraction above 40% become exclusion candidates.</a:t>
            </a:r>
          </a:p>
        </p:txBody>
      </p:sp>
      <p:sp>
        <p:nvSpPr>
          <p:cNvPr id="3" name="矩形 2">
            <a:extLst>
              <a:ext uri="{FF2B5EF4-FFF2-40B4-BE49-F238E27FC236}">
                <a16:creationId xmlns:a16="http://schemas.microsoft.com/office/drawing/2014/main" id="{ADC680CE-5B83-4714-AF42-43C5F999D6D5}"/>
              </a:ext>
            </a:extLst>
          </p:cNvPr>
          <p:cNvSpPr>
            <a:spLocks noGrp="1"/>
          </p:cNvSpPr>
          <p:nvPr/>
        </p:nvSpPr>
        <p:spPr>
          <a:xfrm>
            <a:off x="609600" y="6505575"/>
            <a:ext cx="982980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NeuraDock EEG 101   /   Lesson 3   /   REAL RECORDING · quality control</a:t>
            </a:r>
          </a:p>
        </p:txBody>
      </p:sp>
      <p:sp>
        <p:nvSpPr>
          <p:cNvPr id="4" name="矩形 3">
            <a:extLst>
              <a:ext uri="{FF2B5EF4-FFF2-40B4-BE49-F238E27FC236}">
                <a16:creationId xmlns:a16="http://schemas.microsoft.com/office/drawing/2014/main" id="{0C68B4A3-2D86-4607-B704-7625EEAAB045}"/>
              </a:ext>
            </a:extLst>
          </p:cNvPr>
          <p:cNvSpPr>
            <a:spLocks noGrp="1"/>
          </p:cNvSpPr>
          <p:nvPr/>
        </p:nvSpPr>
        <p:spPr>
          <a:xfrm>
            <a:off x="10763250" y="6505575"/>
            <a:ext cx="85725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17 / 30</a:t>
            </a:r>
          </a:p>
        </p:txBody>
      </p:sp>
      <p:graphicFrame>
        <p:nvGraphicFramePr>
          <p:cNvPr id="14" name="Chart"/>
          <p:cNvGraphicFramePr/>
          <p:nvPr/>
        </p:nvGraphicFramePr>
        <p:xfrm>
          <a:off x="438150" y="1962150"/>
          <a:ext cx="7639050" cy="3676650"/>
        </p:xfrm>
        <a:graphic>
          <a:graphicData uri="http://schemas.openxmlformats.org/drawingml/2006/chart">
            <c:chart xmlns:c="http://schemas.openxmlformats.org/drawingml/2006/chart" xmlns:r="http://schemas.openxmlformats.org/officeDocument/2006/relationships" r:id="rId3"/>
          </a:graphicData>
        </a:graphic>
      </p:graphicFrame>
      <p:sp>
        <p:nvSpPr>
          <p:cNvPr id="6" name="矩形 5">
            <a:extLst>
              <a:ext uri="{FF2B5EF4-FFF2-40B4-BE49-F238E27FC236}">
                <a16:creationId xmlns:a16="http://schemas.microsoft.com/office/drawing/2014/main" id="{3B3576EC-93B8-4B9E-998E-1D9F89084E8E}"/>
              </a:ext>
            </a:extLst>
          </p:cNvPr>
          <p:cNvSpPr>
            <a:spLocks noGrp="1"/>
          </p:cNvSpPr>
          <p:nvPr/>
        </p:nvSpPr>
        <p:spPr>
          <a:xfrm>
            <a:off x="8362950" y="2028825"/>
            <a:ext cx="3171825" cy="666750"/>
          </a:xfrm>
          <a:prstGeom prst="rect">
            <a:avLst/>
          </a:prstGeom>
          <a:noFill/>
          <a:ln w="0">
            <a:noFill/>
          </a:ln>
        </p:spPr>
        <p:txBody>
          <a:bodyPr wrap="square" lIns="0" tIns="0" rIns="0" bIns="0" anchor="t">
            <a:noAutofit/>
          </a:bodyPr>
          <a:lstStyle/>
          <a:p>
            <a:pPr>
              <a:defRPr sz="2175" b="1">
                <a:solidFill>
                  <a:srgbClr val="0B2138"/>
                </a:solidFill>
                <a:latin typeface="Arial"/>
                <a:ea typeface="Arial"/>
                <a:cs typeface="Arial"/>
              </a:defRPr>
            </a:pPr>
            <a:r>
              <a:rPr sz="2175" b="1">
                <a:solidFill>
                  <a:srgbClr val="0B2138"/>
                </a:solidFill>
                <a:latin typeface="Arial"/>
                <a:ea typeface="Arial"/>
                <a:cs typeface="Arial"/>
              </a:rPr>
              <a:t>Eligible: Ch2, Ch4, Ch6</a:t>
            </a:r>
          </a:p>
        </p:txBody>
      </p:sp>
      <p:sp>
        <p:nvSpPr>
          <p:cNvPr id="7" name="矩形 6">
            <a:extLst>
              <a:ext uri="{FF2B5EF4-FFF2-40B4-BE49-F238E27FC236}">
                <a16:creationId xmlns:a16="http://schemas.microsoft.com/office/drawing/2014/main" id="{2CED9712-05FB-40C3-8C2D-6E5F555F2DF3}"/>
              </a:ext>
            </a:extLst>
          </p:cNvPr>
          <p:cNvSpPr>
            <a:spLocks noGrp="1"/>
          </p:cNvSpPr>
          <p:nvPr/>
        </p:nvSpPr>
        <p:spPr>
          <a:xfrm>
            <a:off x="8362950" y="2943225"/>
            <a:ext cx="3133725" cy="1447800"/>
          </a:xfrm>
          <a:prstGeom prst="rect">
            <a:avLst/>
          </a:prstGeom>
          <a:noFill/>
          <a:ln w="0">
            <a:noFill/>
          </a:ln>
        </p:spPr>
        <p:txBody>
          <a:bodyPr wrap="square" lIns="0" tIns="0" rIns="0" bIns="0" anchor="t">
            <a:noAutofit/>
          </a:bodyPr>
          <a:lstStyle/>
          <a:p>
            <a:pPr>
              <a:defRPr sz="2175" b="0">
                <a:solidFill>
                  <a:srgbClr val="1D2938"/>
                </a:solidFill>
                <a:latin typeface="Arial"/>
                <a:ea typeface="Arial"/>
                <a:cs typeface="Arial"/>
              </a:defRPr>
            </a:pPr>
            <a:r>
              <a:rPr sz="2175" b="0">
                <a:solidFill>
                  <a:srgbClr val="1D2938"/>
                </a:solidFill>
                <a:latin typeface="Arial"/>
                <a:ea typeface="Arial"/>
                <a:cs typeface="Arial"/>
              </a:rPr>
              <a:t>61 s accepted</a:t>
            </a:r>
          </a:p>
          <a:p>
            <a:pPr>
              <a:defRPr sz="2175" b="0">
                <a:solidFill>
                  <a:srgbClr val="1D2938"/>
                </a:solidFill>
                <a:latin typeface="Arial"/>
                <a:ea typeface="Arial"/>
                <a:cs typeface="Arial"/>
              </a:defRPr>
            </a:pPr>
            <a:r>
              <a:rPr sz="2175" b="0">
                <a:solidFill>
                  <a:srgbClr val="1D2938"/>
                </a:solidFill>
                <a:latin typeface="Arial"/>
                <a:ea typeface="Arial"/>
                <a:cs typeface="Arial"/>
              </a:rPr>
              <a:t>33 s rejected</a:t>
            </a:r>
          </a:p>
          <a:p>
            <a:pPr>
              <a:defRPr sz="2175" b="0">
                <a:solidFill>
                  <a:srgbClr val="1D2938"/>
                </a:solidFill>
                <a:latin typeface="Arial"/>
                <a:ea typeface="Arial"/>
                <a:cs typeface="Arial"/>
              </a:defRPr>
            </a:pPr>
            <a:r>
              <a:rPr sz="2175" b="0">
                <a:solidFill>
                  <a:srgbClr val="1D2938"/>
                </a:solidFill>
                <a:latin typeface="Arial"/>
                <a:ea typeface="Arial"/>
                <a:cs typeface="Arial"/>
              </a:rPr>
              <a:t>18 tail samples unassessed</a:t>
            </a:r>
          </a:p>
        </p:txBody>
      </p:sp>
      <p:sp>
        <p:nvSpPr>
          <p:cNvPr id="8" name="矩形 7">
            <a:extLst>
              <a:ext uri="{FF2B5EF4-FFF2-40B4-BE49-F238E27FC236}">
                <a16:creationId xmlns:a16="http://schemas.microsoft.com/office/drawing/2014/main" id="{F0EBE1A7-7E13-40E5-9CAC-FB30B217B59A}"/>
              </a:ext>
            </a:extLst>
          </p:cNvPr>
          <p:cNvSpPr>
            <a:spLocks noGrp="1"/>
          </p:cNvSpPr>
          <p:nvPr/>
        </p:nvSpPr>
        <p:spPr>
          <a:xfrm>
            <a:off x="8362950" y="4810125"/>
            <a:ext cx="3143250" cy="838200"/>
          </a:xfrm>
          <a:prstGeom prst="rect">
            <a:avLst/>
          </a:prstGeom>
          <a:noFill/>
          <a:ln w="0">
            <a:noFill/>
          </a:ln>
        </p:spPr>
        <p:txBody>
          <a:bodyPr wrap="square" lIns="0" tIns="0" rIns="0" bIns="0" anchor="t">
            <a:noAutofit/>
          </a:bodyPr>
          <a:lstStyle/>
          <a:p>
            <a:pPr>
              <a:defRPr sz="2175" b="1">
                <a:solidFill>
                  <a:srgbClr val="C26630"/>
                </a:solidFill>
                <a:latin typeface="Arial"/>
                <a:ea typeface="Arial"/>
                <a:cs typeface="Arial"/>
              </a:defRPr>
            </a:pPr>
            <a:r>
              <a:rPr sz="2175" b="1">
                <a:solidFill>
                  <a:srgbClr val="C26630"/>
                </a:solidFill>
                <a:latin typeface="Arial"/>
                <a:ea typeface="Arial"/>
                <a:cs typeface="Arial"/>
              </a:rPr>
              <a:t>Recording quality: warning</a:t>
            </a:r>
          </a:p>
        </p:txBody>
      </p:sp>
      <p:sp>
        <p:nvSpPr>
          <p:cNvPr id="9" name="矩形 8">
            <a:extLst>
              <a:ext uri="{FF2B5EF4-FFF2-40B4-BE49-F238E27FC236}">
                <a16:creationId xmlns:a16="http://schemas.microsoft.com/office/drawing/2014/main" id="{8F95CA15-2F11-492D-8DB4-B18CE1C5CBFC}"/>
              </a:ext>
            </a:extLst>
          </p:cNvPr>
          <p:cNvSpPr>
            <a:spLocks noGrp="1"/>
          </p:cNvSpPr>
          <p:nvPr/>
        </p:nvSpPr>
        <p:spPr>
          <a:xfrm>
            <a:off x="628650" y="5924550"/>
            <a:ext cx="10934700" cy="457200"/>
          </a:xfrm>
          <a:prstGeom prst="rect">
            <a:avLst/>
          </a:prstGeom>
          <a:noFill/>
          <a:ln w="0">
            <a:noFill/>
          </a:ln>
        </p:spPr>
        <p:txBody>
          <a:bodyPr wrap="square" lIns="0" tIns="0" rIns="0" bIns="0" anchor="t">
            <a:noAutofit/>
          </a:bodyPr>
          <a:lstStyle/>
          <a:p>
            <a:pPr>
              <a:defRPr sz="1875" b="1">
                <a:solidFill>
                  <a:srgbClr val="176B87"/>
                </a:solidFill>
                <a:latin typeface="Arial"/>
                <a:ea typeface="Arial"/>
                <a:cs typeface="Arial"/>
              </a:defRPr>
            </a:pPr>
            <a:r>
              <a:rPr sz="1875" b="1">
                <a:solidFill>
                  <a:srgbClr val="176B87"/>
                </a:solidFill>
                <a:latin typeface="Arial"/>
                <a:ea typeface="Arial"/>
                <a:cs typeface="Arial"/>
              </a:rPr>
              <a:t>The mask preserves the original timeline. Rejected time stays missing.</a:t>
            </a:r>
          </a:p>
        </p:txBody>
      </p:sp>
    </p:spTree>
    <p:extLst>
      <p:ext uri="{BB962C8B-B14F-4D97-AF65-F5344CB8AC3E}">
        <p14:creationId xmlns:p14="http://schemas.microsoft.com/office/powerpoint/2010/main" val="1651430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lide-title">
            <a:extLst>
              <a:ext uri="{FF2B5EF4-FFF2-40B4-BE49-F238E27FC236}">
                <a16:creationId xmlns:a16="http://schemas.microsoft.com/office/drawing/2014/main" id="{DE7C3407-1AB1-4C3F-B805-B24E6EBA352F}"/>
              </a:ext>
            </a:extLst>
          </p:cNvPr>
          <p:cNvSpPr>
            <a:spLocks noGrp="1"/>
          </p:cNvSpPr>
          <p:nvPr/>
        </p:nvSpPr>
        <p:spPr>
          <a:xfrm>
            <a:off x="609600" y="371475"/>
            <a:ext cx="10972800" cy="571500"/>
          </a:xfrm>
          <a:prstGeom prst="rect">
            <a:avLst/>
          </a:prstGeom>
          <a:noFill/>
          <a:ln w="0">
            <a:noFill/>
          </a:ln>
        </p:spPr>
        <p:txBody>
          <a:bodyPr wrap="square" lIns="0" tIns="0" rIns="0" bIns="0" anchor="t">
            <a:noAutofit/>
          </a:bodyPr>
          <a:lstStyle/>
          <a:p>
            <a:pPr>
              <a:defRPr sz="3300" b="1">
                <a:solidFill>
                  <a:srgbClr val="0B2138"/>
                </a:solidFill>
                <a:latin typeface="Arial"/>
                <a:ea typeface="Arial"/>
                <a:cs typeface="Arial"/>
              </a:defRPr>
            </a:pPr>
            <a:r>
              <a:rPr sz="3300" b="1">
                <a:solidFill>
                  <a:srgbClr val="0B2138"/>
                </a:solidFill>
                <a:latin typeface="Arial"/>
                <a:ea typeface="Arial"/>
                <a:cs typeface="Arial"/>
              </a:rPr>
              <a:t>Thresholds change how often metrics flag</a:t>
            </a:r>
          </a:p>
        </p:txBody>
      </p:sp>
      <p:sp>
        <p:nvSpPr>
          <p:cNvPr id="2" name="矩形 1">
            <a:extLst>
              <a:ext uri="{FF2B5EF4-FFF2-40B4-BE49-F238E27FC236}">
                <a16:creationId xmlns:a16="http://schemas.microsoft.com/office/drawing/2014/main" id="{F94ACC4B-D40F-49AF-B7C1-34BB0429EE31}"/>
              </a:ext>
            </a:extLst>
          </p:cNvPr>
          <p:cNvSpPr>
            <a:spLocks noGrp="1"/>
          </p:cNvSpPr>
          <p:nvPr/>
        </p:nvSpPr>
        <p:spPr>
          <a:xfrm>
            <a:off x="628650" y="1076325"/>
            <a:ext cx="10858500" cy="590550"/>
          </a:xfrm>
          <a:prstGeom prst="rect">
            <a:avLst/>
          </a:prstGeom>
          <a:noFill/>
          <a:ln w="0">
            <a:noFill/>
          </a:ln>
        </p:spPr>
        <p:txBody>
          <a:bodyPr wrap="square" lIns="0" tIns="0" rIns="0" bIns="0" anchor="t">
            <a:noAutofit/>
          </a:bodyPr>
          <a:lstStyle/>
          <a:p>
            <a:pPr>
              <a:defRPr sz="1875" b="0">
                <a:solidFill>
                  <a:srgbClr val="617184"/>
                </a:solidFill>
                <a:latin typeface="Arial"/>
                <a:ea typeface="Arial"/>
                <a:cs typeface="Arial"/>
              </a:defRPr>
            </a:pPr>
            <a:r>
              <a:rPr sz="1875" b="0">
                <a:solidFill>
                  <a:srgbClr val="617184"/>
                </a:solidFill>
                <a:latin typeface="Arial"/>
                <a:ea typeface="Arial"/>
                <a:cs typeface="Arial"/>
              </a:rPr>
              <a:t>This exercise changes metric thresholds to 0.5×, 1× and 2×.</a:t>
            </a:r>
          </a:p>
        </p:txBody>
      </p:sp>
      <p:sp>
        <p:nvSpPr>
          <p:cNvPr id="3" name="矩形 2">
            <a:extLst>
              <a:ext uri="{FF2B5EF4-FFF2-40B4-BE49-F238E27FC236}">
                <a16:creationId xmlns:a16="http://schemas.microsoft.com/office/drawing/2014/main" id="{B5BF58B3-71EC-46AF-A6CD-283415363064}"/>
              </a:ext>
            </a:extLst>
          </p:cNvPr>
          <p:cNvSpPr>
            <a:spLocks noGrp="1"/>
          </p:cNvSpPr>
          <p:nvPr/>
        </p:nvSpPr>
        <p:spPr>
          <a:xfrm>
            <a:off x="609600" y="6505575"/>
            <a:ext cx="982980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NeuraDock EEG 101   /   Lesson 3   /   REAL RECORDING · quality control</a:t>
            </a:r>
          </a:p>
        </p:txBody>
      </p:sp>
      <p:sp>
        <p:nvSpPr>
          <p:cNvPr id="4" name="矩形 3">
            <a:extLst>
              <a:ext uri="{FF2B5EF4-FFF2-40B4-BE49-F238E27FC236}">
                <a16:creationId xmlns:a16="http://schemas.microsoft.com/office/drawing/2014/main" id="{96606F20-4C58-4E62-A486-87D70D4EF316}"/>
              </a:ext>
            </a:extLst>
          </p:cNvPr>
          <p:cNvSpPr>
            <a:spLocks noGrp="1"/>
          </p:cNvSpPr>
          <p:nvPr/>
        </p:nvSpPr>
        <p:spPr>
          <a:xfrm>
            <a:off x="10763250" y="6505575"/>
            <a:ext cx="85725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18 / 30</a:t>
            </a:r>
          </a:p>
        </p:txBody>
      </p:sp>
      <p:graphicFrame>
        <p:nvGraphicFramePr>
          <p:cNvPr id="12" name="Chart"/>
          <p:cNvGraphicFramePr/>
          <p:nvPr/>
        </p:nvGraphicFramePr>
        <p:xfrm>
          <a:off x="561975" y="1885950"/>
          <a:ext cx="11001375" cy="3590925"/>
        </p:xfrm>
        <a:graphic>
          <a:graphicData uri="http://schemas.openxmlformats.org/drawingml/2006/chart">
            <c:chart xmlns:c="http://schemas.openxmlformats.org/drawingml/2006/chart" xmlns:r="http://schemas.openxmlformats.org/officeDocument/2006/relationships" r:id="rId3"/>
          </a:graphicData>
        </a:graphic>
      </p:graphicFrame>
      <p:sp>
        <p:nvSpPr>
          <p:cNvPr id="6" name="矩形 5">
            <a:extLst>
              <a:ext uri="{FF2B5EF4-FFF2-40B4-BE49-F238E27FC236}">
                <a16:creationId xmlns:a16="http://schemas.microsoft.com/office/drawing/2014/main" id="{FFBA2ADF-55BC-4683-988E-4B4EFC8F8745}"/>
              </a:ext>
            </a:extLst>
          </p:cNvPr>
          <p:cNvSpPr>
            <a:spLocks noGrp="1"/>
          </p:cNvSpPr>
          <p:nvPr/>
        </p:nvSpPr>
        <p:spPr>
          <a:xfrm>
            <a:off x="657225" y="5524500"/>
            <a:ext cx="10858500" cy="400050"/>
          </a:xfrm>
          <a:prstGeom prst="rect">
            <a:avLst/>
          </a:prstGeom>
          <a:noFill/>
          <a:ln w="0">
            <a:noFill/>
          </a:ln>
        </p:spPr>
        <p:txBody>
          <a:bodyPr wrap="square" lIns="0" tIns="0" rIns="0" bIns="0" anchor="t">
            <a:noAutofit/>
          </a:bodyPr>
          <a:lstStyle/>
          <a:p>
            <a:pPr>
              <a:defRPr sz="1950" b="0">
                <a:solidFill>
                  <a:srgbClr val="1D2938"/>
                </a:solidFill>
                <a:latin typeface="Arial"/>
                <a:ea typeface="Arial"/>
                <a:cs typeface="Arial"/>
              </a:defRPr>
            </a:pPr>
            <a:r>
              <a:rPr sz="1950" b="0">
                <a:solidFill>
                  <a:srgbClr val="1D2938"/>
                </a:solidFill>
                <a:latin typeface="Arial"/>
                <a:ea typeface="Arial"/>
                <a:cs typeface="Arial"/>
              </a:rPr>
              <a:t>Lower thresholds flag more observations. The 100 µV amplitude cutoff stays fixed.</a:t>
            </a:r>
          </a:p>
        </p:txBody>
      </p:sp>
      <p:sp>
        <p:nvSpPr>
          <p:cNvPr id="7" name="矩形 6">
            <a:extLst>
              <a:ext uri="{FF2B5EF4-FFF2-40B4-BE49-F238E27FC236}">
                <a16:creationId xmlns:a16="http://schemas.microsoft.com/office/drawing/2014/main" id="{E4EE504A-4BBC-45F7-8249-A433A0D78232}"/>
              </a:ext>
            </a:extLst>
          </p:cNvPr>
          <p:cNvSpPr>
            <a:spLocks noGrp="1"/>
          </p:cNvSpPr>
          <p:nvPr/>
        </p:nvSpPr>
        <p:spPr>
          <a:xfrm>
            <a:off x="628650" y="5924550"/>
            <a:ext cx="10934700" cy="457200"/>
          </a:xfrm>
          <a:prstGeom prst="rect">
            <a:avLst/>
          </a:prstGeom>
          <a:noFill/>
          <a:ln w="0">
            <a:noFill/>
          </a:ln>
        </p:spPr>
        <p:txBody>
          <a:bodyPr wrap="square" lIns="0" tIns="0" rIns="0" bIns="0" anchor="t">
            <a:noAutofit/>
          </a:bodyPr>
          <a:lstStyle/>
          <a:p>
            <a:pPr>
              <a:defRPr sz="1875" b="1">
                <a:solidFill>
                  <a:srgbClr val="176B87"/>
                </a:solidFill>
                <a:latin typeface="Arial"/>
                <a:ea typeface="Arial"/>
                <a:cs typeface="Arial"/>
              </a:defRPr>
            </a:pPr>
            <a:r>
              <a:rPr sz="1875" b="1">
                <a:solidFill>
                  <a:srgbClr val="176B87"/>
                </a:solidFill>
                <a:latin typeface="Arial"/>
                <a:ea typeface="Arial"/>
                <a:cs typeface="Arial"/>
              </a:rPr>
              <a:t>The saved final gate stays unchanged. This plot compares metric flag rates only.</a:t>
            </a:r>
          </a:p>
        </p:txBody>
      </p:sp>
    </p:spTree>
    <p:extLst>
      <p:ext uri="{BB962C8B-B14F-4D97-AF65-F5344CB8AC3E}">
        <p14:creationId xmlns:p14="http://schemas.microsoft.com/office/powerpoint/2010/main" val="12453648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lide-title">
            <a:extLst>
              <a:ext uri="{FF2B5EF4-FFF2-40B4-BE49-F238E27FC236}">
                <a16:creationId xmlns:a16="http://schemas.microsoft.com/office/drawing/2014/main" id="{21E8B86D-6A81-4852-8C5C-E1455CCFE38A}"/>
              </a:ext>
            </a:extLst>
          </p:cNvPr>
          <p:cNvSpPr>
            <a:spLocks noGrp="1"/>
          </p:cNvSpPr>
          <p:nvPr/>
        </p:nvSpPr>
        <p:spPr>
          <a:xfrm>
            <a:off x="609600" y="371475"/>
            <a:ext cx="10972800" cy="571500"/>
          </a:xfrm>
          <a:prstGeom prst="rect">
            <a:avLst/>
          </a:prstGeom>
          <a:noFill/>
          <a:ln w="0">
            <a:noFill/>
          </a:ln>
        </p:spPr>
        <p:txBody>
          <a:bodyPr wrap="square" lIns="0" tIns="0" rIns="0" bIns="0" anchor="t">
            <a:noAutofit/>
          </a:bodyPr>
          <a:lstStyle/>
          <a:p>
            <a:pPr>
              <a:defRPr sz="3300" b="1">
                <a:solidFill>
                  <a:srgbClr val="0B2138"/>
                </a:solidFill>
                <a:latin typeface="Arial"/>
                <a:ea typeface="Arial"/>
                <a:cs typeface="Arial"/>
              </a:defRPr>
            </a:pPr>
            <a:r>
              <a:rPr sz="3300" b="1">
                <a:solidFill>
                  <a:srgbClr val="0B2138"/>
                </a:solidFill>
                <a:latin typeface="Arial"/>
                <a:ea typeface="Arial"/>
                <a:cs typeface="Arial"/>
              </a:rPr>
              <a:t>A feature needs a continuous accepted window</a:t>
            </a:r>
          </a:p>
        </p:txBody>
      </p:sp>
      <p:sp>
        <p:nvSpPr>
          <p:cNvPr id="2" name="矩形 1">
            <a:extLst>
              <a:ext uri="{FF2B5EF4-FFF2-40B4-BE49-F238E27FC236}">
                <a16:creationId xmlns:a16="http://schemas.microsoft.com/office/drawing/2014/main" id="{F34FFDD1-2792-4E49-AF14-442C3806C86E}"/>
              </a:ext>
            </a:extLst>
          </p:cNvPr>
          <p:cNvSpPr>
            <a:spLocks noGrp="1"/>
          </p:cNvSpPr>
          <p:nvPr/>
        </p:nvSpPr>
        <p:spPr>
          <a:xfrm>
            <a:off x="628650" y="1076325"/>
            <a:ext cx="10858500" cy="590550"/>
          </a:xfrm>
          <a:prstGeom prst="rect">
            <a:avLst/>
          </a:prstGeom>
          <a:noFill/>
          <a:ln w="0">
            <a:noFill/>
          </a:ln>
        </p:spPr>
        <p:txBody>
          <a:bodyPr wrap="square" lIns="0" tIns="0" rIns="0" bIns="0" anchor="t">
            <a:noAutofit/>
          </a:bodyPr>
          <a:lstStyle/>
          <a:p>
            <a:pPr>
              <a:defRPr sz="1875" b="0">
                <a:solidFill>
                  <a:srgbClr val="617184"/>
                </a:solidFill>
                <a:latin typeface="Arial"/>
                <a:ea typeface="Arial"/>
                <a:cs typeface="Arial"/>
              </a:defRPr>
            </a:pPr>
            <a:r>
              <a:rPr sz="1875" b="0">
                <a:solidFill>
                  <a:srgbClr val="617184"/>
                </a:solidFill>
                <a:latin typeface="Arial"/>
                <a:ea typeface="Arial"/>
                <a:cs typeface="Arial"/>
              </a:rPr>
              <a:t>The default is Ch2, the first eligible channel, over 19–23 seconds.</a:t>
            </a:r>
          </a:p>
        </p:txBody>
      </p:sp>
      <p:sp>
        <p:nvSpPr>
          <p:cNvPr id="3" name="矩形 2">
            <a:extLst>
              <a:ext uri="{FF2B5EF4-FFF2-40B4-BE49-F238E27FC236}">
                <a16:creationId xmlns:a16="http://schemas.microsoft.com/office/drawing/2014/main" id="{EFB0D329-C8A9-480F-9D38-22AABF50F554}"/>
              </a:ext>
            </a:extLst>
          </p:cNvPr>
          <p:cNvSpPr>
            <a:spLocks noGrp="1"/>
          </p:cNvSpPr>
          <p:nvPr/>
        </p:nvSpPr>
        <p:spPr>
          <a:xfrm>
            <a:off x="609600" y="6505575"/>
            <a:ext cx="982980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NeuraDock EEG 101   /   Lesson 4   /   REAL RECORDING · Alpha features</a:t>
            </a:r>
          </a:p>
        </p:txBody>
      </p:sp>
      <p:sp>
        <p:nvSpPr>
          <p:cNvPr id="4" name="矩形 3">
            <a:extLst>
              <a:ext uri="{FF2B5EF4-FFF2-40B4-BE49-F238E27FC236}">
                <a16:creationId xmlns:a16="http://schemas.microsoft.com/office/drawing/2014/main" id="{1057A2A9-1C52-49F2-B0D5-79D86FFEF2D4}"/>
              </a:ext>
            </a:extLst>
          </p:cNvPr>
          <p:cNvSpPr>
            <a:spLocks noGrp="1"/>
          </p:cNvSpPr>
          <p:nvPr/>
        </p:nvSpPr>
        <p:spPr>
          <a:xfrm>
            <a:off x="10763250" y="6505575"/>
            <a:ext cx="85725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19 / 30</a:t>
            </a:r>
          </a:p>
        </p:txBody>
      </p:sp>
      <p:graphicFrame>
        <p:nvGraphicFramePr>
          <p:cNvPr id="12" name="Chart"/>
          <p:cNvGraphicFramePr/>
          <p:nvPr/>
        </p:nvGraphicFramePr>
        <p:xfrm>
          <a:off x="457200" y="1924050"/>
          <a:ext cx="10820400"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6" name="矩形 5">
            <a:extLst>
              <a:ext uri="{FF2B5EF4-FFF2-40B4-BE49-F238E27FC236}">
                <a16:creationId xmlns:a16="http://schemas.microsoft.com/office/drawing/2014/main" id="{BF48B20A-D83D-455E-9E71-C9F411935375}"/>
              </a:ext>
            </a:extLst>
          </p:cNvPr>
          <p:cNvSpPr>
            <a:spLocks noGrp="1"/>
          </p:cNvSpPr>
          <p:nvPr/>
        </p:nvSpPr>
        <p:spPr>
          <a:xfrm>
            <a:off x="657225" y="5229225"/>
            <a:ext cx="10858500" cy="523875"/>
          </a:xfrm>
          <a:prstGeom prst="rect">
            <a:avLst/>
          </a:prstGeom>
          <a:noFill/>
          <a:ln w="0">
            <a:noFill/>
          </a:ln>
        </p:spPr>
        <p:txBody>
          <a:bodyPr wrap="square" lIns="0" tIns="0" rIns="0" bIns="0" anchor="t">
            <a:noAutofit/>
          </a:bodyPr>
          <a:lstStyle/>
          <a:p>
            <a:pPr>
              <a:defRPr sz="2175" b="0">
                <a:solidFill>
                  <a:srgbClr val="0B2138"/>
                </a:solidFill>
                <a:latin typeface="Consolas"/>
                <a:ea typeface="Consolas"/>
                <a:cs typeface="Consolas"/>
              </a:defRPr>
            </a:pPr>
            <a:r>
              <a:rPr sz="2175" b="0">
                <a:solidFill>
                  <a:srgbClr val="0B2138"/>
                </a:solidFill>
                <a:latin typeface="Consolas"/>
                <a:ea typeface="Consolas"/>
                <a:cs typeface="Consolas"/>
              </a:rPr>
              <a:t>segment = filtered[eligible_indices, 4750:5750]</a:t>
            </a:r>
          </a:p>
        </p:txBody>
      </p:sp>
      <p:sp>
        <p:nvSpPr>
          <p:cNvPr id="7" name="矩形 6">
            <a:extLst>
              <a:ext uri="{FF2B5EF4-FFF2-40B4-BE49-F238E27FC236}">
                <a16:creationId xmlns:a16="http://schemas.microsoft.com/office/drawing/2014/main" id="{EA23DD79-DA38-44C3-96C8-D94D7FBC4085}"/>
              </a:ext>
            </a:extLst>
          </p:cNvPr>
          <p:cNvSpPr>
            <a:spLocks noGrp="1"/>
          </p:cNvSpPr>
          <p:nvPr/>
        </p:nvSpPr>
        <p:spPr>
          <a:xfrm>
            <a:off x="628650" y="5924550"/>
            <a:ext cx="10934700" cy="457200"/>
          </a:xfrm>
          <a:prstGeom prst="rect">
            <a:avLst/>
          </a:prstGeom>
          <a:noFill/>
          <a:ln w="0">
            <a:noFill/>
          </a:ln>
        </p:spPr>
        <p:txBody>
          <a:bodyPr wrap="square" lIns="0" tIns="0" rIns="0" bIns="0" anchor="t">
            <a:noAutofit/>
          </a:bodyPr>
          <a:lstStyle/>
          <a:p>
            <a:pPr>
              <a:defRPr sz="1875" b="1">
                <a:solidFill>
                  <a:srgbClr val="176B87"/>
                </a:solidFill>
                <a:latin typeface="Arial"/>
                <a:ea typeface="Arial"/>
                <a:cs typeface="Arial"/>
              </a:defRPr>
            </a:pPr>
            <a:r>
              <a:rPr sz="1875" b="1">
                <a:solidFill>
                  <a:srgbClr val="176B87"/>
                </a:solidFill>
                <a:latin typeface="Arial"/>
                <a:ea typeface="Arial"/>
                <a:cs typeface="Arial"/>
              </a:rPr>
              <a:t>All 1,000 samples must pass the temporal gate. No gaps are stitched together.</a:t>
            </a:r>
          </a:p>
        </p:txBody>
      </p:sp>
    </p:spTree>
    <p:extLst>
      <p:ext uri="{BB962C8B-B14F-4D97-AF65-F5344CB8AC3E}">
        <p14:creationId xmlns:p14="http://schemas.microsoft.com/office/powerpoint/2010/main" val="13522685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BF83961F-E18A-4106-91CD-A7D889F3E9F3}"/>
              </a:ext>
            </a:extLst>
          </p:cNvPr>
          <p:cNvSpPr>
            <a:spLocks noGrp="1"/>
          </p:cNvSpPr>
          <p:nvPr/>
        </p:nvSpPr>
        <p:spPr>
          <a:xfrm>
            <a:off x="609600" y="371475"/>
            <a:ext cx="10972800" cy="571500"/>
          </a:xfrm>
          <a:prstGeom prst="rect">
            <a:avLst/>
          </a:prstGeom>
          <a:noFill/>
          <a:ln w="0">
            <a:noFill/>
          </a:ln>
        </p:spPr>
        <p:txBody>
          <a:bodyPr wrap="square" lIns="0" tIns="0" rIns="0" bIns="0" anchor="t">
            <a:noAutofit/>
          </a:bodyPr>
          <a:lstStyle/>
          <a:p>
            <a:pPr>
              <a:defRPr sz="3300" b="1">
                <a:solidFill>
                  <a:srgbClr val="0B2138"/>
                </a:solidFill>
                <a:latin typeface="Arial"/>
                <a:ea typeface="Arial"/>
                <a:cs typeface="Arial"/>
              </a:defRPr>
            </a:pPr>
            <a:r>
              <a:rPr sz="3300" b="1">
                <a:solidFill>
                  <a:srgbClr val="0B2138"/>
                </a:solidFill>
                <a:latin typeface="Arial"/>
                <a:ea typeface="Arial"/>
                <a:cs typeface="Arial"/>
              </a:rPr>
              <a:t>Welch PSD describes power across frequency</a:t>
            </a:r>
          </a:p>
        </p:txBody>
      </p:sp>
      <p:sp>
        <p:nvSpPr>
          <p:cNvPr id="2" name="矩形 1">
            <a:extLst>
              <a:ext uri="{FF2B5EF4-FFF2-40B4-BE49-F238E27FC236}">
                <a16:creationId xmlns:a16="http://schemas.microsoft.com/office/drawing/2014/main" id="{ECDEE5AB-1E54-420F-99C9-C3AFC3D6931A}"/>
              </a:ext>
            </a:extLst>
          </p:cNvPr>
          <p:cNvSpPr>
            <a:spLocks noGrp="1"/>
          </p:cNvSpPr>
          <p:nvPr/>
        </p:nvSpPr>
        <p:spPr>
          <a:xfrm>
            <a:off x="628650" y="1076325"/>
            <a:ext cx="10858500" cy="590550"/>
          </a:xfrm>
          <a:prstGeom prst="rect">
            <a:avLst/>
          </a:prstGeom>
          <a:noFill/>
          <a:ln w="0">
            <a:noFill/>
          </a:ln>
        </p:spPr>
        <p:txBody>
          <a:bodyPr wrap="square" lIns="0" tIns="0" rIns="0" bIns="0" anchor="t">
            <a:noAutofit/>
          </a:bodyPr>
          <a:lstStyle/>
          <a:p>
            <a:pPr>
              <a:defRPr sz="1875" b="0">
                <a:solidFill>
                  <a:srgbClr val="617184"/>
                </a:solidFill>
                <a:latin typeface="Arial"/>
                <a:ea typeface="Arial"/>
                <a:cs typeface="Arial"/>
              </a:defRPr>
            </a:pPr>
            <a:r>
              <a:rPr sz="1875" b="0">
                <a:solidFill>
                  <a:srgbClr val="617184"/>
                </a:solidFill>
                <a:latin typeface="Arial"/>
                <a:ea typeface="Arial"/>
                <a:cs typeface="Arial"/>
              </a:rPr>
              <a:t>The power spectral density has units of µV²/Hz. [3]</a:t>
            </a:r>
          </a:p>
        </p:txBody>
      </p:sp>
      <p:sp>
        <p:nvSpPr>
          <p:cNvPr id="3" name="矩形 2">
            <a:extLst>
              <a:ext uri="{FF2B5EF4-FFF2-40B4-BE49-F238E27FC236}">
                <a16:creationId xmlns:a16="http://schemas.microsoft.com/office/drawing/2014/main" id="{FB3BCEE1-5D2B-4F4B-9353-01AFE94AD458}"/>
              </a:ext>
            </a:extLst>
          </p:cNvPr>
          <p:cNvSpPr>
            <a:spLocks noGrp="1"/>
          </p:cNvSpPr>
          <p:nvPr/>
        </p:nvSpPr>
        <p:spPr>
          <a:xfrm>
            <a:off x="609600" y="6505575"/>
            <a:ext cx="982980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NeuraDock EEG 101   /   Lesson 4   /   REAL RECORDING · Alpha features</a:t>
            </a:r>
          </a:p>
        </p:txBody>
      </p:sp>
      <p:sp>
        <p:nvSpPr>
          <p:cNvPr id="4" name="矩形 3">
            <a:extLst>
              <a:ext uri="{FF2B5EF4-FFF2-40B4-BE49-F238E27FC236}">
                <a16:creationId xmlns:a16="http://schemas.microsoft.com/office/drawing/2014/main" id="{CAB2FD37-5EFB-4AEC-A590-347FF8B7E104}"/>
              </a:ext>
            </a:extLst>
          </p:cNvPr>
          <p:cNvSpPr>
            <a:spLocks noGrp="1"/>
          </p:cNvSpPr>
          <p:nvPr/>
        </p:nvSpPr>
        <p:spPr>
          <a:xfrm>
            <a:off x="10763250" y="6505575"/>
            <a:ext cx="85725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20 / 30</a:t>
            </a:r>
          </a:p>
        </p:txBody>
      </p:sp>
      <p:graphicFrame>
        <p:nvGraphicFramePr>
          <p:cNvPr id="14" name="Chart"/>
          <p:cNvGraphicFramePr/>
          <p:nvPr/>
        </p:nvGraphicFramePr>
        <p:xfrm>
          <a:off x="457200" y="1914525"/>
          <a:ext cx="7543800" cy="3810000"/>
        </p:xfrm>
        <a:graphic>
          <a:graphicData uri="http://schemas.openxmlformats.org/drawingml/2006/chart">
            <c:chart xmlns:c="http://schemas.openxmlformats.org/drawingml/2006/chart" xmlns:r="http://schemas.openxmlformats.org/officeDocument/2006/relationships" r:id="rId3"/>
          </a:graphicData>
        </a:graphic>
      </p:graphicFrame>
      <p:sp>
        <p:nvSpPr>
          <p:cNvPr id="6" name="矩形 5">
            <a:extLst>
              <a:ext uri="{FF2B5EF4-FFF2-40B4-BE49-F238E27FC236}">
                <a16:creationId xmlns:a16="http://schemas.microsoft.com/office/drawing/2014/main" id="{E3CECEFF-E1D1-459C-B686-2980E4F1A773}"/>
              </a:ext>
            </a:extLst>
          </p:cNvPr>
          <p:cNvSpPr>
            <a:spLocks noGrp="1"/>
          </p:cNvSpPr>
          <p:nvPr/>
        </p:nvSpPr>
        <p:spPr>
          <a:xfrm>
            <a:off x="8391525" y="2095500"/>
            <a:ext cx="3114675" cy="666750"/>
          </a:xfrm>
          <a:prstGeom prst="rect">
            <a:avLst/>
          </a:prstGeom>
          <a:noFill/>
          <a:ln w="0">
            <a:noFill/>
          </a:ln>
        </p:spPr>
        <p:txBody>
          <a:bodyPr wrap="square" lIns="0" tIns="0" rIns="0" bIns="0" anchor="t">
            <a:noAutofit/>
          </a:bodyPr>
          <a:lstStyle/>
          <a:p>
            <a:pPr>
              <a:defRPr sz="2175" b="1">
                <a:solidFill>
                  <a:srgbClr val="0B2138"/>
                </a:solidFill>
                <a:latin typeface="Arial"/>
                <a:ea typeface="Arial"/>
                <a:cs typeface="Arial"/>
              </a:defRPr>
            </a:pPr>
            <a:r>
              <a:rPr sz="2175" b="1">
                <a:solidFill>
                  <a:srgbClr val="0B2138"/>
                </a:solidFill>
                <a:latin typeface="Arial"/>
                <a:ea typeface="Arial"/>
                <a:cs typeface="Arial"/>
              </a:rPr>
              <a:t>Averaged short spectra</a:t>
            </a:r>
          </a:p>
        </p:txBody>
      </p:sp>
      <p:sp>
        <p:nvSpPr>
          <p:cNvPr id="7" name="矩形 6">
            <a:extLst>
              <a:ext uri="{FF2B5EF4-FFF2-40B4-BE49-F238E27FC236}">
                <a16:creationId xmlns:a16="http://schemas.microsoft.com/office/drawing/2014/main" id="{DBD740A7-059D-474D-8E0E-C5CA5F59AA02}"/>
              </a:ext>
            </a:extLst>
          </p:cNvPr>
          <p:cNvSpPr>
            <a:spLocks noGrp="1"/>
          </p:cNvSpPr>
          <p:nvPr/>
        </p:nvSpPr>
        <p:spPr>
          <a:xfrm>
            <a:off x="8391525" y="3067050"/>
            <a:ext cx="3133725" cy="1514475"/>
          </a:xfrm>
          <a:prstGeom prst="rect">
            <a:avLst/>
          </a:prstGeom>
          <a:noFill/>
          <a:ln w="0">
            <a:noFill/>
          </a:ln>
        </p:spPr>
        <p:txBody>
          <a:bodyPr wrap="square" lIns="0" tIns="0" rIns="0" bIns="0" anchor="t">
            <a:noAutofit/>
          </a:bodyPr>
          <a:lstStyle/>
          <a:p>
            <a:pPr>
              <a:defRPr sz="2025" b="0">
                <a:solidFill>
                  <a:srgbClr val="1D2938"/>
                </a:solidFill>
                <a:latin typeface="Arial"/>
                <a:ea typeface="Arial"/>
                <a:cs typeface="Arial"/>
              </a:defRPr>
            </a:pPr>
            <a:r>
              <a:rPr sz="2025" b="0">
                <a:solidFill>
                  <a:srgbClr val="1D2938"/>
                </a:solidFill>
                <a:latin typeface="Arial"/>
                <a:ea typeface="Arial"/>
                <a:cs typeface="Arial"/>
              </a:rPr>
              <a:t>2 s Welch segments</a:t>
            </a:r>
          </a:p>
          <a:p>
            <a:pPr>
              <a:defRPr sz="2025" b="0">
                <a:solidFill>
                  <a:srgbClr val="1D2938"/>
                </a:solidFill>
                <a:latin typeface="Arial"/>
                <a:ea typeface="Arial"/>
                <a:cs typeface="Arial"/>
              </a:defRPr>
            </a:pPr>
            <a:r>
              <a:rPr sz="2025" b="0">
                <a:solidFill>
                  <a:srgbClr val="1D2938"/>
                </a:solidFill>
                <a:latin typeface="Arial"/>
                <a:ea typeface="Arial"/>
                <a:cs typeface="Arial"/>
              </a:rPr>
              <a:t>500 samples per segment</a:t>
            </a:r>
          </a:p>
          <a:p>
            <a:pPr>
              <a:defRPr sz="2025" b="0">
                <a:solidFill>
                  <a:srgbClr val="1D2938"/>
                </a:solidFill>
                <a:latin typeface="Arial"/>
                <a:ea typeface="Arial"/>
                <a:cs typeface="Arial"/>
              </a:defRPr>
            </a:pPr>
            <a:r>
              <a:rPr sz="2025" b="0">
                <a:solidFill>
                  <a:srgbClr val="1D2938"/>
                </a:solidFill>
                <a:latin typeface="Arial"/>
                <a:ea typeface="Arial"/>
                <a:cs typeface="Arial"/>
              </a:rPr>
              <a:t>0.5 Hz frequency grid</a:t>
            </a:r>
          </a:p>
        </p:txBody>
      </p:sp>
      <p:sp>
        <p:nvSpPr>
          <p:cNvPr id="8" name="矩形 7">
            <a:extLst>
              <a:ext uri="{FF2B5EF4-FFF2-40B4-BE49-F238E27FC236}">
                <a16:creationId xmlns:a16="http://schemas.microsoft.com/office/drawing/2014/main" id="{EBE4DE1E-F332-4741-890B-6939B44B437F}"/>
              </a:ext>
            </a:extLst>
          </p:cNvPr>
          <p:cNvSpPr>
            <a:spLocks noGrp="1"/>
          </p:cNvSpPr>
          <p:nvPr/>
        </p:nvSpPr>
        <p:spPr>
          <a:xfrm>
            <a:off x="8391525" y="5000625"/>
            <a:ext cx="3133725" cy="666750"/>
          </a:xfrm>
          <a:prstGeom prst="rect">
            <a:avLst/>
          </a:prstGeom>
          <a:noFill/>
          <a:ln w="0">
            <a:noFill/>
          </a:ln>
        </p:spPr>
        <p:txBody>
          <a:bodyPr wrap="square" lIns="0" tIns="0" rIns="0" bIns="0" anchor="t">
            <a:noAutofit/>
          </a:bodyPr>
          <a:lstStyle/>
          <a:p>
            <a:pPr>
              <a:defRPr sz="2025" b="1">
                <a:solidFill>
                  <a:srgbClr val="C26630"/>
                </a:solidFill>
                <a:latin typeface="Arial"/>
                <a:ea typeface="Arial"/>
                <a:cs typeface="Arial"/>
              </a:defRPr>
            </a:pPr>
            <a:r>
              <a:rPr sz="2025" b="1">
                <a:solidFill>
                  <a:srgbClr val="C26630"/>
                </a:solidFill>
                <a:latin typeface="Arial"/>
                <a:ea typeface="Arial"/>
                <a:cs typeface="Arial"/>
              </a:rPr>
              <a:t>Orange marks 8–13 Hz.</a:t>
            </a:r>
          </a:p>
        </p:txBody>
      </p:sp>
      <p:sp>
        <p:nvSpPr>
          <p:cNvPr id="9" name="矩形 8">
            <a:extLst>
              <a:ext uri="{FF2B5EF4-FFF2-40B4-BE49-F238E27FC236}">
                <a16:creationId xmlns:a16="http://schemas.microsoft.com/office/drawing/2014/main" id="{6BDD5E9F-39FB-4BFA-895D-DC76BCA99859}"/>
              </a:ext>
            </a:extLst>
          </p:cNvPr>
          <p:cNvSpPr>
            <a:spLocks noGrp="1"/>
          </p:cNvSpPr>
          <p:nvPr/>
        </p:nvSpPr>
        <p:spPr>
          <a:xfrm>
            <a:off x="628650" y="5924550"/>
            <a:ext cx="10934700" cy="457200"/>
          </a:xfrm>
          <a:prstGeom prst="rect">
            <a:avLst/>
          </a:prstGeom>
          <a:noFill/>
          <a:ln w="0">
            <a:noFill/>
          </a:ln>
        </p:spPr>
        <p:txBody>
          <a:bodyPr wrap="square" lIns="0" tIns="0" rIns="0" bIns="0" anchor="t">
            <a:noAutofit/>
          </a:bodyPr>
          <a:lstStyle/>
          <a:p>
            <a:pPr>
              <a:defRPr sz="1875" b="1">
                <a:solidFill>
                  <a:srgbClr val="176B87"/>
                </a:solidFill>
                <a:latin typeface="Arial"/>
                <a:ea typeface="Arial"/>
                <a:cs typeface="Arial"/>
              </a:defRPr>
            </a:pPr>
            <a:r>
              <a:rPr sz="1875" b="1">
                <a:solidFill>
                  <a:srgbClr val="176B87"/>
                </a:solidFill>
                <a:latin typeface="Arial"/>
                <a:ea typeface="Arial"/>
                <a:cs typeface="Arial"/>
              </a:rPr>
              <a:t>Band power can exist without a sharp spectral peak.</a:t>
            </a:r>
          </a:p>
        </p:txBody>
      </p:sp>
    </p:spTree>
    <p:extLst>
      <p:ext uri="{BB962C8B-B14F-4D97-AF65-F5344CB8AC3E}">
        <p14:creationId xmlns:p14="http://schemas.microsoft.com/office/powerpoint/2010/main" val="6980324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lide-title">
            <a:extLst>
              <a:ext uri="{FF2B5EF4-FFF2-40B4-BE49-F238E27FC236}">
                <a16:creationId xmlns:a16="http://schemas.microsoft.com/office/drawing/2014/main" id="{E8DD68A1-D250-47B6-AC76-3FF21B338E12}"/>
              </a:ext>
            </a:extLst>
          </p:cNvPr>
          <p:cNvSpPr>
            <a:spLocks noGrp="1"/>
          </p:cNvSpPr>
          <p:nvPr/>
        </p:nvSpPr>
        <p:spPr>
          <a:xfrm>
            <a:off x="609600" y="371475"/>
            <a:ext cx="10972800" cy="571500"/>
          </a:xfrm>
          <a:prstGeom prst="rect">
            <a:avLst/>
          </a:prstGeom>
          <a:noFill/>
          <a:ln w="0">
            <a:noFill/>
          </a:ln>
        </p:spPr>
        <p:txBody>
          <a:bodyPr wrap="square" lIns="0" tIns="0" rIns="0" bIns="0" anchor="t">
            <a:noAutofit/>
          </a:bodyPr>
          <a:lstStyle/>
          <a:p>
            <a:pPr>
              <a:defRPr sz="3300" b="1">
                <a:solidFill>
                  <a:srgbClr val="0B2138"/>
                </a:solidFill>
                <a:latin typeface="Arial"/>
                <a:ea typeface="Arial"/>
                <a:cs typeface="Arial"/>
              </a:defRPr>
            </a:pPr>
            <a:r>
              <a:rPr sz="3300" b="1">
                <a:solidFill>
                  <a:srgbClr val="0B2138"/>
                </a:solidFill>
                <a:latin typeface="Arial"/>
                <a:ea typeface="Arial"/>
                <a:cs typeface="Arial"/>
              </a:rPr>
              <a:t>Alpha power is the area from 8 to 13 Hz</a:t>
            </a:r>
          </a:p>
        </p:txBody>
      </p:sp>
      <p:sp>
        <p:nvSpPr>
          <p:cNvPr id="2" name="矩形 1">
            <a:extLst>
              <a:ext uri="{FF2B5EF4-FFF2-40B4-BE49-F238E27FC236}">
                <a16:creationId xmlns:a16="http://schemas.microsoft.com/office/drawing/2014/main" id="{AABB7C9C-925F-4487-8C8C-08966AE6EE23}"/>
              </a:ext>
            </a:extLst>
          </p:cNvPr>
          <p:cNvSpPr>
            <a:spLocks noGrp="1"/>
          </p:cNvSpPr>
          <p:nvPr/>
        </p:nvSpPr>
        <p:spPr>
          <a:xfrm>
            <a:off x="628650" y="1076325"/>
            <a:ext cx="10858500" cy="590550"/>
          </a:xfrm>
          <a:prstGeom prst="rect">
            <a:avLst/>
          </a:prstGeom>
          <a:noFill/>
          <a:ln w="0">
            <a:noFill/>
          </a:ln>
        </p:spPr>
        <p:txBody>
          <a:bodyPr wrap="square" lIns="0" tIns="0" rIns="0" bIns="0" anchor="t">
            <a:noAutofit/>
          </a:bodyPr>
          <a:lstStyle/>
          <a:p>
            <a:pPr>
              <a:defRPr sz="1875" b="0">
                <a:solidFill>
                  <a:srgbClr val="617184"/>
                </a:solidFill>
                <a:latin typeface="Arial"/>
                <a:ea typeface="Arial"/>
                <a:cs typeface="Arial"/>
              </a:defRPr>
            </a:pPr>
            <a:r>
              <a:rPr sz="1875" b="0">
                <a:solidFill>
                  <a:srgbClr val="617184"/>
                </a:solidFill>
                <a:latin typeface="Arial"/>
                <a:ea typeface="Arial"/>
                <a:cs typeface="Arial"/>
              </a:rPr>
              <a:t>The notebook integrates the density rather than reading one peak. [3]</a:t>
            </a:r>
          </a:p>
        </p:txBody>
      </p:sp>
      <p:sp>
        <p:nvSpPr>
          <p:cNvPr id="3" name="矩形 2">
            <a:extLst>
              <a:ext uri="{FF2B5EF4-FFF2-40B4-BE49-F238E27FC236}">
                <a16:creationId xmlns:a16="http://schemas.microsoft.com/office/drawing/2014/main" id="{4831CF14-9178-4DCD-AF2E-060D6066376D}"/>
              </a:ext>
            </a:extLst>
          </p:cNvPr>
          <p:cNvSpPr>
            <a:spLocks noGrp="1"/>
          </p:cNvSpPr>
          <p:nvPr/>
        </p:nvSpPr>
        <p:spPr>
          <a:xfrm>
            <a:off x="609600" y="6505575"/>
            <a:ext cx="982980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NeuraDock EEG 101   /   Lesson 4   /   REAL RECORDING · Alpha features</a:t>
            </a:r>
          </a:p>
        </p:txBody>
      </p:sp>
      <p:sp>
        <p:nvSpPr>
          <p:cNvPr id="4" name="矩形 3">
            <a:extLst>
              <a:ext uri="{FF2B5EF4-FFF2-40B4-BE49-F238E27FC236}">
                <a16:creationId xmlns:a16="http://schemas.microsoft.com/office/drawing/2014/main" id="{2A9201F9-DDAB-475C-891F-D3BF46C63079}"/>
              </a:ext>
            </a:extLst>
          </p:cNvPr>
          <p:cNvSpPr>
            <a:spLocks noGrp="1"/>
          </p:cNvSpPr>
          <p:nvPr/>
        </p:nvSpPr>
        <p:spPr>
          <a:xfrm>
            <a:off x="10763250" y="6505575"/>
            <a:ext cx="85725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21 / 30</a:t>
            </a:r>
          </a:p>
        </p:txBody>
      </p:sp>
      <p:sp>
        <p:nvSpPr>
          <p:cNvPr id="5" name="矩形 4">
            <a:extLst>
              <a:ext uri="{FF2B5EF4-FFF2-40B4-BE49-F238E27FC236}">
                <a16:creationId xmlns:a16="http://schemas.microsoft.com/office/drawing/2014/main" id="{AC4AC8E5-DC19-4D99-B271-9AD2AF0620FC}"/>
              </a:ext>
            </a:extLst>
          </p:cNvPr>
          <p:cNvSpPr>
            <a:spLocks noGrp="1"/>
          </p:cNvSpPr>
          <p:nvPr/>
        </p:nvSpPr>
        <p:spPr>
          <a:xfrm>
            <a:off x="657225" y="1914525"/>
            <a:ext cx="7143750" cy="695325"/>
          </a:xfrm>
          <a:prstGeom prst="rect">
            <a:avLst/>
          </a:prstGeom>
          <a:noFill/>
          <a:ln w="0">
            <a:noFill/>
          </a:ln>
        </p:spPr>
        <p:txBody>
          <a:bodyPr wrap="square" lIns="0" tIns="0" rIns="0" bIns="0" anchor="t">
            <a:noAutofit/>
          </a:bodyPr>
          <a:lstStyle/>
          <a:p>
            <a:pPr>
              <a:defRPr sz="3450" b="1">
                <a:solidFill>
                  <a:srgbClr val="176B87"/>
                </a:solidFill>
                <a:latin typeface="Arial"/>
                <a:ea typeface="Arial"/>
                <a:cs typeface="Arial"/>
              </a:defRPr>
            </a:pPr>
            <a:r>
              <a:rPr sz="3450" b="1">
                <a:solidFill>
                  <a:srgbClr val="176B87"/>
                </a:solidFill>
                <a:latin typeface="Arial"/>
                <a:ea typeface="Arial"/>
                <a:cs typeface="Arial"/>
              </a:rPr>
              <a:t>Pα = ∫₈¹³ PSD(f) df</a:t>
            </a:r>
          </a:p>
        </p:txBody>
      </p:sp>
      <p:sp>
        <p:nvSpPr>
          <p:cNvPr id="6" name="矩形 5">
            <a:extLst>
              <a:ext uri="{FF2B5EF4-FFF2-40B4-BE49-F238E27FC236}">
                <a16:creationId xmlns:a16="http://schemas.microsoft.com/office/drawing/2014/main" id="{73EEDC83-4CD4-48CF-BA5A-7468A2CE5DDC}"/>
              </a:ext>
            </a:extLst>
          </p:cNvPr>
          <p:cNvSpPr>
            <a:spLocks noGrp="1"/>
          </p:cNvSpPr>
          <p:nvPr/>
        </p:nvSpPr>
        <p:spPr>
          <a:xfrm>
            <a:off x="657225" y="3028950"/>
            <a:ext cx="7143750" cy="2028825"/>
          </a:xfrm>
          <a:prstGeom prst="rect">
            <a:avLst/>
          </a:prstGeom>
          <a:noFill/>
          <a:ln w="0">
            <a:noFill/>
          </a:ln>
        </p:spPr>
        <p:txBody>
          <a:bodyPr wrap="square" lIns="0" tIns="0" rIns="0" bIns="0" anchor="t">
            <a:noAutofit/>
          </a:bodyPr>
          <a:lstStyle/>
          <a:p>
            <a:pPr>
              <a:defRPr sz="1950" b="0">
                <a:solidFill>
                  <a:srgbClr val="0B2138"/>
                </a:solidFill>
                <a:latin typeface="Consolas"/>
                <a:ea typeface="Consolas"/>
                <a:cs typeface="Consolas"/>
              </a:defRPr>
            </a:pPr>
            <a:r>
              <a:rPr sz="1950" b="0">
                <a:solidFill>
                  <a:srgbClr val="0B2138"/>
                </a:solidFill>
                <a:latin typeface="Consolas"/>
                <a:ea typeface="Consolas"/>
                <a:cs typeface="Consolas"/>
              </a:rPr>
              <a:t>alpha_bins = (f &gt;= 8) &amp; (f &lt;= 13)</a:t>
            </a:r>
          </a:p>
          <a:p>
            <a:pPr>
              <a:defRPr sz="1950" b="0">
                <a:solidFill>
                  <a:srgbClr val="0B2138"/>
                </a:solidFill>
                <a:latin typeface="Consolas"/>
                <a:ea typeface="Consolas"/>
                <a:cs typeface="Consolas"/>
              </a:defRPr>
            </a:pPr>
            <a:r>
              <a:rPr sz="1950" b="0">
                <a:solidFill>
                  <a:srgbClr val="0B2138"/>
                </a:solidFill>
                <a:latin typeface="Consolas"/>
                <a:ea typeface="Consolas"/>
                <a:cs typeface="Consolas"/>
              </a:rPr>
              <a:t>alpha_power_uv2 = trapezoid(</a:t>
            </a:r>
          </a:p>
          <a:p>
            <a:pPr>
              <a:defRPr sz="1950" b="0">
                <a:solidFill>
                  <a:srgbClr val="0B2138"/>
                </a:solidFill>
                <a:latin typeface="Consolas"/>
                <a:ea typeface="Consolas"/>
                <a:cs typeface="Consolas"/>
              </a:defRPr>
            </a:pPr>
            <a:r>
              <a:rPr sz="1950" b="0">
                <a:solidFill>
                  <a:srgbClr val="0B2138"/>
                </a:solidFill>
                <a:latin typeface="Consolas"/>
                <a:ea typeface="Consolas"/>
                <a:cs typeface="Consolas"/>
              </a:rPr>
              <a:t>    psd[:, alpha_bins],</a:t>
            </a:r>
          </a:p>
          <a:p>
            <a:pPr>
              <a:defRPr sz="1950" b="0">
                <a:solidFill>
                  <a:srgbClr val="0B2138"/>
                </a:solidFill>
                <a:latin typeface="Consolas"/>
                <a:ea typeface="Consolas"/>
                <a:cs typeface="Consolas"/>
              </a:defRPr>
            </a:pPr>
            <a:r>
              <a:rPr sz="1950" b="0">
                <a:solidFill>
                  <a:srgbClr val="0B2138"/>
                </a:solidFill>
                <a:latin typeface="Consolas"/>
                <a:ea typeface="Consolas"/>
                <a:cs typeface="Consolas"/>
              </a:rPr>
              <a:t>    x=f[alpha_bins], axis=-1</a:t>
            </a:r>
          </a:p>
          <a:p>
            <a:pPr>
              <a:defRPr sz="1950" b="0">
                <a:solidFill>
                  <a:srgbClr val="0B2138"/>
                </a:solidFill>
                <a:latin typeface="Consolas"/>
                <a:ea typeface="Consolas"/>
                <a:cs typeface="Consolas"/>
              </a:defRPr>
            </a:pPr>
            <a:r>
              <a:rPr sz="1950" b="0">
                <a:solidFill>
                  <a:srgbClr val="0B2138"/>
                </a:solidFill>
                <a:latin typeface="Consolas"/>
                <a:ea typeface="Consolas"/>
                <a:cs typeface="Consolas"/>
              </a:rPr>
              <a:t>)</a:t>
            </a:r>
          </a:p>
        </p:txBody>
      </p:sp>
      <p:sp>
        <p:nvSpPr>
          <p:cNvPr id="7" name="矩形 6">
            <a:extLst>
              <a:ext uri="{FF2B5EF4-FFF2-40B4-BE49-F238E27FC236}">
                <a16:creationId xmlns:a16="http://schemas.microsoft.com/office/drawing/2014/main" id="{F23794AA-F46E-4946-A10A-0B665BA6E584}"/>
              </a:ext>
            </a:extLst>
          </p:cNvPr>
          <p:cNvSpPr>
            <a:spLocks noGrp="1"/>
          </p:cNvSpPr>
          <p:nvPr/>
        </p:nvSpPr>
        <p:spPr>
          <a:xfrm>
            <a:off x="8191500" y="1933575"/>
            <a:ext cx="3314700" cy="400050"/>
          </a:xfrm>
          <a:prstGeom prst="rect">
            <a:avLst/>
          </a:prstGeom>
          <a:noFill/>
          <a:ln w="0">
            <a:noFill/>
          </a:ln>
        </p:spPr>
        <p:txBody>
          <a:bodyPr wrap="square" lIns="0" tIns="0" rIns="0" bIns="0" anchor="t">
            <a:noAutofit/>
          </a:bodyPr>
          <a:lstStyle/>
          <a:p>
            <a:pPr>
              <a:defRPr sz="2100" b="1">
                <a:solidFill>
                  <a:srgbClr val="C26630"/>
                </a:solidFill>
                <a:latin typeface="Arial"/>
                <a:ea typeface="Arial"/>
                <a:cs typeface="Arial"/>
              </a:defRPr>
            </a:pPr>
            <a:r>
              <a:rPr sz="2100" b="1">
                <a:solidFill>
                  <a:srgbClr val="C26630"/>
                </a:solidFill>
                <a:latin typeface="Arial"/>
                <a:ea typeface="Arial"/>
                <a:cs typeface="Arial"/>
              </a:rPr>
              <a:t>8–13 Hz detail</a:t>
            </a:r>
          </a:p>
        </p:txBody>
      </p:sp>
      <p:graphicFrame>
        <p:nvGraphicFramePr>
          <p:cNvPr id="19" name="Chart"/>
          <p:cNvGraphicFramePr/>
          <p:nvPr/>
        </p:nvGraphicFramePr>
        <p:xfrm>
          <a:off x="7953375" y="2609850"/>
          <a:ext cx="3609975" cy="2667000"/>
        </p:xfrm>
        <a:graphic>
          <a:graphicData uri="http://schemas.openxmlformats.org/drawingml/2006/chart">
            <c:chart xmlns:c="http://schemas.openxmlformats.org/drawingml/2006/chart" xmlns:r="http://schemas.openxmlformats.org/officeDocument/2006/relationships" r:id="rId3"/>
          </a:graphicData>
        </a:graphic>
      </p:graphicFrame>
      <p:sp>
        <p:nvSpPr>
          <p:cNvPr id="9" name="矩形 8">
            <a:extLst>
              <a:ext uri="{FF2B5EF4-FFF2-40B4-BE49-F238E27FC236}">
                <a16:creationId xmlns:a16="http://schemas.microsoft.com/office/drawing/2014/main" id="{33A6FDF8-4CA8-4133-BA1F-798B7E217E9F}"/>
              </a:ext>
            </a:extLst>
          </p:cNvPr>
          <p:cNvSpPr>
            <a:spLocks noGrp="1"/>
          </p:cNvSpPr>
          <p:nvPr/>
        </p:nvSpPr>
        <p:spPr>
          <a:xfrm>
            <a:off x="657225" y="5210175"/>
            <a:ext cx="6762750" cy="619125"/>
          </a:xfrm>
          <a:prstGeom prst="rect">
            <a:avLst/>
          </a:prstGeom>
          <a:noFill/>
          <a:ln w="0">
            <a:noFill/>
          </a:ln>
        </p:spPr>
        <p:txBody>
          <a:bodyPr wrap="square" lIns="0" tIns="0" rIns="0" bIns="0" anchor="t">
            <a:noAutofit/>
          </a:bodyPr>
          <a:lstStyle/>
          <a:p>
            <a:pPr>
              <a:defRPr sz="3150" b="1">
                <a:solidFill>
                  <a:srgbClr val="0B2138"/>
                </a:solidFill>
                <a:latin typeface="Arial"/>
                <a:ea typeface="Arial"/>
                <a:cs typeface="Arial"/>
              </a:defRPr>
            </a:pPr>
            <a:r>
              <a:rPr sz="3150" b="1">
                <a:solidFill>
                  <a:srgbClr val="0B2138"/>
                </a:solidFill>
                <a:latin typeface="Arial"/>
                <a:ea typeface="Arial"/>
                <a:cs typeface="Arial"/>
              </a:rPr>
              <a:t>Ch2 = 5.875 µV²</a:t>
            </a:r>
          </a:p>
        </p:txBody>
      </p:sp>
      <p:sp>
        <p:nvSpPr>
          <p:cNvPr id="10" name="矩形 9">
            <a:extLst>
              <a:ext uri="{FF2B5EF4-FFF2-40B4-BE49-F238E27FC236}">
                <a16:creationId xmlns:a16="http://schemas.microsoft.com/office/drawing/2014/main" id="{F0061B19-B614-4187-BEBE-66B08C2F3C12}"/>
              </a:ext>
            </a:extLst>
          </p:cNvPr>
          <p:cNvSpPr>
            <a:spLocks noGrp="1"/>
          </p:cNvSpPr>
          <p:nvPr/>
        </p:nvSpPr>
        <p:spPr>
          <a:xfrm>
            <a:off x="8286750" y="5410200"/>
            <a:ext cx="3257550" cy="381000"/>
          </a:xfrm>
          <a:prstGeom prst="rect">
            <a:avLst/>
          </a:prstGeom>
          <a:noFill/>
          <a:ln w="0">
            <a:noFill/>
          </a:ln>
        </p:spPr>
        <p:txBody>
          <a:bodyPr wrap="square" lIns="0" tIns="0" rIns="0" bIns="0" anchor="t">
            <a:noAutofit/>
          </a:bodyPr>
          <a:lstStyle/>
          <a:p>
            <a:pPr>
              <a:defRPr sz="1875" b="0">
                <a:solidFill>
                  <a:srgbClr val="617184"/>
                </a:solidFill>
                <a:latin typeface="Arial"/>
                <a:ea typeface="Arial"/>
                <a:cs typeface="Arial"/>
              </a:defRPr>
            </a:pPr>
            <a:r>
              <a:rPr sz="1875" b="0">
                <a:solidFill>
                  <a:srgbClr val="617184"/>
                </a:solidFill>
                <a:latin typeface="Arial"/>
                <a:ea typeface="Arial"/>
                <a:cs typeface="Arial"/>
              </a:rPr>
              <a:t>19–23 s window</a:t>
            </a:r>
          </a:p>
        </p:txBody>
      </p:sp>
      <p:sp>
        <p:nvSpPr>
          <p:cNvPr id="11" name="矩形 10">
            <a:extLst>
              <a:ext uri="{FF2B5EF4-FFF2-40B4-BE49-F238E27FC236}">
                <a16:creationId xmlns:a16="http://schemas.microsoft.com/office/drawing/2014/main" id="{92945371-04FF-4656-8607-C04367B54F76}"/>
              </a:ext>
            </a:extLst>
          </p:cNvPr>
          <p:cNvSpPr>
            <a:spLocks noGrp="1"/>
          </p:cNvSpPr>
          <p:nvPr/>
        </p:nvSpPr>
        <p:spPr>
          <a:xfrm>
            <a:off x="628650" y="5924550"/>
            <a:ext cx="10934700" cy="457200"/>
          </a:xfrm>
          <a:prstGeom prst="rect">
            <a:avLst/>
          </a:prstGeom>
          <a:noFill/>
          <a:ln w="0">
            <a:noFill/>
          </a:ln>
        </p:spPr>
        <p:txBody>
          <a:bodyPr wrap="square" lIns="0" tIns="0" rIns="0" bIns="0" anchor="t">
            <a:noAutofit/>
          </a:bodyPr>
          <a:lstStyle/>
          <a:p>
            <a:pPr>
              <a:defRPr sz="1875" b="1">
                <a:solidFill>
                  <a:srgbClr val="176B87"/>
                </a:solidFill>
                <a:latin typeface="Arial"/>
                <a:ea typeface="Arial"/>
                <a:cs typeface="Arial"/>
              </a:defRPr>
            </a:pPr>
            <a:r>
              <a:rPr sz="1875" b="1">
                <a:solidFill>
                  <a:srgbClr val="176B87"/>
                </a:solidFill>
                <a:latin typeface="Arial"/>
                <a:ea typeface="Arial"/>
                <a:cs typeface="Arial"/>
              </a:rPr>
              <a:t>Absolute Alpha power differs from an Alpha fraction or an Agent ratio.</a:t>
            </a:r>
          </a:p>
        </p:txBody>
      </p:sp>
    </p:spTree>
    <p:extLst>
      <p:ext uri="{BB962C8B-B14F-4D97-AF65-F5344CB8AC3E}">
        <p14:creationId xmlns:p14="http://schemas.microsoft.com/office/powerpoint/2010/main" val="4449729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slide-title">
            <a:extLst>
              <a:ext uri="{FF2B5EF4-FFF2-40B4-BE49-F238E27FC236}">
                <a16:creationId xmlns:a16="http://schemas.microsoft.com/office/drawing/2014/main" id="{3107F143-79C4-4D85-A03E-1086F7BE69FB}"/>
              </a:ext>
            </a:extLst>
          </p:cNvPr>
          <p:cNvSpPr>
            <a:spLocks noGrp="1"/>
          </p:cNvSpPr>
          <p:nvPr/>
        </p:nvSpPr>
        <p:spPr>
          <a:xfrm>
            <a:off x="609600" y="371475"/>
            <a:ext cx="10972800" cy="571500"/>
          </a:xfrm>
          <a:prstGeom prst="rect">
            <a:avLst/>
          </a:prstGeom>
          <a:noFill/>
          <a:ln w="0">
            <a:noFill/>
          </a:ln>
        </p:spPr>
        <p:txBody>
          <a:bodyPr wrap="square" lIns="0" tIns="0" rIns="0" bIns="0" anchor="t">
            <a:noAutofit/>
          </a:bodyPr>
          <a:lstStyle/>
          <a:p>
            <a:pPr>
              <a:defRPr sz="3300" b="1">
                <a:solidFill>
                  <a:srgbClr val="0B2138"/>
                </a:solidFill>
                <a:latin typeface="Arial"/>
                <a:ea typeface="Arial"/>
                <a:cs typeface="Arial"/>
              </a:defRPr>
            </a:pPr>
            <a:r>
              <a:rPr sz="3300" b="1">
                <a:solidFill>
                  <a:srgbClr val="0B2138"/>
                </a:solidFill>
                <a:latin typeface="Arial"/>
                <a:ea typeface="Arial"/>
                <a:cs typeface="Arial"/>
              </a:rPr>
              <a:t>Alpha over time includes missing values</a:t>
            </a:r>
          </a:p>
        </p:txBody>
      </p:sp>
      <p:sp>
        <p:nvSpPr>
          <p:cNvPr id="2" name="矩形 1">
            <a:extLst>
              <a:ext uri="{FF2B5EF4-FFF2-40B4-BE49-F238E27FC236}">
                <a16:creationId xmlns:a16="http://schemas.microsoft.com/office/drawing/2014/main" id="{1E0C11DE-6972-480F-AF22-64EB18027BC5}"/>
              </a:ext>
            </a:extLst>
          </p:cNvPr>
          <p:cNvSpPr>
            <a:spLocks noGrp="1"/>
          </p:cNvSpPr>
          <p:nvPr/>
        </p:nvSpPr>
        <p:spPr>
          <a:xfrm>
            <a:off x="628650" y="1076325"/>
            <a:ext cx="10858500" cy="590550"/>
          </a:xfrm>
          <a:prstGeom prst="rect">
            <a:avLst/>
          </a:prstGeom>
          <a:noFill/>
          <a:ln w="0">
            <a:noFill/>
          </a:ln>
        </p:spPr>
        <p:txBody>
          <a:bodyPr wrap="square" lIns="0" tIns="0" rIns="0" bIns="0" anchor="t">
            <a:noAutofit/>
          </a:bodyPr>
          <a:lstStyle/>
          <a:p>
            <a:pPr>
              <a:defRPr sz="1875" b="0">
                <a:solidFill>
                  <a:srgbClr val="617184"/>
                </a:solidFill>
                <a:latin typeface="Arial"/>
                <a:ea typeface="Arial"/>
                <a:cs typeface="Arial"/>
              </a:defRPr>
            </a:pPr>
            <a:r>
              <a:rPr sz="1875" b="0">
                <a:solidFill>
                  <a:srgbClr val="617184"/>
                </a:solidFill>
                <a:latin typeface="Arial"/>
                <a:ea typeface="Arial"/>
                <a:cs typeface="Arial"/>
              </a:rPr>
              <a:t>Four-second windows advance by one second on the original timeline.</a:t>
            </a:r>
          </a:p>
        </p:txBody>
      </p:sp>
      <p:sp>
        <p:nvSpPr>
          <p:cNvPr id="3" name="矩形 2">
            <a:extLst>
              <a:ext uri="{FF2B5EF4-FFF2-40B4-BE49-F238E27FC236}">
                <a16:creationId xmlns:a16="http://schemas.microsoft.com/office/drawing/2014/main" id="{47A9AF39-EAD7-4A72-A105-79C9E5CD601C}"/>
              </a:ext>
            </a:extLst>
          </p:cNvPr>
          <p:cNvSpPr>
            <a:spLocks noGrp="1"/>
          </p:cNvSpPr>
          <p:nvPr/>
        </p:nvSpPr>
        <p:spPr>
          <a:xfrm>
            <a:off x="609600" y="6505575"/>
            <a:ext cx="982980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NeuraDock EEG 101   /   Lesson 4   /   REAL RECORDING · Alpha features</a:t>
            </a:r>
          </a:p>
        </p:txBody>
      </p:sp>
      <p:sp>
        <p:nvSpPr>
          <p:cNvPr id="4" name="矩形 3">
            <a:extLst>
              <a:ext uri="{FF2B5EF4-FFF2-40B4-BE49-F238E27FC236}">
                <a16:creationId xmlns:a16="http://schemas.microsoft.com/office/drawing/2014/main" id="{17F11F4B-08CA-4693-941F-6C85B8A0E6C3}"/>
              </a:ext>
            </a:extLst>
          </p:cNvPr>
          <p:cNvSpPr>
            <a:spLocks noGrp="1"/>
          </p:cNvSpPr>
          <p:nvPr/>
        </p:nvSpPr>
        <p:spPr>
          <a:xfrm>
            <a:off x="10763250" y="6505575"/>
            <a:ext cx="85725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22 / 30</a:t>
            </a:r>
          </a:p>
        </p:txBody>
      </p:sp>
      <p:graphicFrame>
        <p:nvGraphicFramePr>
          <p:cNvPr id="13" name="Chart"/>
          <p:cNvGraphicFramePr/>
          <p:nvPr/>
        </p:nvGraphicFramePr>
        <p:xfrm>
          <a:off x="447675" y="1943100"/>
          <a:ext cx="10839450" cy="3190875"/>
        </p:xfrm>
        <a:graphic>
          <a:graphicData uri="http://schemas.openxmlformats.org/drawingml/2006/chart">
            <c:chart xmlns:c="http://schemas.openxmlformats.org/drawingml/2006/chart" xmlns:r="http://schemas.openxmlformats.org/officeDocument/2006/relationships" r:id="rId3"/>
          </a:graphicData>
        </a:graphic>
      </p:graphicFrame>
      <p:sp>
        <p:nvSpPr>
          <p:cNvPr id="6" name="矩形 5">
            <a:extLst>
              <a:ext uri="{FF2B5EF4-FFF2-40B4-BE49-F238E27FC236}">
                <a16:creationId xmlns:a16="http://schemas.microsoft.com/office/drawing/2014/main" id="{120C512E-9A3A-4BD6-87F6-7439DC8CFAB6}"/>
              </a:ext>
            </a:extLst>
          </p:cNvPr>
          <p:cNvSpPr>
            <a:spLocks noGrp="1"/>
          </p:cNvSpPr>
          <p:nvPr/>
        </p:nvSpPr>
        <p:spPr>
          <a:xfrm>
            <a:off x="657225" y="5372100"/>
            <a:ext cx="6810375" cy="390525"/>
          </a:xfrm>
          <a:prstGeom prst="rect">
            <a:avLst/>
          </a:prstGeom>
          <a:noFill/>
          <a:ln w="0">
            <a:noFill/>
          </a:ln>
        </p:spPr>
        <p:txBody>
          <a:bodyPr wrap="square" lIns="0" tIns="0" rIns="0" bIns="0" anchor="t">
            <a:noAutofit/>
          </a:bodyPr>
          <a:lstStyle/>
          <a:p>
            <a:pPr>
              <a:defRPr sz="2175" b="1">
                <a:solidFill>
                  <a:srgbClr val="0B2138"/>
                </a:solidFill>
                <a:latin typeface="Arial"/>
                <a:ea typeface="Arial"/>
                <a:cs typeface="Arial"/>
              </a:defRPr>
            </a:pPr>
            <a:r>
              <a:rPr sz="2175" b="1">
                <a:solidFill>
                  <a:srgbClr val="0B2138"/>
                </a:solidFill>
                <a:latin typeface="Arial"/>
                <a:ea typeface="Arial"/>
                <a:cs typeface="Arial"/>
              </a:rPr>
              <a:t>40 valid windows out of 91 candidates</a:t>
            </a:r>
          </a:p>
        </p:txBody>
      </p:sp>
      <p:sp>
        <p:nvSpPr>
          <p:cNvPr id="7" name="矩形 6">
            <a:extLst>
              <a:ext uri="{FF2B5EF4-FFF2-40B4-BE49-F238E27FC236}">
                <a16:creationId xmlns:a16="http://schemas.microsoft.com/office/drawing/2014/main" id="{AD4612F7-0877-43B5-A34A-04CD13E2C14B}"/>
              </a:ext>
            </a:extLst>
          </p:cNvPr>
          <p:cNvSpPr>
            <a:spLocks noGrp="1"/>
          </p:cNvSpPr>
          <p:nvPr/>
        </p:nvSpPr>
        <p:spPr>
          <a:xfrm>
            <a:off x="7915275" y="5372100"/>
            <a:ext cx="3609975" cy="390525"/>
          </a:xfrm>
          <a:prstGeom prst="rect">
            <a:avLst/>
          </a:prstGeom>
          <a:noFill/>
          <a:ln w="0">
            <a:noFill/>
          </a:ln>
        </p:spPr>
        <p:txBody>
          <a:bodyPr wrap="square" lIns="0" tIns="0" rIns="0" bIns="0" anchor="t">
            <a:noAutofit/>
          </a:bodyPr>
          <a:lstStyle/>
          <a:p>
            <a:pPr>
              <a:defRPr sz="2100" b="1">
                <a:solidFill>
                  <a:srgbClr val="176B87"/>
                </a:solidFill>
                <a:latin typeface="Arial"/>
                <a:ea typeface="Arial"/>
                <a:cs typeface="Arial"/>
              </a:defRPr>
            </a:pPr>
            <a:r>
              <a:rPr sz="2100" b="1">
                <a:solidFill>
                  <a:srgbClr val="176B87"/>
                </a:solidFill>
                <a:latin typeface="Arial"/>
                <a:ea typeface="Arial"/>
                <a:cs typeface="Arial"/>
              </a:rPr>
              <a:t>55 s of unique coverage</a:t>
            </a:r>
          </a:p>
        </p:txBody>
      </p:sp>
      <p:sp>
        <p:nvSpPr>
          <p:cNvPr id="8" name="矩形 7">
            <a:extLst>
              <a:ext uri="{FF2B5EF4-FFF2-40B4-BE49-F238E27FC236}">
                <a16:creationId xmlns:a16="http://schemas.microsoft.com/office/drawing/2014/main" id="{F80D794F-9C3B-4DB6-87D7-F5527E788BFC}"/>
              </a:ext>
            </a:extLst>
          </p:cNvPr>
          <p:cNvSpPr>
            <a:spLocks noGrp="1"/>
          </p:cNvSpPr>
          <p:nvPr/>
        </p:nvSpPr>
        <p:spPr>
          <a:xfrm>
            <a:off x="628650" y="5924550"/>
            <a:ext cx="10934700" cy="457200"/>
          </a:xfrm>
          <a:prstGeom prst="rect">
            <a:avLst/>
          </a:prstGeom>
          <a:noFill/>
          <a:ln w="0">
            <a:noFill/>
          </a:ln>
        </p:spPr>
        <p:txBody>
          <a:bodyPr wrap="square" lIns="0" tIns="0" rIns="0" bIns="0" anchor="t">
            <a:noAutofit/>
          </a:bodyPr>
          <a:lstStyle/>
          <a:p>
            <a:pPr>
              <a:defRPr sz="1875" b="1">
                <a:solidFill>
                  <a:srgbClr val="176B87"/>
                </a:solidFill>
                <a:latin typeface="Arial"/>
                <a:ea typeface="Arial"/>
                <a:cs typeface="Arial"/>
              </a:defRPr>
            </a:pPr>
            <a:r>
              <a:rPr sz="1875" b="1">
                <a:solidFill>
                  <a:srgbClr val="176B87"/>
                </a:solidFill>
                <a:latin typeface="Arial"/>
                <a:ea typeface="Arial"/>
                <a:cs typeface="Arial"/>
              </a:rPr>
              <a:t>Gaps mean unavailable estimates. Overlapping windows do not create extra time.</a:t>
            </a:r>
          </a:p>
        </p:txBody>
      </p:sp>
    </p:spTree>
    <p:extLst>
      <p:ext uri="{BB962C8B-B14F-4D97-AF65-F5344CB8AC3E}">
        <p14:creationId xmlns:p14="http://schemas.microsoft.com/office/powerpoint/2010/main" val="876683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D98E1310-809C-4413-8041-C28BEE808D1C}"/>
              </a:ext>
            </a:extLst>
          </p:cNvPr>
          <p:cNvSpPr>
            <a:spLocks noGrp="1"/>
          </p:cNvSpPr>
          <p:nvPr/>
        </p:nvSpPr>
        <p:spPr>
          <a:xfrm>
            <a:off x="609600" y="371475"/>
            <a:ext cx="10972800" cy="571500"/>
          </a:xfrm>
          <a:prstGeom prst="rect">
            <a:avLst/>
          </a:prstGeom>
          <a:noFill/>
          <a:ln w="0">
            <a:noFill/>
          </a:ln>
        </p:spPr>
        <p:txBody>
          <a:bodyPr wrap="square" lIns="0" tIns="0" rIns="0" bIns="0" anchor="t">
            <a:noAutofit/>
          </a:bodyPr>
          <a:lstStyle/>
          <a:p>
            <a:pPr>
              <a:defRPr sz="3300" b="1">
                <a:solidFill>
                  <a:srgbClr val="0B2138"/>
                </a:solidFill>
                <a:latin typeface="Arial"/>
                <a:ea typeface="Arial"/>
                <a:cs typeface="Arial"/>
              </a:defRPr>
            </a:pPr>
            <a:r>
              <a:rPr sz="3300" b="1">
                <a:solidFill>
                  <a:srgbClr val="0B2138"/>
                </a:solidFill>
                <a:latin typeface="Arial"/>
                <a:ea typeface="Arial"/>
                <a:cs typeface="Arial"/>
              </a:rPr>
              <a:t>Different channels can have different power</a:t>
            </a:r>
          </a:p>
        </p:txBody>
      </p:sp>
      <p:sp>
        <p:nvSpPr>
          <p:cNvPr id="2" name="矩形 1">
            <a:extLst>
              <a:ext uri="{FF2B5EF4-FFF2-40B4-BE49-F238E27FC236}">
                <a16:creationId xmlns:a16="http://schemas.microsoft.com/office/drawing/2014/main" id="{83A413AF-C51F-4653-B21A-6C2450CE3403}"/>
              </a:ext>
            </a:extLst>
          </p:cNvPr>
          <p:cNvSpPr>
            <a:spLocks noGrp="1"/>
          </p:cNvSpPr>
          <p:nvPr/>
        </p:nvSpPr>
        <p:spPr>
          <a:xfrm>
            <a:off x="628650" y="1076325"/>
            <a:ext cx="10858500" cy="590550"/>
          </a:xfrm>
          <a:prstGeom prst="rect">
            <a:avLst/>
          </a:prstGeom>
          <a:noFill/>
          <a:ln w="0">
            <a:noFill/>
          </a:ln>
        </p:spPr>
        <p:txBody>
          <a:bodyPr wrap="square" lIns="0" tIns="0" rIns="0" bIns="0" anchor="t">
            <a:noAutofit/>
          </a:bodyPr>
          <a:lstStyle/>
          <a:p>
            <a:pPr>
              <a:defRPr sz="1875" b="0">
                <a:solidFill>
                  <a:srgbClr val="617184"/>
                </a:solidFill>
                <a:latin typeface="Arial"/>
                <a:ea typeface="Arial"/>
                <a:cs typeface="Arial"/>
              </a:defRPr>
            </a:pPr>
            <a:r>
              <a:rPr sz="1875" b="0">
                <a:solidFill>
                  <a:srgbClr val="617184"/>
                </a:solidFill>
                <a:latin typeface="Arial"/>
                <a:ea typeface="Arial"/>
                <a:cs typeface="Arial"/>
              </a:rPr>
              <a:t>Same accepted interval, same processing and the same frequency band.</a:t>
            </a:r>
          </a:p>
        </p:txBody>
      </p:sp>
      <p:sp>
        <p:nvSpPr>
          <p:cNvPr id="3" name="矩形 2">
            <a:extLst>
              <a:ext uri="{FF2B5EF4-FFF2-40B4-BE49-F238E27FC236}">
                <a16:creationId xmlns:a16="http://schemas.microsoft.com/office/drawing/2014/main" id="{340866FA-F8D3-496D-A2C8-24EA39493C15}"/>
              </a:ext>
            </a:extLst>
          </p:cNvPr>
          <p:cNvSpPr>
            <a:spLocks noGrp="1"/>
          </p:cNvSpPr>
          <p:nvPr/>
        </p:nvSpPr>
        <p:spPr>
          <a:xfrm>
            <a:off x="609600" y="6505575"/>
            <a:ext cx="982980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NeuraDock EEG 101   /   Lesson 4   /   REAL RECORDING · Alpha features</a:t>
            </a:r>
          </a:p>
        </p:txBody>
      </p:sp>
      <p:sp>
        <p:nvSpPr>
          <p:cNvPr id="4" name="矩形 3">
            <a:extLst>
              <a:ext uri="{FF2B5EF4-FFF2-40B4-BE49-F238E27FC236}">
                <a16:creationId xmlns:a16="http://schemas.microsoft.com/office/drawing/2014/main" id="{B3946B2E-0B66-4253-AC1C-73A5080197AC}"/>
              </a:ext>
            </a:extLst>
          </p:cNvPr>
          <p:cNvSpPr>
            <a:spLocks noGrp="1"/>
          </p:cNvSpPr>
          <p:nvPr/>
        </p:nvSpPr>
        <p:spPr>
          <a:xfrm>
            <a:off x="10763250" y="6505575"/>
            <a:ext cx="85725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23 / 30</a:t>
            </a:r>
          </a:p>
        </p:txBody>
      </p:sp>
      <p:graphicFrame>
        <p:nvGraphicFramePr>
          <p:cNvPr id="14" name="Chart"/>
          <p:cNvGraphicFramePr/>
          <p:nvPr/>
        </p:nvGraphicFramePr>
        <p:xfrm>
          <a:off x="476250" y="1962150"/>
          <a:ext cx="7410450" cy="3648075"/>
        </p:xfrm>
        <a:graphic>
          <a:graphicData uri="http://schemas.openxmlformats.org/drawingml/2006/chart">
            <c:chart xmlns:c="http://schemas.openxmlformats.org/drawingml/2006/chart" xmlns:r="http://schemas.openxmlformats.org/officeDocument/2006/relationships" r:id="rId3"/>
          </a:graphicData>
        </a:graphic>
      </p:graphicFrame>
      <p:sp>
        <p:nvSpPr>
          <p:cNvPr id="6" name="矩形 5">
            <a:extLst>
              <a:ext uri="{FF2B5EF4-FFF2-40B4-BE49-F238E27FC236}">
                <a16:creationId xmlns:a16="http://schemas.microsoft.com/office/drawing/2014/main" id="{9C6E90B5-FF38-4CAE-8E08-D6B078738058}"/>
              </a:ext>
            </a:extLst>
          </p:cNvPr>
          <p:cNvSpPr>
            <a:spLocks noGrp="1"/>
          </p:cNvSpPr>
          <p:nvPr/>
        </p:nvSpPr>
        <p:spPr>
          <a:xfrm>
            <a:off x="8334375" y="2066925"/>
            <a:ext cx="3190875" cy="666750"/>
          </a:xfrm>
          <a:prstGeom prst="rect">
            <a:avLst/>
          </a:prstGeom>
          <a:noFill/>
          <a:ln w="0">
            <a:noFill/>
          </a:ln>
        </p:spPr>
        <p:txBody>
          <a:bodyPr wrap="square" lIns="0" tIns="0" rIns="0" bIns="0" anchor="t">
            <a:noAutofit/>
          </a:bodyPr>
          <a:lstStyle/>
          <a:p>
            <a:pPr>
              <a:defRPr sz="2175" b="1">
                <a:solidFill>
                  <a:srgbClr val="0B2138"/>
                </a:solidFill>
                <a:latin typeface="Arial"/>
                <a:ea typeface="Arial"/>
                <a:cs typeface="Arial"/>
              </a:defRPr>
            </a:pPr>
            <a:r>
              <a:rPr sz="2175" b="1">
                <a:solidFill>
                  <a:srgbClr val="0B2138"/>
                </a:solidFill>
                <a:latin typeface="Arial"/>
                <a:ea typeface="Arial"/>
                <a:cs typeface="Arial"/>
              </a:rPr>
              <a:t>A descriptive comparison</a:t>
            </a:r>
          </a:p>
        </p:txBody>
      </p:sp>
      <p:sp>
        <p:nvSpPr>
          <p:cNvPr id="7" name="矩形 6">
            <a:extLst>
              <a:ext uri="{FF2B5EF4-FFF2-40B4-BE49-F238E27FC236}">
                <a16:creationId xmlns:a16="http://schemas.microsoft.com/office/drawing/2014/main" id="{02887757-333E-42D6-A4E8-7DE8E817D53A}"/>
              </a:ext>
            </a:extLst>
          </p:cNvPr>
          <p:cNvSpPr>
            <a:spLocks noGrp="1"/>
          </p:cNvSpPr>
          <p:nvPr/>
        </p:nvSpPr>
        <p:spPr>
          <a:xfrm>
            <a:off x="8334375" y="3009900"/>
            <a:ext cx="3162300" cy="1133475"/>
          </a:xfrm>
          <a:prstGeom prst="rect">
            <a:avLst/>
          </a:prstGeom>
          <a:noFill/>
          <a:ln w="0">
            <a:noFill/>
          </a:ln>
        </p:spPr>
        <p:txBody>
          <a:bodyPr wrap="square" lIns="0" tIns="0" rIns="0" bIns="0" anchor="t">
            <a:noAutofit/>
          </a:bodyPr>
          <a:lstStyle/>
          <a:p>
            <a:pPr>
              <a:defRPr sz="2100" b="0">
                <a:solidFill>
                  <a:srgbClr val="1D2938"/>
                </a:solidFill>
                <a:latin typeface="Arial"/>
                <a:ea typeface="Arial"/>
                <a:cs typeface="Arial"/>
              </a:defRPr>
            </a:pPr>
            <a:r>
              <a:rPr sz="2100" b="0">
                <a:solidFill>
                  <a:srgbClr val="1D2938"/>
                </a:solidFill>
                <a:latin typeface="Arial"/>
                <a:ea typeface="Arial"/>
                <a:cs typeface="Arial"/>
              </a:rPr>
              <a:t>Ch4 has the largest band power in this window.</a:t>
            </a:r>
          </a:p>
        </p:txBody>
      </p:sp>
      <p:sp>
        <p:nvSpPr>
          <p:cNvPr id="8" name="矩形 7">
            <a:extLst>
              <a:ext uri="{FF2B5EF4-FFF2-40B4-BE49-F238E27FC236}">
                <a16:creationId xmlns:a16="http://schemas.microsoft.com/office/drawing/2014/main" id="{2F004280-2876-4649-ADB1-1DD2E60FACBC}"/>
              </a:ext>
            </a:extLst>
          </p:cNvPr>
          <p:cNvSpPr>
            <a:spLocks noGrp="1"/>
          </p:cNvSpPr>
          <p:nvPr/>
        </p:nvSpPr>
        <p:spPr>
          <a:xfrm>
            <a:off x="8334375" y="4562475"/>
            <a:ext cx="3162300" cy="1038225"/>
          </a:xfrm>
          <a:prstGeom prst="rect">
            <a:avLst/>
          </a:prstGeom>
          <a:noFill/>
          <a:ln w="0">
            <a:noFill/>
          </a:ln>
        </p:spPr>
        <p:txBody>
          <a:bodyPr wrap="square" lIns="0" tIns="0" rIns="0" bIns="0" anchor="t">
            <a:noAutofit/>
          </a:bodyPr>
          <a:lstStyle/>
          <a:p>
            <a:pPr>
              <a:defRPr sz="2100" b="1">
                <a:solidFill>
                  <a:srgbClr val="176B87"/>
                </a:solidFill>
                <a:latin typeface="Arial"/>
                <a:ea typeface="Arial"/>
                <a:cs typeface="Arial"/>
              </a:defRPr>
            </a:pPr>
            <a:r>
              <a:rPr sz="2100" b="1">
                <a:solidFill>
                  <a:srgbClr val="176B87"/>
                </a:solidFill>
                <a:latin typeface="Arial"/>
                <a:ea typeface="Arial"/>
                <a:cs typeface="Arial"/>
              </a:rPr>
              <a:t>Unknown montage and conditions limit interpretation.</a:t>
            </a:r>
          </a:p>
        </p:txBody>
      </p:sp>
      <p:sp>
        <p:nvSpPr>
          <p:cNvPr id="9" name="矩形 8">
            <a:extLst>
              <a:ext uri="{FF2B5EF4-FFF2-40B4-BE49-F238E27FC236}">
                <a16:creationId xmlns:a16="http://schemas.microsoft.com/office/drawing/2014/main" id="{801E955F-3B7F-4E20-9242-03A32320015D}"/>
              </a:ext>
            </a:extLst>
          </p:cNvPr>
          <p:cNvSpPr>
            <a:spLocks noGrp="1"/>
          </p:cNvSpPr>
          <p:nvPr/>
        </p:nvSpPr>
        <p:spPr>
          <a:xfrm>
            <a:off x="628650" y="5924550"/>
            <a:ext cx="10934700" cy="457200"/>
          </a:xfrm>
          <a:prstGeom prst="rect">
            <a:avLst/>
          </a:prstGeom>
          <a:noFill/>
          <a:ln w="0">
            <a:noFill/>
          </a:ln>
        </p:spPr>
        <p:txBody>
          <a:bodyPr wrap="square" lIns="0" tIns="0" rIns="0" bIns="0" anchor="t">
            <a:noAutofit/>
          </a:bodyPr>
          <a:lstStyle/>
          <a:p>
            <a:pPr>
              <a:defRPr sz="1875" b="1">
                <a:solidFill>
                  <a:srgbClr val="176B87"/>
                </a:solidFill>
                <a:latin typeface="Arial"/>
                <a:ea typeface="Arial"/>
                <a:cs typeface="Arial"/>
              </a:defRPr>
            </a:pPr>
            <a:r>
              <a:rPr sz="1875" b="1">
                <a:solidFill>
                  <a:srgbClr val="176B87"/>
                </a:solidFill>
                <a:latin typeface="Arial"/>
                <a:ea typeface="Arial"/>
                <a:cs typeface="Arial"/>
              </a:rPr>
              <a:t>Exit task: one PSD, one time course and a caption with units and limitations.</a:t>
            </a:r>
          </a:p>
        </p:txBody>
      </p:sp>
    </p:spTree>
    <p:extLst>
      <p:ext uri="{BB962C8B-B14F-4D97-AF65-F5344CB8AC3E}">
        <p14:creationId xmlns:p14="http://schemas.microsoft.com/office/powerpoint/2010/main" val="17263917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slide-title">
            <a:extLst>
              <a:ext uri="{FF2B5EF4-FFF2-40B4-BE49-F238E27FC236}">
                <a16:creationId xmlns:a16="http://schemas.microsoft.com/office/drawing/2014/main" id="{3DC46020-48B2-440C-AFA1-9463FB2ADD1E}"/>
              </a:ext>
            </a:extLst>
          </p:cNvPr>
          <p:cNvSpPr>
            <a:spLocks noGrp="1"/>
          </p:cNvSpPr>
          <p:nvPr/>
        </p:nvSpPr>
        <p:spPr>
          <a:xfrm>
            <a:off x="609600" y="371475"/>
            <a:ext cx="10972800" cy="571500"/>
          </a:xfrm>
          <a:prstGeom prst="rect">
            <a:avLst/>
          </a:prstGeom>
          <a:noFill/>
          <a:ln w="0">
            <a:noFill/>
          </a:ln>
        </p:spPr>
        <p:txBody>
          <a:bodyPr wrap="square" lIns="0" tIns="0" rIns="0" bIns="0" anchor="t">
            <a:noAutofit/>
          </a:bodyPr>
          <a:lstStyle/>
          <a:p>
            <a:pPr>
              <a:defRPr sz="3300" b="1">
                <a:solidFill>
                  <a:srgbClr val="0B2138"/>
                </a:solidFill>
                <a:latin typeface="Arial"/>
                <a:ea typeface="Arial"/>
                <a:cs typeface="Arial"/>
              </a:defRPr>
            </a:pPr>
            <a:r>
              <a:rPr sz="3300" b="1">
                <a:solidFill>
                  <a:srgbClr val="0B2138"/>
                </a:solidFill>
                <a:latin typeface="Arial"/>
                <a:ea typeface="Arial"/>
                <a:cs typeface="Arial"/>
              </a:rPr>
              <a:t>Alpha Experience in the NeuraDock Agent</a:t>
            </a:r>
          </a:p>
        </p:txBody>
      </p:sp>
      <p:sp>
        <p:nvSpPr>
          <p:cNvPr id="2" name="矩形 1">
            <a:extLst>
              <a:ext uri="{FF2B5EF4-FFF2-40B4-BE49-F238E27FC236}">
                <a16:creationId xmlns:a16="http://schemas.microsoft.com/office/drawing/2014/main" id="{A2D0F597-B41A-4478-B279-9B0D6C4CCB26}"/>
              </a:ext>
            </a:extLst>
          </p:cNvPr>
          <p:cNvSpPr>
            <a:spLocks noGrp="1"/>
          </p:cNvSpPr>
          <p:nvPr/>
        </p:nvSpPr>
        <p:spPr>
          <a:xfrm>
            <a:off x="628650" y="1076325"/>
            <a:ext cx="10858500" cy="590550"/>
          </a:xfrm>
          <a:prstGeom prst="rect">
            <a:avLst/>
          </a:prstGeom>
          <a:noFill/>
          <a:ln w="0">
            <a:noFill/>
          </a:ln>
        </p:spPr>
        <p:txBody>
          <a:bodyPr wrap="square" lIns="0" tIns="0" rIns="0" bIns="0" anchor="t">
            <a:noAutofit/>
          </a:bodyPr>
          <a:lstStyle/>
          <a:p>
            <a:pPr>
              <a:defRPr sz="1875" b="0">
                <a:solidFill>
                  <a:srgbClr val="617184"/>
                </a:solidFill>
                <a:latin typeface="Arial"/>
                <a:ea typeface="Arial"/>
                <a:cs typeface="Arial"/>
              </a:defRPr>
            </a:pPr>
            <a:r>
              <a:rPr sz="1875" b="0">
                <a:solidFill>
                  <a:srgbClr val="617184"/>
                </a:solidFill>
                <a:latin typeface="Arial"/>
                <a:ea typeface="Arial"/>
                <a:cs typeface="Arial"/>
              </a:rPr>
              <a:t>The final lesson uses the maintained application and its guided notebook.</a:t>
            </a:r>
          </a:p>
        </p:txBody>
      </p:sp>
      <p:sp>
        <p:nvSpPr>
          <p:cNvPr id="3" name="矩形 2">
            <a:extLst>
              <a:ext uri="{FF2B5EF4-FFF2-40B4-BE49-F238E27FC236}">
                <a16:creationId xmlns:a16="http://schemas.microsoft.com/office/drawing/2014/main" id="{63C1BCF5-35E5-4AC5-8F82-54CBF9599F0D}"/>
              </a:ext>
            </a:extLst>
          </p:cNvPr>
          <p:cNvSpPr>
            <a:spLocks noGrp="1"/>
          </p:cNvSpPr>
          <p:nvPr/>
        </p:nvSpPr>
        <p:spPr>
          <a:xfrm>
            <a:off x="609600" y="6505575"/>
            <a:ext cx="982980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NeuraDock EEG 101   /   Lesson 5   /   AGENT · supervised application</a:t>
            </a:r>
          </a:p>
        </p:txBody>
      </p:sp>
      <p:sp>
        <p:nvSpPr>
          <p:cNvPr id="4" name="矩形 3">
            <a:extLst>
              <a:ext uri="{FF2B5EF4-FFF2-40B4-BE49-F238E27FC236}">
                <a16:creationId xmlns:a16="http://schemas.microsoft.com/office/drawing/2014/main" id="{7E7936F3-2D7F-4BA3-A55F-EC70D05C8A3F}"/>
              </a:ext>
            </a:extLst>
          </p:cNvPr>
          <p:cNvSpPr>
            <a:spLocks noGrp="1"/>
          </p:cNvSpPr>
          <p:nvPr/>
        </p:nvSpPr>
        <p:spPr>
          <a:xfrm>
            <a:off x="10763250" y="6505575"/>
            <a:ext cx="85725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24 / 30</a:t>
            </a:r>
          </a:p>
        </p:txBody>
      </p:sp>
      <p:pic>
        <p:nvPicPr>
          <p:cNvPr id="13" name="图片 12"/>
          <p:cNvPicPr>
            <a:picLocks noChangeAspect="1"/>
          </p:cNvPicPr>
          <p:nvPr/>
        </p:nvPicPr>
        <p:blipFill>
          <a:blip r:embed="rId3"/>
          <a:stretch/>
        </p:blipFill>
        <p:spPr>
          <a:xfrm>
            <a:off x="609600" y="1848830"/>
            <a:ext cx="6343650" cy="4512889"/>
          </a:xfrm>
          <a:prstGeom prst="rect">
            <a:avLst/>
          </a:prstGeom>
        </p:spPr>
      </p:pic>
      <p:sp>
        <p:nvSpPr>
          <p:cNvPr id="6" name="矩形 5">
            <a:extLst>
              <a:ext uri="{FF2B5EF4-FFF2-40B4-BE49-F238E27FC236}">
                <a16:creationId xmlns:a16="http://schemas.microsoft.com/office/drawing/2014/main" id="{8E01808C-B677-4A04-86E3-C327FF5CB5D3}"/>
              </a:ext>
            </a:extLst>
          </p:cNvPr>
          <p:cNvSpPr>
            <a:spLocks noGrp="1"/>
          </p:cNvSpPr>
          <p:nvPr/>
        </p:nvSpPr>
        <p:spPr>
          <a:xfrm>
            <a:off x="7905750" y="1981200"/>
            <a:ext cx="3638550" cy="666750"/>
          </a:xfrm>
          <a:prstGeom prst="rect">
            <a:avLst/>
          </a:prstGeom>
          <a:noFill/>
          <a:ln w="0">
            <a:noFill/>
          </a:ln>
        </p:spPr>
        <p:txBody>
          <a:bodyPr wrap="square" lIns="0" tIns="0" rIns="0" bIns="0" anchor="t">
            <a:noAutofit/>
          </a:bodyPr>
          <a:lstStyle/>
          <a:p>
            <a:pPr>
              <a:defRPr sz="2175" b="1">
                <a:solidFill>
                  <a:srgbClr val="0B2138"/>
                </a:solidFill>
                <a:latin typeface="Arial"/>
                <a:ea typeface="Arial"/>
                <a:cs typeface="Arial"/>
              </a:defRPr>
            </a:pPr>
            <a:r>
              <a:rPr sz="2175" b="1">
                <a:solidFill>
                  <a:srgbClr val="0B2138"/>
                </a:solidFill>
                <a:latin typeface="Arial"/>
                <a:ea typeface="Arial"/>
                <a:cs typeface="Arial"/>
              </a:rPr>
              <a:t>Four things to locate</a:t>
            </a:r>
          </a:p>
        </p:txBody>
      </p:sp>
      <p:sp>
        <p:nvSpPr>
          <p:cNvPr id="7" name="矩形 6">
            <a:extLst>
              <a:ext uri="{FF2B5EF4-FFF2-40B4-BE49-F238E27FC236}">
                <a16:creationId xmlns:a16="http://schemas.microsoft.com/office/drawing/2014/main" id="{D11FBE3B-6190-443B-A401-7E92A661774E}"/>
              </a:ext>
            </a:extLst>
          </p:cNvPr>
          <p:cNvSpPr>
            <a:spLocks noGrp="1"/>
          </p:cNvSpPr>
          <p:nvPr/>
        </p:nvSpPr>
        <p:spPr>
          <a:xfrm>
            <a:off x="7924800" y="2819400"/>
            <a:ext cx="3600450" cy="2419350"/>
          </a:xfrm>
          <a:prstGeom prst="rect">
            <a:avLst/>
          </a:prstGeom>
          <a:noFill/>
          <a:ln w="0">
            <a:noFill/>
          </a:ln>
        </p:spPr>
        <p:txBody>
          <a:bodyPr wrap="square" lIns="0" tIns="0" rIns="0" bIns="0" anchor="t">
            <a:noAutofit/>
          </a:bodyPr>
          <a:lstStyle/>
          <a:p>
            <a:pPr marL="241300" indent="-127000">
              <a:spcAft>
                <a:spcPts val="1500"/>
              </a:spcAft>
              <a:buChar char="•"/>
              <a:defRPr sz="2175" b="0">
                <a:solidFill>
                  <a:srgbClr val="1D2938"/>
                </a:solidFill>
                <a:latin typeface="Arial"/>
                <a:ea typeface="Arial"/>
                <a:cs typeface="Arial"/>
              </a:defRPr>
            </a:pPr>
            <a:r>
              <a:t>Input mode</a:t>
            </a:r>
          </a:p>
          <a:p>
            <a:pPr marL="241300" indent="-127000">
              <a:spcAft>
                <a:spcPts val="1500"/>
              </a:spcAft>
              <a:buChar char="•"/>
              <a:defRPr sz="2175" b="0">
                <a:solidFill>
                  <a:srgbClr val="1D2938"/>
                </a:solidFill>
                <a:latin typeface="Arial"/>
                <a:ea typeface="Arial"/>
                <a:cs typeface="Arial"/>
              </a:defRPr>
            </a:pPr>
            <a:r>
              <a:t>Alpha history</a:t>
            </a:r>
          </a:p>
          <a:p>
            <a:pPr marL="241300" indent="-127000">
              <a:spcAft>
                <a:spcPts val="1500"/>
              </a:spcAft>
              <a:buChar char="•"/>
              <a:defRPr sz="2175" b="0">
                <a:solidFill>
                  <a:srgbClr val="1D2938"/>
                </a:solidFill>
                <a:latin typeface="Arial"/>
                <a:ea typeface="Arial"/>
                <a:cs typeface="Arial"/>
              </a:defRPr>
            </a:pPr>
            <a:r>
              <a:t>Feedback ring and ratio</a:t>
            </a:r>
          </a:p>
          <a:p>
            <a:pPr marL="241300" indent="-127000">
              <a:spcAft>
                <a:spcPts val="1500"/>
              </a:spcAft>
              <a:buChar char="•"/>
              <a:defRPr sz="2175" b="0">
                <a:solidFill>
                  <a:srgbClr val="1D2938"/>
                </a:solidFill>
                <a:latin typeface="Arial"/>
                <a:ea typeface="Arial"/>
                <a:cs typeface="Arial"/>
              </a:defRPr>
            </a:pPr>
            <a:r>
              <a:t>Seven-channel quality strip</a:t>
            </a:r>
          </a:p>
        </p:txBody>
      </p:sp>
      <p:sp>
        <p:nvSpPr>
          <p:cNvPr id="8" name="矩形 7">
            <a:extLst>
              <a:ext uri="{FF2B5EF4-FFF2-40B4-BE49-F238E27FC236}">
                <a16:creationId xmlns:a16="http://schemas.microsoft.com/office/drawing/2014/main" id="{26382511-0751-4415-A5D3-2EDC8F711F54}"/>
              </a:ext>
            </a:extLst>
          </p:cNvPr>
          <p:cNvSpPr>
            <a:spLocks noGrp="1"/>
          </p:cNvSpPr>
          <p:nvPr/>
        </p:nvSpPr>
        <p:spPr>
          <a:xfrm>
            <a:off x="7924800" y="5514975"/>
            <a:ext cx="3600450" cy="657225"/>
          </a:xfrm>
          <a:prstGeom prst="rect">
            <a:avLst/>
          </a:prstGeom>
          <a:noFill/>
          <a:ln w="0">
            <a:noFill/>
          </a:ln>
        </p:spPr>
        <p:txBody>
          <a:bodyPr wrap="square" lIns="0" tIns="0" rIns="0" bIns="0" anchor="t">
            <a:noAutofit/>
          </a:bodyPr>
          <a:lstStyle/>
          <a:p>
            <a:pPr>
              <a:defRPr sz="1800" b="1">
                <a:solidFill>
                  <a:srgbClr val="C26630"/>
                </a:solidFill>
                <a:latin typeface="Arial"/>
                <a:ea typeface="Arial"/>
                <a:cs typeface="Arial"/>
              </a:defRPr>
            </a:pPr>
            <a:r>
              <a:rPr sz="1800" b="1">
                <a:solidFill>
                  <a:srgbClr val="C26630"/>
                </a:solidFill>
                <a:latin typeface="Arial"/>
                <a:ea typeface="Arial"/>
                <a:cs typeface="Arial"/>
              </a:rPr>
              <a:t>Screenshot: SYNTHETIC DEMO</a:t>
            </a:r>
          </a:p>
          <a:p>
            <a:pPr>
              <a:defRPr sz="1800" b="1">
                <a:solidFill>
                  <a:srgbClr val="C26630"/>
                </a:solidFill>
                <a:latin typeface="Arial"/>
                <a:ea typeface="Arial"/>
                <a:cs typeface="Arial"/>
              </a:defRPr>
            </a:pPr>
            <a:r>
              <a:rPr sz="1800" b="1">
                <a:solidFill>
                  <a:srgbClr val="C26630"/>
                </a:solidFill>
                <a:latin typeface="Arial"/>
                <a:ea typeface="Arial"/>
                <a:cs typeface="Arial"/>
              </a:rPr>
              <a:t>No participant result</a:t>
            </a:r>
          </a:p>
        </p:txBody>
      </p:sp>
    </p:spTree>
    <p:extLst>
      <p:ext uri="{BB962C8B-B14F-4D97-AF65-F5344CB8AC3E}">
        <p14:creationId xmlns:p14="http://schemas.microsoft.com/office/powerpoint/2010/main" val="19440512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lide-title">
            <a:extLst>
              <a:ext uri="{FF2B5EF4-FFF2-40B4-BE49-F238E27FC236}">
                <a16:creationId xmlns:a16="http://schemas.microsoft.com/office/drawing/2014/main" id="{C1730B2D-BC7A-4E1A-9BFC-13D109133B51}"/>
              </a:ext>
            </a:extLst>
          </p:cNvPr>
          <p:cNvSpPr>
            <a:spLocks noGrp="1"/>
          </p:cNvSpPr>
          <p:nvPr/>
        </p:nvSpPr>
        <p:spPr>
          <a:xfrm>
            <a:off x="609600" y="371475"/>
            <a:ext cx="10972800" cy="571500"/>
          </a:xfrm>
          <a:prstGeom prst="rect">
            <a:avLst/>
          </a:prstGeom>
          <a:noFill/>
          <a:ln w="0">
            <a:noFill/>
          </a:ln>
        </p:spPr>
        <p:txBody>
          <a:bodyPr wrap="square" lIns="0" tIns="0" rIns="0" bIns="0" anchor="t">
            <a:noAutofit/>
          </a:bodyPr>
          <a:lstStyle/>
          <a:p>
            <a:pPr>
              <a:defRPr sz="3300" b="1">
                <a:solidFill>
                  <a:srgbClr val="0B2138"/>
                </a:solidFill>
                <a:latin typeface="Arial"/>
                <a:ea typeface="Arial"/>
                <a:cs typeface="Arial"/>
              </a:defRPr>
            </a:pPr>
            <a:r>
              <a:rPr sz="3300" b="1">
                <a:solidFill>
                  <a:srgbClr val="0B2138"/>
                </a:solidFill>
                <a:latin typeface="Arial"/>
                <a:ea typeface="Arial"/>
                <a:cs typeface="Arial"/>
              </a:rPr>
              <a:t>The feedback number is a ratio</a:t>
            </a:r>
          </a:p>
        </p:txBody>
      </p:sp>
      <p:sp>
        <p:nvSpPr>
          <p:cNvPr id="2" name="矩形 1">
            <a:extLst>
              <a:ext uri="{FF2B5EF4-FFF2-40B4-BE49-F238E27FC236}">
                <a16:creationId xmlns:a16="http://schemas.microsoft.com/office/drawing/2014/main" id="{D86169FC-A762-4191-8868-7100CC8B9B83}"/>
              </a:ext>
            </a:extLst>
          </p:cNvPr>
          <p:cNvSpPr>
            <a:spLocks noGrp="1"/>
          </p:cNvSpPr>
          <p:nvPr/>
        </p:nvSpPr>
        <p:spPr>
          <a:xfrm>
            <a:off x="628650" y="1076325"/>
            <a:ext cx="10858500" cy="590550"/>
          </a:xfrm>
          <a:prstGeom prst="rect">
            <a:avLst/>
          </a:prstGeom>
          <a:noFill/>
          <a:ln w="0">
            <a:noFill/>
          </a:ln>
        </p:spPr>
        <p:txBody>
          <a:bodyPr wrap="square" lIns="0" tIns="0" rIns="0" bIns="0" anchor="t">
            <a:noAutofit/>
          </a:bodyPr>
          <a:lstStyle/>
          <a:p>
            <a:pPr>
              <a:defRPr sz="1875" b="0">
                <a:solidFill>
                  <a:srgbClr val="617184"/>
                </a:solidFill>
                <a:latin typeface="Arial"/>
                <a:ea typeface="Arial"/>
                <a:cs typeface="Arial"/>
              </a:defRPr>
            </a:pPr>
            <a:r>
              <a:rPr sz="1875" b="0">
                <a:solidFill>
                  <a:srgbClr val="617184"/>
                </a:solidFill>
                <a:latin typeface="Arial"/>
                <a:ea typeface="Arial"/>
                <a:cs typeface="Arial"/>
              </a:rPr>
              <a:t>Current posterior Alpha power relative to a rolling reference.</a:t>
            </a:r>
          </a:p>
        </p:txBody>
      </p:sp>
      <p:sp>
        <p:nvSpPr>
          <p:cNvPr id="3" name="矩形 2">
            <a:extLst>
              <a:ext uri="{FF2B5EF4-FFF2-40B4-BE49-F238E27FC236}">
                <a16:creationId xmlns:a16="http://schemas.microsoft.com/office/drawing/2014/main" id="{104DB3DF-5454-46CC-9C63-28F41351AE9B}"/>
              </a:ext>
            </a:extLst>
          </p:cNvPr>
          <p:cNvSpPr>
            <a:spLocks noGrp="1"/>
          </p:cNvSpPr>
          <p:nvPr/>
        </p:nvSpPr>
        <p:spPr>
          <a:xfrm>
            <a:off x="609600" y="6505575"/>
            <a:ext cx="982980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NeuraDock EEG 101   /   Lesson 5   /   AGENT · supervised application</a:t>
            </a:r>
          </a:p>
        </p:txBody>
      </p:sp>
      <p:sp>
        <p:nvSpPr>
          <p:cNvPr id="4" name="矩形 3">
            <a:extLst>
              <a:ext uri="{FF2B5EF4-FFF2-40B4-BE49-F238E27FC236}">
                <a16:creationId xmlns:a16="http://schemas.microsoft.com/office/drawing/2014/main" id="{56A490A0-31E9-4C79-8F86-1ED6EE8F38AF}"/>
              </a:ext>
            </a:extLst>
          </p:cNvPr>
          <p:cNvSpPr>
            <a:spLocks noGrp="1"/>
          </p:cNvSpPr>
          <p:nvPr/>
        </p:nvSpPr>
        <p:spPr>
          <a:xfrm>
            <a:off x="10763250" y="6505575"/>
            <a:ext cx="85725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25 / 30</a:t>
            </a:r>
          </a:p>
        </p:txBody>
      </p:sp>
      <p:graphicFrame>
        <p:nvGraphicFramePr>
          <p:cNvPr id="12" name="表格 11"/>
          <p:cNvGraphicFramePr/>
          <p:nvPr/>
        </p:nvGraphicFramePr>
        <p:xfrm>
          <a:off x="628650" y="1943100"/>
          <a:ext cx="10934700" cy="3152775"/>
        </p:xfrm>
        <a:graphic>
          <a:graphicData uri="http://schemas.openxmlformats.org/drawingml/2006/table">
            <a:tbl>
              <a:tblPr/>
              <a:tblGrid>
                <a:gridCol w="2914650">
                  <a:extLst>
                    <a:ext uri="{9D8B030D-6E8A-4147-A177-3AD203B41FA5}">
                      <a16:colId xmlns:a16="http://schemas.microsoft.com/office/drawing/2014/main" val="20000"/>
                    </a:ext>
                  </a:extLst>
                </a:gridCol>
                <a:gridCol w="8020050">
                  <a:extLst>
                    <a:ext uri="{9D8B030D-6E8A-4147-A177-3AD203B41FA5}">
                      <a16:colId xmlns:a16="http://schemas.microsoft.com/office/drawing/2014/main" val="20001"/>
                    </a:ext>
                  </a:extLst>
                </a:gridCol>
              </a:tblGrid>
              <a:tr h="523875">
                <a:tc>
                  <a:txBody>
                    <a:bodyPr/>
                    <a:lstStyle/>
                    <a:p>
                      <a:r>
                        <a:rPr sz="1950" b="1">
                          <a:solidFill>
                            <a:srgbClr val="FFFFFF"/>
                          </a:solidFill>
                          <a:latin typeface="Arial"/>
                          <a:ea typeface="Arial"/>
                          <a:cs typeface="Arial"/>
                        </a:rPr>
                        <a:t>Arithmetic example</a:t>
                      </a:r>
                    </a:p>
                  </a:txBody>
                  <a:tcPr marL="152400" marR="152400" marT="104775" marB="104775" anchor="ctr">
                    <a:solidFill>
                      <a:srgbClr val="0B2138"/>
                    </a:solidFill>
                  </a:tcPr>
                </a:tc>
                <a:tc>
                  <a:txBody>
                    <a:bodyPr/>
                    <a:lstStyle/>
                    <a:p>
                      <a:r>
                        <a:rPr sz="1950" b="1">
                          <a:solidFill>
                            <a:srgbClr val="FFFFFF"/>
                          </a:solidFill>
                          <a:latin typeface="Arial"/>
                          <a:ea typeface="Arial"/>
                          <a:cs typeface="Arial"/>
                        </a:rPr>
                        <a:t>Meaning</a:t>
                      </a:r>
                    </a:p>
                  </a:txBody>
                  <a:tcPr marL="152400" marR="152400" marT="104775" marB="104775" anchor="ctr">
                    <a:solidFill>
                      <a:srgbClr val="0B2138"/>
                    </a:solidFill>
                  </a:tcPr>
                </a:tc>
                <a:extLst>
                  <a:ext uri="{0D108BD9-81ED-4DB2-BD59-A6C34878D82A}">
                    <a16:rowId xmlns:a16="http://schemas.microsoft.com/office/drawing/2014/main" val="10000"/>
                  </a:ext>
                </a:extLst>
              </a:tr>
              <a:tr h="657225">
                <a:tc>
                  <a:txBody>
                    <a:bodyPr/>
                    <a:lstStyle/>
                    <a:p>
                      <a:r>
                        <a:rPr sz="1950" b="0">
                          <a:solidFill>
                            <a:srgbClr val="1D2938"/>
                          </a:solidFill>
                          <a:latin typeface="Arial"/>
                          <a:ea typeface="Arial"/>
                          <a:cs typeface="Arial"/>
                        </a:rPr>
                        <a:t>1.0×</a:t>
                      </a:r>
                    </a:p>
                  </a:txBody>
                  <a:tcPr marL="152400" marR="152400" marT="104775" marB="104775" anchor="ctr">
                    <a:solidFill>
                      <a:srgbClr val="F5F8FA"/>
                    </a:solidFill>
                  </a:tcPr>
                </a:tc>
                <a:tc>
                  <a:txBody>
                    <a:bodyPr/>
                    <a:lstStyle/>
                    <a:p>
                      <a:r>
                        <a:rPr sz="1950" b="0">
                          <a:solidFill>
                            <a:srgbClr val="1D2938"/>
                          </a:solidFill>
                          <a:latin typeface="Arial"/>
                          <a:ea typeface="Arial"/>
                          <a:cs typeface="Arial"/>
                        </a:rPr>
                        <a:t>Approximately the rolling reference level</a:t>
                      </a:r>
                    </a:p>
                  </a:txBody>
                  <a:tcPr marL="152400" marR="152400" marT="104775" marB="104775" anchor="ctr">
                    <a:solidFill>
                      <a:srgbClr val="F5F8FA"/>
                    </a:solidFill>
                  </a:tcPr>
                </a:tc>
                <a:extLst>
                  <a:ext uri="{0D108BD9-81ED-4DB2-BD59-A6C34878D82A}">
                    <a16:rowId xmlns:a16="http://schemas.microsoft.com/office/drawing/2014/main" val="10001"/>
                  </a:ext>
                </a:extLst>
              </a:tr>
              <a:tr h="657225">
                <a:tc>
                  <a:txBody>
                    <a:bodyPr/>
                    <a:lstStyle/>
                    <a:p>
                      <a:r>
                        <a:rPr sz="1950" b="0">
                          <a:solidFill>
                            <a:srgbClr val="1D2938"/>
                          </a:solidFill>
                          <a:latin typeface="Arial"/>
                          <a:ea typeface="Arial"/>
                          <a:cs typeface="Arial"/>
                        </a:rPr>
                        <a:t>1.2×</a:t>
                      </a:r>
                    </a:p>
                  </a:txBody>
                  <a:tcPr marL="152400" marR="152400" marT="104775" marB="104775" anchor="ctr">
                    <a:solidFill>
                      <a:srgbClr val="FFFFFF"/>
                    </a:solidFill>
                  </a:tcPr>
                </a:tc>
                <a:tc>
                  <a:txBody>
                    <a:bodyPr/>
                    <a:lstStyle/>
                    <a:p>
                      <a:r>
                        <a:rPr sz="1950" b="0">
                          <a:solidFill>
                            <a:srgbClr val="1D2938"/>
                          </a:solidFill>
                          <a:latin typeface="Arial"/>
                          <a:ea typeface="Arial"/>
                          <a:cs typeface="Arial"/>
                        </a:rPr>
                        <a:t>Approximately 20% above that reference</a:t>
                      </a:r>
                    </a:p>
                  </a:txBody>
                  <a:tcPr marL="152400" marR="152400" marT="104775" marB="104775" anchor="ctr">
                    <a:solidFill>
                      <a:srgbClr val="FFFFFF"/>
                    </a:solidFill>
                  </a:tcPr>
                </a:tc>
                <a:extLst>
                  <a:ext uri="{0D108BD9-81ED-4DB2-BD59-A6C34878D82A}">
                    <a16:rowId xmlns:a16="http://schemas.microsoft.com/office/drawing/2014/main" val="10002"/>
                  </a:ext>
                </a:extLst>
              </a:tr>
              <a:tr h="657225">
                <a:tc>
                  <a:txBody>
                    <a:bodyPr/>
                    <a:lstStyle/>
                    <a:p>
                      <a:r>
                        <a:rPr sz="1950" b="0">
                          <a:solidFill>
                            <a:srgbClr val="1D2938"/>
                          </a:solidFill>
                          <a:latin typeface="Arial"/>
                          <a:ea typeface="Arial"/>
                          <a:cs typeface="Arial"/>
                        </a:rPr>
                        <a:t>0.8×</a:t>
                      </a:r>
                    </a:p>
                  </a:txBody>
                  <a:tcPr marL="152400" marR="152400" marT="104775" marB="104775" anchor="ctr">
                    <a:solidFill>
                      <a:srgbClr val="F5F8FA"/>
                    </a:solidFill>
                  </a:tcPr>
                </a:tc>
                <a:tc>
                  <a:txBody>
                    <a:bodyPr/>
                    <a:lstStyle/>
                    <a:p>
                      <a:r>
                        <a:rPr sz="1950" b="0">
                          <a:solidFill>
                            <a:srgbClr val="1D2938"/>
                          </a:solidFill>
                          <a:latin typeface="Arial"/>
                          <a:ea typeface="Arial"/>
                          <a:cs typeface="Arial"/>
                        </a:rPr>
                        <a:t>Approximately 20% below that reference</a:t>
                      </a:r>
                    </a:p>
                  </a:txBody>
                  <a:tcPr marL="152400" marR="152400" marT="104775" marB="104775" anchor="ctr">
                    <a:solidFill>
                      <a:srgbClr val="F5F8FA"/>
                    </a:solidFill>
                  </a:tcPr>
                </a:tc>
                <a:extLst>
                  <a:ext uri="{0D108BD9-81ED-4DB2-BD59-A6C34878D82A}">
                    <a16:rowId xmlns:a16="http://schemas.microsoft.com/office/drawing/2014/main" val="10003"/>
                  </a:ext>
                </a:extLst>
              </a:tr>
              <a:tr h="657225">
                <a:tc>
                  <a:txBody>
                    <a:bodyPr/>
                    <a:lstStyle/>
                    <a:p>
                      <a:r>
                        <a:rPr sz="1950" b="0">
                          <a:solidFill>
                            <a:srgbClr val="1D2938"/>
                          </a:solidFill>
                          <a:latin typeface="Arial"/>
                          <a:ea typeface="Arial"/>
                          <a:cs typeface="Arial"/>
                        </a:rPr>
                        <a:t>Unavailable</a:t>
                      </a:r>
                    </a:p>
                  </a:txBody>
                  <a:tcPr marL="152400" marR="152400" marT="104775" marB="104775" anchor="ctr">
                    <a:solidFill>
                      <a:srgbClr val="FFFFFF"/>
                    </a:solidFill>
                  </a:tcPr>
                </a:tc>
                <a:tc>
                  <a:txBody>
                    <a:bodyPr/>
                    <a:lstStyle/>
                    <a:p>
                      <a:r>
                        <a:rPr sz="1950" b="0">
                          <a:solidFill>
                            <a:srgbClr val="1D2938"/>
                          </a:solidFill>
                          <a:latin typeface="Arial"/>
                          <a:ea typeface="Arial"/>
                          <a:cs typeface="Arial"/>
                        </a:rPr>
                        <a:t>No valid current feedback, rather than zero Alpha</a:t>
                      </a:r>
                    </a:p>
                  </a:txBody>
                  <a:tcPr marL="152400" marR="152400" marT="104775" marB="104775" anchor="ctr">
                    <a:solidFill>
                      <a:srgbClr val="FFFFFF"/>
                    </a:solidFill>
                  </a:tcPr>
                </a:tc>
                <a:extLst>
                  <a:ext uri="{0D108BD9-81ED-4DB2-BD59-A6C34878D82A}">
                    <a16:rowId xmlns:a16="http://schemas.microsoft.com/office/drawing/2014/main" val="10004"/>
                  </a:ext>
                </a:extLst>
              </a:tr>
            </a:tbl>
          </a:graphicData>
        </a:graphic>
      </p:graphicFrame>
      <p:sp>
        <p:nvSpPr>
          <p:cNvPr id="6" name="矩形 5">
            <a:extLst>
              <a:ext uri="{FF2B5EF4-FFF2-40B4-BE49-F238E27FC236}">
                <a16:creationId xmlns:a16="http://schemas.microsoft.com/office/drawing/2014/main" id="{328D98C6-3693-4EB9-80C6-959F416837D8}"/>
              </a:ext>
            </a:extLst>
          </p:cNvPr>
          <p:cNvSpPr>
            <a:spLocks noGrp="1"/>
          </p:cNvSpPr>
          <p:nvPr/>
        </p:nvSpPr>
        <p:spPr>
          <a:xfrm>
            <a:off x="657225" y="5314950"/>
            <a:ext cx="10829925" cy="552450"/>
          </a:xfrm>
          <a:prstGeom prst="rect">
            <a:avLst/>
          </a:prstGeom>
          <a:noFill/>
          <a:ln w="0">
            <a:noFill/>
          </a:ln>
        </p:spPr>
        <p:txBody>
          <a:bodyPr wrap="square" lIns="0" tIns="0" rIns="0" bIns="0" anchor="t">
            <a:noAutofit/>
          </a:bodyPr>
          <a:lstStyle/>
          <a:p>
            <a:pPr>
              <a:defRPr sz="1950" b="0">
                <a:solidFill>
                  <a:srgbClr val="1D2938"/>
                </a:solidFill>
                <a:latin typeface="Arial"/>
                <a:ea typeface="Arial"/>
                <a:cs typeface="Arial"/>
              </a:defRPr>
            </a:pPr>
            <a:r>
              <a:rPr sz="1950" b="0">
                <a:solidFill>
                  <a:srgbClr val="1D2938"/>
                </a:solidFill>
                <a:latin typeface="Arial"/>
                <a:ea typeface="Arial"/>
                <a:cs typeface="Arial"/>
              </a:rPr>
              <a:t>Reference: at least 3 accepted windows, up to 600, including the current window.</a:t>
            </a:r>
          </a:p>
        </p:txBody>
      </p:sp>
      <p:sp>
        <p:nvSpPr>
          <p:cNvPr id="7" name="矩形 6">
            <a:extLst>
              <a:ext uri="{FF2B5EF4-FFF2-40B4-BE49-F238E27FC236}">
                <a16:creationId xmlns:a16="http://schemas.microsoft.com/office/drawing/2014/main" id="{C2409EE2-1643-4E6C-AEA4-C2E6B09F2CF8}"/>
              </a:ext>
            </a:extLst>
          </p:cNvPr>
          <p:cNvSpPr>
            <a:spLocks noGrp="1"/>
          </p:cNvSpPr>
          <p:nvPr/>
        </p:nvSpPr>
        <p:spPr>
          <a:xfrm>
            <a:off x="628650" y="5924550"/>
            <a:ext cx="10934700" cy="457200"/>
          </a:xfrm>
          <a:prstGeom prst="rect">
            <a:avLst/>
          </a:prstGeom>
          <a:noFill/>
          <a:ln w="0">
            <a:noFill/>
          </a:ln>
        </p:spPr>
        <p:txBody>
          <a:bodyPr wrap="square" lIns="0" tIns="0" rIns="0" bIns="0" anchor="t">
            <a:noAutofit/>
          </a:bodyPr>
          <a:lstStyle/>
          <a:p>
            <a:pPr>
              <a:defRPr sz="1875" b="1">
                <a:solidFill>
                  <a:srgbClr val="176B87"/>
                </a:solidFill>
                <a:latin typeface="Arial"/>
                <a:ea typeface="Arial"/>
                <a:cs typeface="Arial"/>
              </a:defRPr>
            </a:pPr>
            <a:r>
              <a:rPr sz="1875" b="1">
                <a:solidFill>
                  <a:srgbClr val="176B87"/>
                </a:solidFill>
                <a:latin typeface="Arial"/>
                <a:ea typeface="Arial"/>
                <a:cs typeface="Arial"/>
              </a:rPr>
              <a:t>The reference can move. The ratio is not a percentage of relaxation.</a:t>
            </a:r>
          </a:p>
        </p:txBody>
      </p:sp>
    </p:spTree>
    <p:extLst>
      <p:ext uri="{BB962C8B-B14F-4D97-AF65-F5344CB8AC3E}">
        <p14:creationId xmlns:p14="http://schemas.microsoft.com/office/powerpoint/2010/main" val="17121858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lide-title">
            <a:extLst>
              <a:ext uri="{FF2B5EF4-FFF2-40B4-BE49-F238E27FC236}">
                <a16:creationId xmlns:a16="http://schemas.microsoft.com/office/drawing/2014/main" id="{DD503375-54A4-49D7-8F4B-4A762AC2E6A4}"/>
              </a:ext>
            </a:extLst>
          </p:cNvPr>
          <p:cNvSpPr>
            <a:spLocks noGrp="1"/>
          </p:cNvSpPr>
          <p:nvPr/>
        </p:nvSpPr>
        <p:spPr>
          <a:xfrm>
            <a:off x="609600" y="371475"/>
            <a:ext cx="10972800" cy="571500"/>
          </a:xfrm>
          <a:prstGeom prst="rect">
            <a:avLst/>
          </a:prstGeom>
          <a:noFill/>
          <a:ln w="0">
            <a:noFill/>
          </a:ln>
        </p:spPr>
        <p:txBody>
          <a:bodyPr wrap="square" lIns="0" tIns="0" rIns="0" bIns="0" anchor="t">
            <a:noAutofit/>
          </a:bodyPr>
          <a:lstStyle/>
          <a:p>
            <a:pPr>
              <a:defRPr sz="3300" b="1">
                <a:solidFill>
                  <a:srgbClr val="0B2138"/>
                </a:solidFill>
                <a:latin typeface="Arial"/>
                <a:ea typeface="Arial"/>
                <a:cs typeface="Arial"/>
              </a:defRPr>
            </a:pPr>
            <a:r>
              <a:rPr sz="3300" b="1">
                <a:solidFill>
                  <a:srgbClr val="0B2138"/>
                </a:solidFill>
                <a:latin typeface="Arial"/>
                <a:ea typeface="Arial"/>
                <a:cs typeface="Arial"/>
              </a:rPr>
              <a:t>The official Agent is the lesson runtime</a:t>
            </a:r>
          </a:p>
        </p:txBody>
      </p:sp>
      <p:sp>
        <p:nvSpPr>
          <p:cNvPr id="2" name="矩形 1">
            <a:extLst>
              <a:ext uri="{FF2B5EF4-FFF2-40B4-BE49-F238E27FC236}">
                <a16:creationId xmlns:a16="http://schemas.microsoft.com/office/drawing/2014/main" id="{3BD2F9BF-6FBE-4389-B9A7-70BE02A08D42}"/>
              </a:ext>
            </a:extLst>
          </p:cNvPr>
          <p:cNvSpPr>
            <a:spLocks noGrp="1"/>
          </p:cNvSpPr>
          <p:nvPr/>
        </p:nvSpPr>
        <p:spPr>
          <a:xfrm>
            <a:off x="628650" y="1076325"/>
            <a:ext cx="10858500" cy="590550"/>
          </a:xfrm>
          <a:prstGeom prst="rect">
            <a:avLst/>
          </a:prstGeom>
          <a:noFill/>
          <a:ln w="0">
            <a:noFill/>
          </a:ln>
        </p:spPr>
        <p:txBody>
          <a:bodyPr wrap="square" lIns="0" tIns="0" rIns="0" bIns="0" anchor="t">
            <a:noAutofit/>
          </a:bodyPr>
          <a:lstStyle/>
          <a:p>
            <a:pPr>
              <a:defRPr sz="1875" b="0">
                <a:solidFill>
                  <a:srgbClr val="617184"/>
                </a:solidFill>
                <a:latin typeface="Arial"/>
                <a:ea typeface="Arial"/>
                <a:cs typeface="Arial"/>
              </a:defRPr>
            </a:pPr>
            <a:r>
              <a:rPr sz="1875" b="0">
                <a:solidFill>
                  <a:srgbClr val="617184"/>
                </a:solidFill>
                <a:latin typeface="Arial"/>
                <a:ea typeface="Arial"/>
                <a:cs typeface="Arial"/>
              </a:rPr>
              <a:t>Installation and platform-specific commands are in the Lesson 5 guide.</a:t>
            </a:r>
          </a:p>
        </p:txBody>
      </p:sp>
      <p:sp>
        <p:nvSpPr>
          <p:cNvPr id="3" name="矩形 2">
            <a:extLst>
              <a:ext uri="{FF2B5EF4-FFF2-40B4-BE49-F238E27FC236}">
                <a16:creationId xmlns:a16="http://schemas.microsoft.com/office/drawing/2014/main" id="{3EC7BC89-F457-4C4A-ABD1-9B780A0C288A}"/>
              </a:ext>
            </a:extLst>
          </p:cNvPr>
          <p:cNvSpPr>
            <a:spLocks noGrp="1"/>
          </p:cNvSpPr>
          <p:nvPr/>
        </p:nvSpPr>
        <p:spPr>
          <a:xfrm>
            <a:off x="609600" y="6505575"/>
            <a:ext cx="982980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NeuraDock EEG 101   /   Lesson 5   /   AGENT · supervised application</a:t>
            </a:r>
          </a:p>
        </p:txBody>
      </p:sp>
      <p:sp>
        <p:nvSpPr>
          <p:cNvPr id="4" name="矩形 3">
            <a:extLst>
              <a:ext uri="{FF2B5EF4-FFF2-40B4-BE49-F238E27FC236}">
                <a16:creationId xmlns:a16="http://schemas.microsoft.com/office/drawing/2014/main" id="{76551B71-8AEA-40BD-A1AD-D935D2649F6D}"/>
              </a:ext>
            </a:extLst>
          </p:cNvPr>
          <p:cNvSpPr>
            <a:spLocks noGrp="1"/>
          </p:cNvSpPr>
          <p:nvPr/>
        </p:nvSpPr>
        <p:spPr>
          <a:xfrm>
            <a:off x="10763250" y="6505575"/>
            <a:ext cx="85725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26 / 30</a:t>
            </a:r>
          </a:p>
        </p:txBody>
      </p:sp>
      <p:sp>
        <p:nvSpPr>
          <p:cNvPr id="5" name="矩形 4">
            <a:extLst>
              <a:ext uri="{FF2B5EF4-FFF2-40B4-BE49-F238E27FC236}">
                <a16:creationId xmlns:a16="http://schemas.microsoft.com/office/drawing/2014/main" id="{BEA6E70D-CB8E-49A7-A1A8-E26D2EB041ED}"/>
              </a:ext>
            </a:extLst>
          </p:cNvPr>
          <p:cNvSpPr>
            <a:spLocks noGrp="1"/>
          </p:cNvSpPr>
          <p:nvPr/>
        </p:nvSpPr>
        <p:spPr>
          <a:xfrm>
            <a:off x="657225" y="1828800"/>
            <a:ext cx="10810875" cy="504825"/>
          </a:xfrm>
          <a:prstGeom prst="rect">
            <a:avLst/>
          </a:prstGeom>
          <a:noFill/>
          <a:ln w="0">
            <a:noFill/>
          </a:ln>
        </p:spPr>
        <p:txBody>
          <a:bodyPr wrap="square" lIns="0" tIns="0" rIns="0" bIns="0" anchor="t">
            <a:noAutofit/>
          </a:bodyPr>
          <a:lstStyle/>
          <a:p>
            <a:pPr>
              <a:defRPr sz="2325" b="0">
                <a:solidFill>
                  <a:srgbClr val="176B87"/>
                </a:solidFill>
                <a:latin typeface="Arial"/>
                <a:ea typeface="Arial"/>
                <a:cs typeface="Arial"/>
              </a:defRPr>
            </a:pPr>
            <a:r>
              <a:rPr sz="2325" b="0">
                <a:solidFill>
                  <a:srgbClr val="176B87"/>
                </a:solidFill>
                <a:latin typeface="Arial"/>
                <a:ea typeface="Arial"/>
                <a:cs typeface="Arial"/>
                <a:hlinkClick r:id="rId3"/>
              </a:rPr>
              <a:t>github.com/Neuradock/eeg-workstation-agent</a:t>
            </a:r>
          </a:p>
        </p:txBody>
      </p:sp>
      <p:sp>
        <p:nvSpPr>
          <p:cNvPr id="6" name="矩形 5">
            <a:extLst>
              <a:ext uri="{FF2B5EF4-FFF2-40B4-BE49-F238E27FC236}">
                <a16:creationId xmlns:a16="http://schemas.microsoft.com/office/drawing/2014/main" id="{3F9DD309-974C-48AD-A48D-6B1BB0ADD5C2}"/>
              </a:ext>
            </a:extLst>
          </p:cNvPr>
          <p:cNvSpPr>
            <a:spLocks noGrp="1"/>
          </p:cNvSpPr>
          <p:nvPr/>
        </p:nvSpPr>
        <p:spPr>
          <a:xfrm>
            <a:off x="657225" y="2647950"/>
            <a:ext cx="10820400" cy="409575"/>
          </a:xfrm>
          <a:prstGeom prst="rect">
            <a:avLst/>
          </a:prstGeom>
          <a:noFill/>
          <a:ln w="0">
            <a:noFill/>
          </a:ln>
        </p:spPr>
        <p:txBody>
          <a:bodyPr wrap="square" lIns="0" tIns="0" rIns="0" bIns="0" anchor="t">
            <a:noAutofit/>
          </a:bodyPr>
          <a:lstStyle/>
          <a:p>
            <a:pPr>
              <a:defRPr sz="2100" b="1">
                <a:solidFill>
                  <a:srgbClr val="0B2138"/>
                </a:solidFill>
                <a:latin typeface="Arial"/>
                <a:ea typeface="Arial"/>
                <a:cs typeface="Arial"/>
              </a:defRPr>
            </a:pPr>
            <a:r>
              <a:rPr sz="2100" b="1">
                <a:solidFill>
                  <a:srgbClr val="0B2138"/>
                </a:solidFill>
                <a:latin typeface="Arial"/>
                <a:ea typeface="Arial"/>
                <a:cs typeface="Arial"/>
              </a:rPr>
              <a:t>In the prepared Agent environment</a:t>
            </a:r>
          </a:p>
        </p:txBody>
      </p:sp>
      <p:sp>
        <p:nvSpPr>
          <p:cNvPr id="7" name="矩形 6">
            <a:extLst>
              <a:ext uri="{FF2B5EF4-FFF2-40B4-BE49-F238E27FC236}">
                <a16:creationId xmlns:a16="http://schemas.microsoft.com/office/drawing/2014/main" id="{2BC7BF2F-D85A-447F-A2E5-9A266B8BA5BF}"/>
              </a:ext>
            </a:extLst>
          </p:cNvPr>
          <p:cNvSpPr>
            <a:spLocks noGrp="1"/>
          </p:cNvSpPr>
          <p:nvPr/>
        </p:nvSpPr>
        <p:spPr>
          <a:xfrm>
            <a:off x="657225" y="3314700"/>
            <a:ext cx="10839450" cy="990600"/>
          </a:xfrm>
          <a:prstGeom prst="rect">
            <a:avLst/>
          </a:prstGeom>
          <a:noFill/>
          <a:ln w="0">
            <a:noFill/>
          </a:ln>
        </p:spPr>
        <p:txBody>
          <a:bodyPr wrap="square" lIns="0" tIns="0" rIns="0" bIns="0" anchor="t">
            <a:noAutofit/>
          </a:bodyPr>
          <a:lstStyle/>
          <a:p>
            <a:pPr>
              <a:defRPr sz="2025" b="0">
                <a:solidFill>
                  <a:srgbClr val="0B2138"/>
                </a:solidFill>
                <a:latin typeface="Consolas"/>
                <a:ea typeface="Consolas"/>
                <a:cs typeface="Consolas"/>
              </a:defRPr>
            </a:pPr>
            <a:r>
              <a:rPr sz="2025" b="0">
                <a:solidFill>
                  <a:srgbClr val="0B2138"/>
                </a:solidFill>
                <a:latin typeface="Consolas"/>
                <a:ea typeface="Consolas"/>
                <a:cs typeface="Consolas"/>
              </a:rPr>
              <a:t>python -m neuradock_agent online --ip CONFIRMED_HOST</a:t>
            </a:r>
          </a:p>
          <a:p>
            <a:pPr>
              <a:defRPr sz="2025" b="0">
                <a:solidFill>
                  <a:srgbClr val="0B2138"/>
                </a:solidFill>
                <a:latin typeface="Consolas"/>
                <a:ea typeface="Consolas"/>
                <a:cs typeface="Consolas"/>
              </a:defRPr>
            </a:pPr>
            <a:r>
              <a:rPr sz="2025" b="0">
                <a:solidFill>
                  <a:srgbClr val="0B2138"/>
                </a:solidFill>
                <a:latin typeface="Consolas"/>
                <a:ea typeface="Consolas"/>
                <a:cs typeface="Consolas"/>
              </a:rPr>
              <a:t>    --port CONFIRMED_PORT --dashboard-port 8765</a:t>
            </a:r>
          </a:p>
        </p:txBody>
      </p:sp>
      <p:sp>
        <p:nvSpPr>
          <p:cNvPr id="8" name="矩形 7">
            <a:extLst>
              <a:ext uri="{FF2B5EF4-FFF2-40B4-BE49-F238E27FC236}">
                <a16:creationId xmlns:a16="http://schemas.microsoft.com/office/drawing/2014/main" id="{1BC6AC54-1348-4AC5-8663-ECD861CEF5C7}"/>
              </a:ext>
            </a:extLst>
          </p:cNvPr>
          <p:cNvSpPr>
            <a:spLocks noGrp="1"/>
          </p:cNvSpPr>
          <p:nvPr/>
        </p:nvSpPr>
        <p:spPr>
          <a:xfrm>
            <a:off x="657225" y="4476750"/>
            <a:ext cx="10839450" cy="419100"/>
          </a:xfrm>
          <a:prstGeom prst="rect">
            <a:avLst/>
          </a:prstGeom>
          <a:noFill/>
          <a:ln w="0">
            <a:noFill/>
          </a:ln>
        </p:spPr>
        <p:txBody>
          <a:bodyPr wrap="square" lIns="0" tIns="0" rIns="0" bIns="0" anchor="t">
            <a:noAutofit/>
          </a:bodyPr>
          <a:lstStyle/>
          <a:p>
            <a:pPr>
              <a:defRPr sz="1875" b="0">
                <a:solidFill>
                  <a:srgbClr val="617184"/>
                </a:solidFill>
                <a:latin typeface="Arial"/>
                <a:ea typeface="Arial"/>
                <a:cs typeface="Arial"/>
              </a:defRPr>
            </a:pPr>
            <a:r>
              <a:rPr sz="1875" b="0">
                <a:solidFill>
                  <a:srgbClr val="617184"/>
                </a:solidFill>
                <a:latin typeface="Arial"/>
                <a:ea typeface="Arial"/>
                <a:cs typeface="Arial"/>
              </a:rPr>
              <a:t>One command, shown wrapped. Replace both endpoint placeholders.</a:t>
            </a:r>
          </a:p>
        </p:txBody>
      </p:sp>
      <p:sp>
        <p:nvSpPr>
          <p:cNvPr id="9" name="矩形 8">
            <a:extLst>
              <a:ext uri="{FF2B5EF4-FFF2-40B4-BE49-F238E27FC236}">
                <a16:creationId xmlns:a16="http://schemas.microsoft.com/office/drawing/2014/main" id="{87D459F0-BFB5-4453-8E8A-095C596FF0D3}"/>
              </a:ext>
            </a:extLst>
          </p:cNvPr>
          <p:cNvSpPr>
            <a:spLocks noGrp="1"/>
          </p:cNvSpPr>
          <p:nvPr/>
        </p:nvSpPr>
        <p:spPr>
          <a:xfrm>
            <a:off x="657225" y="5229225"/>
            <a:ext cx="10801350" cy="466725"/>
          </a:xfrm>
          <a:prstGeom prst="rect">
            <a:avLst/>
          </a:prstGeom>
          <a:noFill/>
          <a:ln w="0">
            <a:noFill/>
          </a:ln>
        </p:spPr>
        <p:txBody>
          <a:bodyPr wrap="square" lIns="0" tIns="0" rIns="0" bIns="0" anchor="t">
            <a:noAutofit/>
          </a:bodyPr>
          <a:lstStyle/>
          <a:p>
            <a:pPr>
              <a:defRPr sz="2175" b="0">
                <a:solidFill>
                  <a:srgbClr val="176B87"/>
                </a:solidFill>
                <a:latin typeface="Arial"/>
                <a:ea typeface="Arial"/>
                <a:cs typeface="Arial"/>
              </a:defRPr>
            </a:pPr>
            <a:r>
              <a:rPr sz="2175" b="0">
                <a:solidFill>
                  <a:srgbClr val="176B87"/>
                </a:solidFill>
                <a:latin typeface="Arial"/>
                <a:ea typeface="Arial"/>
                <a:cs typeface="Arial"/>
                <a:hlinkClick r:id="rId4"/>
              </a:rPr>
              <a:t>Dashboard: http://127.0.0.1:8765</a:t>
            </a:r>
          </a:p>
        </p:txBody>
      </p:sp>
      <p:sp>
        <p:nvSpPr>
          <p:cNvPr id="10" name="矩形 9">
            <a:extLst>
              <a:ext uri="{FF2B5EF4-FFF2-40B4-BE49-F238E27FC236}">
                <a16:creationId xmlns:a16="http://schemas.microsoft.com/office/drawing/2014/main" id="{C8010EB9-0BC4-4A46-921A-0542A38B96E9}"/>
              </a:ext>
            </a:extLst>
          </p:cNvPr>
          <p:cNvSpPr>
            <a:spLocks noGrp="1"/>
          </p:cNvSpPr>
          <p:nvPr/>
        </p:nvSpPr>
        <p:spPr>
          <a:xfrm>
            <a:off x="628650" y="5924550"/>
            <a:ext cx="10934700" cy="457200"/>
          </a:xfrm>
          <a:prstGeom prst="rect">
            <a:avLst/>
          </a:prstGeom>
          <a:noFill/>
          <a:ln w="0">
            <a:noFill/>
          </a:ln>
        </p:spPr>
        <p:txBody>
          <a:bodyPr wrap="square" lIns="0" tIns="0" rIns="0" bIns="0" anchor="t">
            <a:noAutofit/>
          </a:bodyPr>
          <a:lstStyle/>
          <a:p>
            <a:pPr>
              <a:defRPr sz="1875" b="1">
                <a:solidFill>
                  <a:srgbClr val="176B87"/>
                </a:solidFill>
                <a:latin typeface="Arial"/>
                <a:ea typeface="Arial"/>
                <a:cs typeface="Arial"/>
              </a:defRPr>
            </a:pPr>
            <a:r>
              <a:rPr sz="1875" b="1">
                <a:solidFill>
                  <a:srgbClr val="176B87"/>
                </a:solidFill>
                <a:latin typeface="Arial"/>
                <a:ea typeface="Arial"/>
                <a:cs typeface="Arial"/>
              </a:rPr>
              <a:t>Notebook Run All only prepares a worksheet. It never connects the device.</a:t>
            </a:r>
          </a:p>
        </p:txBody>
      </p:sp>
    </p:spTree>
    <p:extLst>
      <p:ext uri="{BB962C8B-B14F-4D97-AF65-F5344CB8AC3E}">
        <p14:creationId xmlns:p14="http://schemas.microsoft.com/office/powerpoint/2010/main" val="8186204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73CA6513-40B8-423B-9757-303833F25B81}"/>
              </a:ext>
            </a:extLst>
          </p:cNvPr>
          <p:cNvSpPr>
            <a:spLocks noGrp="1"/>
          </p:cNvSpPr>
          <p:nvPr/>
        </p:nvSpPr>
        <p:spPr>
          <a:xfrm>
            <a:off x="609600" y="371475"/>
            <a:ext cx="10972800" cy="571500"/>
          </a:xfrm>
          <a:prstGeom prst="rect">
            <a:avLst/>
          </a:prstGeom>
          <a:noFill/>
          <a:ln w="0">
            <a:noFill/>
          </a:ln>
        </p:spPr>
        <p:txBody>
          <a:bodyPr wrap="square" lIns="0" tIns="0" rIns="0" bIns="0" anchor="t">
            <a:noAutofit/>
          </a:bodyPr>
          <a:lstStyle/>
          <a:p>
            <a:pPr>
              <a:defRPr sz="3300" b="1">
                <a:solidFill>
                  <a:srgbClr val="0B2138"/>
                </a:solidFill>
                <a:latin typeface="Arial"/>
                <a:ea typeface="Arial"/>
                <a:cs typeface="Arial"/>
              </a:defRPr>
            </a:pPr>
            <a:r>
              <a:rPr sz="3300" b="1">
                <a:solidFill>
                  <a:srgbClr val="0B2138"/>
                </a:solidFill>
                <a:latin typeface="Arial"/>
                <a:ea typeface="Arial"/>
                <a:cs typeface="Arial"/>
              </a:rPr>
              <a:t>A supervised observation with real hardware</a:t>
            </a:r>
          </a:p>
        </p:txBody>
      </p:sp>
      <p:sp>
        <p:nvSpPr>
          <p:cNvPr id="2" name="矩形 1">
            <a:extLst>
              <a:ext uri="{FF2B5EF4-FFF2-40B4-BE49-F238E27FC236}">
                <a16:creationId xmlns:a16="http://schemas.microsoft.com/office/drawing/2014/main" id="{D902E0FC-F64C-448D-81DF-B93DC0B1AC0F}"/>
              </a:ext>
            </a:extLst>
          </p:cNvPr>
          <p:cNvSpPr>
            <a:spLocks noGrp="1"/>
          </p:cNvSpPr>
          <p:nvPr/>
        </p:nvSpPr>
        <p:spPr>
          <a:xfrm>
            <a:off x="628650" y="1076325"/>
            <a:ext cx="10858500" cy="590550"/>
          </a:xfrm>
          <a:prstGeom prst="rect">
            <a:avLst/>
          </a:prstGeom>
          <a:noFill/>
          <a:ln w="0">
            <a:noFill/>
          </a:ln>
        </p:spPr>
        <p:txBody>
          <a:bodyPr wrap="square" lIns="0" tIns="0" rIns="0" bIns="0" anchor="t">
            <a:noAutofit/>
          </a:bodyPr>
          <a:lstStyle/>
          <a:p>
            <a:pPr>
              <a:defRPr sz="1875" b="0">
                <a:solidFill>
                  <a:srgbClr val="617184"/>
                </a:solidFill>
                <a:latin typeface="Arial"/>
                <a:ea typeface="Arial"/>
                <a:cs typeface="Arial"/>
              </a:defRPr>
            </a:pPr>
            <a:r>
              <a:rPr sz="1875" b="0">
                <a:solidFill>
                  <a:srgbClr val="617184"/>
                </a:solidFill>
                <a:latin typeface="Arial"/>
                <a:ea typeface="Arial"/>
                <a:cs typeface="Arial"/>
              </a:rPr>
              <a:t>Live input, fresh samples and acceptable quality must all be present.</a:t>
            </a:r>
          </a:p>
        </p:txBody>
      </p:sp>
      <p:sp>
        <p:nvSpPr>
          <p:cNvPr id="3" name="矩形 2">
            <a:extLst>
              <a:ext uri="{FF2B5EF4-FFF2-40B4-BE49-F238E27FC236}">
                <a16:creationId xmlns:a16="http://schemas.microsoft.com/office/drawing/2014/main" id="{5FFD767A-E2B1-43B6-9A91-96A64EAFF910}"/>
              </a:ext>
            </a:extLst>
          </p:cNvPr>
          <p:cNvSpPr>
            <a:spLocks noGrp="1"/>
          </p:cNvSpPr>
          <p:nvPr/>
        </p:nvSpPr>
        <p:spPr>
          <a:xfrm>
            <a:off x="609600" y="6505575"/>
            <a:ext cx="982980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NeuraDock EEG 101   /   Lesson 5   /   AGENT · supervised application</a:t>
            </a:r>
          </a:p>
        </p:txBody>
      </p:sp>
      <p:sp>
        <p:nvSpPr>
          <p:cNvPr id="4" name="矩形 3">
            <a:extLst>
              <a:ext uri="{FF2B5EF4-FFF2-40B4-BE49-F238E27FC236}">
                <a16:creationId xmlns:a16="http://schemas.microsoft.com/office/drawing/2014/main" id="{3AE4D508-EFDF-44FB-B7B6-C101A92CAE06}"/>
              </a:ext>
            </a:extLst>
          </p:cNvPr>
          <p:cNvSpPr>
            <a:spLocks noGrp="1"/>
          </p:cNvSpPr>
          <p:nvPr/>
        </p:nvSpPr>
        <p:spPr>
          <a:xfrm>
            <a:off x="10763250" y="6505575"/>
            <a:ext cx="85725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27 / 30</a:t>
            </a:r>
          </a:p>
        </p:txBody>
      </p:sp>
      <p:sp>
        <p:nvSpPr>
          <p:cNvPr id="5" name="矩形 4">
            <a:extLst>
              <a:ext uri="{FF2B5EF4-FFF2-40B4-BE49-F238E27FC236}">
                <a16:creationId xmlns:a16="http://schemas.microsoft.com/office/drawing/2014/main" id="{227C4DB5-2E87-47E2-A526-EDE9F5BAC543}"/>
              </a:ext>
            </a:extLst>
          </p:cNvPr>
          <p:cNvSpPr>
            <a:spLocks noGrp="1"/>
          </p:cNvSpPr>
          <p:nvPr/>
        </p:nvSpPr>
        <p:spPr>
          <a:xfrm>
            <a:off x="657225" y="1962150"/>
            <a:ext cx="5124450" cy="666750"/>
          </a:xfrm>
          <a:prstGeom prst="rect">
            <a:avLst/>
          </a:prstGeom>
          <a:noFill/>
          <a:ln w="0">
            <a:noFill/>
          </a:ln>
        </p:spPr>
        <p:txBody>
          <a:bodyPr wrap="square" lIns="0" tIns="0" rIns="0" bIns="0" anchor="t">
            <a:noAutofit/>
          </a:bodyPr>
          <a:lstStyle/>
          <a:p>
            <a:pPr>
              <a:defRPr sz="2175" b="1">
                <a:solidFill>
                  <a:srgbClr val="0B2138"/>
                </a:solidFill>
                <a:latin typeface="Arial"/>
                <a:ea typeface="Arial"/>
                <a:cs typeface="Arial"/>
              </a:defRPr>
            </a:pPr>
            <a:r>
              <a:rPr sz="2175" b="1">
                <a:solidFill>
                  <a:srgbClr val="0B2138"/>
                </a:solidFill>
                <a:latin typeface="Arial"/>
                <a:ea typeface="Arial"/>
                <a:cs typeface="Arial"/>
              </a:rPr>
              <a:t>Before and during</a:t>
            </a:r>
          </a:p>
        </p:txBody>
      </p:sp>
      <p:sp>
        <p:nvSpPr>
          <p:cNvPr id="6" name="矩形 5">
            <a:extLst>
              <a:ext uri="{FF2B5EF4-FFF2-40B4-BE49-F238E27FC236}">
                <a16:creationId xmlns:a16="http://schemas.microsoft.com/office/drawing/2014/main" id="{5DC98604-BBAC-4E68-8BE1-D9D0D76E8407}"/>
              </a:ext>
            </a:extLst>
          </p:cNvPr>
          <p:cNvSpPr>
            <a:spLocks noGrp="1"/>
          </p:cNvSpPr>
          <p:nvPr/>
        </p:nvSpPr>
        <p:spPr>
          <a:xfrm>
            <a:off x="676275" y="2771775"/>
            <a:ext cx="5362575" cy="2647950"/>
          </a:xfrm>
          <a:prstGeom prst="rect">
            <a:avLst/>
          </a:prstGeom>
          <a:noFill/>
          <a:ln w="0">
            <a:noFill/>
          </a:ln>
        </p:spPr>
        <p:txBody>
          <a:bodyPr wrap="square" lIns="0" tIns="0" rIns="0" bIns="0" anchor="t">
            <a:noAutofit/>
          </a:bodyPr>
          <a:lstStyle/>
          <a:p>
            <a:pPr marL="241300" indent="-127000">
              <a:spcAft>
                <a:spcPts val="1500"/>
              </a:spcAft>
              <a:buChar char="•"/>
              <a:defRPr sz="2025" b="0">
                <a:solidFill>
                  <a:srgbClr val="1D2938"/>
                </a:solidFill>
                <a:latin typeface="Arial"/>
                <a:ea typeface="Arial"/>
                <a:cs typeface="Arial"/>
              </a:defRPr>
            </a:pPr>
            <a:r>
              <a:t>Confirm consent and the exact endpoint.</a:t>
            </a:r>
          </a:p>
          <a:p>
            <a:pPr marL="241300" indent="-127000">
              <a:spcAft>
                <a:spcPts val="1500"/>
              </a:spcAft>
              <a:buChar char="•"/>
              <a:defRPr sz="2025" b="0">
                <a:solidFill>
                  <a:srgbClr val="1D2938"/>
                </a:solidFill>
                <a:latin typeface="Arial"/>
                <a:ea typeface="Arial"/>
                <a:cs typeface="Arial"/>
              </a:defRPr>
            </a:pPr>
            <a:r>
              <a:t>Check live mode, freshness and quality.</a:t>
            </a:r>
          </a:p>
          <a:p>
            <a:pPr marL="241300" indent="-127000">
              <a:spcAft>
                <a:spcPts val="1500"/>
              </a:spcAft>
              <a:buChar char="•"/>
              <a:defRPr sz="2025" b="0">
                <a:solidFill>
                  <a:srgbClr val="1D2938"/>
                </a:solidFill>
                <a:latin typeface="Arial"/>
                <a:ea typeface="Arial"/>
                <a:cs typeface="Arial"/>
              </a:defRPr>
            </a:pPr>
            <a:r>
              <a:t>Keep eye state and posture stable.</a:t>
            </a:r>
          </a:p>
          <a:p>
            <a:pPr marL="241300" indent="-127000">
              <a:spcAft>
                <a:spcPts val="1500"/>
              </a:spcAft>
              <a:buChar char="•"/>
              <a:defRPr sz="2025" b="0">
                <a:solidFill>
                  <a:srgbClr val="1D2938"/>
                </a:solidFill>
                <a:latin typeface="Arial"/>
                <a:ea typeface="Arial"/>
                <a:cs typeface="Arial"/>
              </a:defRPr>
            </a:pPr>
            <a:r>
              <a:t>Observe for about one minute, then repeat.</a:t>
            </a:r>
          </a:p>
        </p:txBody>
      </p:sp>
      <p:sp>
        <p:nvSpPr>
          <p:cNvPr id="7" name="矩形 6">
            <a:extLst>
              <a:ext uri="{FF2B5EF4-FFF2-40B4-BE49-F238E27FC236}">
                <a16:creationId xmlns:a16="http://schemas.microsoft.com/office/drawing/2014/main" id="{1EB8EEA1-C146-4310-A17A-16865CA7CDD4}"/>
              </a:ext>
            </a:extLst>
          </p:cNvPr>
          <p:cNvSpPr>
            <a:spLocks noGrp="1"/>
          </p:cNvSpPr>
          <p:nvPr/>
        </p:nvSpPr>
        <p:spPr>
          <a:xfrm>
            <a:off x="6629400" y="1962150"/>
            <a:ext cx="4886325" cy="666750"/>
          </a:xfrm>
          <a:prstGeom prst="rect">
            <a:avLst/>
          </a:prstGeom>
          <a:noFill/>
          <a:ln w="0">
            <a:noFill/>
          </a:ln>
        </p:spPr>
        <p:txBody>
          <a:bodyPr wrap="square" lIns="0" tIns="0" rIns="0" bIns="0" anchor="t">
            <a:noAutofit/>
          </a:bodyPr>
          <a:lstStyle/>
          <a:p>
            <a:pPr>
              <a:defRPr sz="2175" b="1">
                <a:solidFill>
                  <a:srgbClr val="0B2138"/>
                </a:solidFill>
                <a:latin typeface="Arial"/>
                <a:ea typeface="Arial"/>
                <a:cs typeface="Arial"/>
              </a:defRPr>
            </a:pPr>
            <a:r>
              <a:rPr sz="2175" b="1">
                <a:solidFill>
                  <a:srgbClr val="0B2138"/>
                </a:solidFill>
                <a:latin typeface="Arial"/>
                <a:ea typeface="Arial"/>
                <a:cs typeface="Arial"/>
              </a:rPr>
              <a:t>Meaning and stopping</a:t>
            </a:r>
          </a:p>
        </p:txBody>
      </p:sp>
      <p:sp>
        <p:nvSpPr>
          <p:cNvPr id="8" name="矩形 7">
            <a:extLst>
              <a:ext uri="{FF2B5EF4-FFF2-40B4-BE49-F238E27FC236}">
                <a16:creationId xmlns:a16="http://schemas.microsoft.com/office/drawing/2014/main" id="{AE03E58F-03AA-4191-BA6A-99C614702106}"/>
              </a:ext>
            </a:extLst>
          </p:cNvPr>
          <p:cNvSpPr>
            <a:spLocks noGrp="1"/>
          </p:cNvSpPr>
          <p:nvPr/>
        </p:nvSpPr>
        <p:spPr>
          <a:xfrm>
            <a:off x="6648450" y="2771775"/>
            <a:ext cx="4838700" cy="2647950"/>
          </a:xfrm>
          <a:prstGeom prst="rect">
            <a:avLst/>
          </a:prstGeom>
          <a:noFill/>
          <a:ln w="0">
            <a:noFill/>
          </a:ln>
        </p:spPr>
        <p:txBody>
          <a:bodyPr wrap="square" lIns="0" tIns="0" rIns="0" bIns="0" anchor="t">
            <a:noAutofit/>
          </a:bodyPr>
          <a:lstStyle/>
          <a:p>
            <a:pPr marL="241300" indent="-127000">
              <a:spcAft>
                <a:spcPts val="1500"/>
              </a:spcAft>
              <a:buChar char="•"/>
              <a:defRPr sz="2025" b="0">
                <a:solidFill>
                  <a:srgbClr val="1D2938"/>
                </a:solidFill>
                <a:latin typeface="Arial"/>
                <a:ea typeface="Arial"/>
                <a:cs typeface="Arial"/>
              </a:defRPr>
            </a:pPr>
            <a:r>
              <a:t>Note actual ratios and missing feedback.</a:t>
            </a:r>
          </a:p>
          <a:p>
            <a:pPr marL="241300" indent="-127000">
              <a:spcAft>
                <a:spcPts val="1500"/>
              </a:spcAft>
              <a:buChar char="•"/>
              <a:defRPr sz="2025" b="0">
                <a:solidFill>
                  <a:srgbClr val="1D2938"/>
                </a:solidFill>
                <a:latin typeface="Arial"/>
                <a:ea typeface="Arial"/>
                <a:cs typeface="Arial"/>
              </a:defRPr>
            </a:pPr>
            <a:r>
              <a:t>An Alpha increase is not required.</a:t>
            </a:r>
          </a:p>
          <a:p>
            <a:pPr marL="241300" indent="-127000">
              <a:spcAft>
                <a:spcPts val="1500"/>
              </a:spcAft>
              <a:buChar char="•"/>
              <a:defRPr sz="2025" b="0">
                <a:solidFill>
                  <a:srgbClr val="1D2938"/>
                </a:solidFill>
                <a:latin typeface="Arial"/>
                <a:ea typeface="Arial"/>
                <a:cs typeface="Arial"/>
              </a:defRPr>
            </a:pPr>
            <a:r>
              <a:t>Pause only freezes the display.</a:t>
            </a:r>
          </a:p>
          <a:p>
            <a:pPr marL="241300" indent="-127000">
              <a:spcAft>
                <a:spcPts val="1500"/>
              </a:spcAft>
              <a:buChar char="•"/>
              <a:defRPr sz="2025" b="0">
                <a:solidFill>
                  <a:srgbClr val="1D2938"/>
                </a:solidFill>
                <a:latin typeface="Arial"/>
                <a:ea typeface="Arial"/>
                <a:cs typeface="Arial"/>
              </a:defRPr>
            </a:pPr>
            <a:r>
              <a:t>Ctrl+C ends the Agent session.</a:t>
            </a:r>
          </a:p>
        </p:txBody>
      </p:sp>
      <p:sp>
        <p:nvSpPr>
          <p:cNvPr id="9" name="矩形 8">
            <a:extLst>
              <a:ext uri="{FF2B5EF4-FFF2-40B4-BE49-F238E27FC236}">
                <a16:creationId xmlns:a16="http://schemas.microsoft.com/office/drawing/2014/main" id="{C5C725D8-B530-4FD4-BC5A-7F006FA1F266}"/>
              </a:ext>
            </a:extLst>
          </p:cNvPr>
          <p:cNvSpPr>
            <a:spLocks noGrp="1"/>
          </p:cNvSpPr>
          <p:nvPr/>
        </p:nvSpPr>
        <p:spPr>
          <a:xfrm>
            <a:off x="628650" y="5924550"/>
            <a:ext cx="10934700" cy="457200"/>
          </a:xfrm>
          <a:prstGeom prst="rect">
            <a:avLst/>
          </a:prstGeom>
          <a:noFill/>
          <a:ln w="0">
            <a:noFill/>
          </a:ln>
        </p:spPr>
        <p:txBody>
          <a:bodyPr wrap="square" lIns="0" tIns="0" rIns="0" bIns="0" anchor="t">
            <a:noAutofit/>
          </a:bodyPr>
          <a:lstStyle/>
          <a:p>
            <a:pPr>
              <a:defRPr sz="1875" b="1">
                <a:solidFill>
                  <a:srgbClr val="176B87"/>
                </a:solidFill>
                <a:latin typeface="Arial"/>
                <a:ea typeface="Arial"/>
                <a:cs typeface="Arial"/>
              </a:defRPr>
            </a:pPr>
            <a:r>
              <a:rPr sz="1875" b="1">
                <a:solidFill>
                  <a:srgbClr val="176B87"/>
                </a:solidFill>
                <a:latin typeface="Arial"/>
                <a:ea typeface="Arial"/>
                <a:cs typeface="Arial"/>
              </a:rPr>
              <a:t>A moving ring does not establish relaxation, learning or clinical benefit. [4, 5]</a:t>
            </a:r>
          </a:p>
        </p:txBody>
      </p:sp>
    </p:spTree>
    <p:extLst>
      <p:ext uri="{BB962C8B-B14F-4D97-AF65-F5344CB8AC3E}">
        <p14:creationId xmlns:p14="http://schemas.microsoft.com/office/powerpoint/2010/main" val="8865368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1FB4069F-B014-4FDD-BA48-B1C5F6853844}"/>
              </a:ext>
            </a:extLst>
          </p:cNvPr>
          <p:cNvSpPr>
            <a:spLocks noGrp="1"/>
          </p:cNvSpPr>
          <p:nvPr/>
        </p:nvSpPr>
        <p:spPr>
          <a:xfrm>
            <a:off x="609600" y="371475"/>
            <a:ext cx="10972800" cy="571500"/>
          </a:xfrm>
          <a:prstGeom prst="rect">
            <a:avLst/>
          </a:prstGeom>
          <a:noFill/>
          <a:ln w="0">
            <a:noFill/>
          </a:ln>
        </p:spPr>
        <p:txBody>
          <a:bodyPr wrap="square" lIns="0" tIns="0" rIns="0" bIns="0" anchor="t">
            <a:noAutofit/>
          </a:bodyPr>
          <a:lstStyle/>
          <a:p>
            <a:pPr>
              <a:defRPr sz="3300" b="1">
                <a:solidFill>
                  <a:srgbClr val="0B2138"/>
                </a:solidFill>
                <a:latin typeface="Arial"/>
                <a:ea typeface="Arial"/>
                <a:cs typeface="Arial"/>
              </a:defRPr>
            </a:pPr>
            <a:r>
              <a:rPr sz="3300" b="1">
                <a:solidFill>
                  <a:srgbClr val="0B2138"/>
                </a:solidFill>
                <a:latin typeface="Arial"/>
                <a:ea typeface="Arial"/>
                <a:cs typeface="Arial"/>
              </a:rPr>
              <a:t>What you can do after this course</a:t>
            </a:r>
          </a:p>
        </p:txBody>
      </p:sp>
      <p:sp>
        <p:nvSpPr>
          <p:cNvPr id="2" name="矩形 1">
            <a:extLst>
              <a:ext uri="{FF2B5EF4-FFF2-40B4-BE49-F238E27FC236}">
                <a16:creationId xmlns:a16="http://schemas.microsoft.com/office/drawing/2014/main" id="{31FCEC58-BE82-45E8-92F8-558A464B02AC}"/>
              </a:ext>
            </a:extLst>
          </p:cNvPr>
          <p:cNvSpPr>
            <a:spLocks noGrp="1"/>
          </p:cNvSpPr>
          <p:nvPr/>
        </p:nvSpPr>
        <p:spPr>
          <a:xfrm>
            <a:off x="628650" y="1076325"/>
            <a:ext cx="10858500" cy="590550"/>
          </a:xfrm>
          <a:prstGeom prst="rect">
            <a:avLst/>
          </a:prstGeom>
          <a:noFill/>
          <a:ln w="0">
            <a:noFill/>
          </a:ln>
        </p:spPr>
        <p:txBody>
          <a:bodyPr wrap="square" lIns="0" tIns="0" rIns="0" bIns="0" anchor="t">
            <a:noAutofit/>
          </a:bodyPr>
          <a:lstStyle/>
          <a:p>
            <a:pPr>
              <a:defRPr sz="1875" b="0">
                <a:solidFill>
                  <a:srgbClr val="617184"/>
                </a:solidFill>
                <a:latin typeface="Arial"/>
                <a:ea typeface="Arial"/>
                <a:cs typeface="Arial"/>
              </a:defRPr>
            </a:pPr>
            <a:r>
              <a:rPr sz="1875" b="0">
                <a:solidFill>
                  <a:srgbClr val="617184"/>
                </a:solidFill>
                <a:latin typeface="Arial"/>
                <a:ea typeface="Arial"/>
                <a:cs typeface="Arial"/>
              </a:rPr>
              <a:t>You can follow the evidence behind a feature and explain its limits.</a:t>
            </a:r>
          </a:p>
        </p:txBody>
      </p:sp>
      <p:sp>
        <p:nvSpPr>
          <p:cNvPr id="3" name="矩形 2">
            <a:extLst>
              <a:ext uri="{FF2B5EF4-FFF2-40B4-BE49-F238E27FC236}">
                <a16:creationId xmlns:a16="http://schemas.microsoft.com/office/drawing/2014/main" id="{A952A45A-F9FE-438E-86AB-D0D1AD7DE94F}"/>
              </a:ext>
            </a:extLst>
          </p:cNvPr>
          <p:cNvSpPr>
            <a:spLocks noGrp="1"/>
          </p:cNvSpPr>
          <p:nvPr/>
        </p:nvSpPr>
        <p:spPr>
          <a:xfrm>
            <a:off x="609600" y="6505575"/>
            <a:ext cx="982980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NeuraDock EEG 101   /   Five-lesson undergraduate course</a:t>
            </a:r>
          </a:p>
        </p:txBody>
      </p:sp>
      <p:sp>
        <p:nvSpPr>
          <p:cNvPr id="4" name="矩形 3">
            <a:extLst>
              <a:ext uri="{FF2B5EF4-FFF2-40B4-BE49-F238E27FC236}">
                <a16:creationId xmlns:a16="http://schemas.microsoft.com/office/drawing/2014/main" id="{B32AB4CC-D2A0-499E-8B5B-4F23F30B468D}"/>
              </a:ext>
            </a:extLst>
          </p:cNvPr>
          <p:cNvSpPr>
            <a:spLocks noGrp="1"/>
          </p:cNvSpPr>
          <p:nvPr/>
        </p:nvSpPr>
        <p:spPr>
          <a:xfrm>
            <a:off x="10763250" y="6505575"/>
            <a:ext cx="85725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28 / 30</a:t>
            </a:r>
          </a:p>
        </p:txBody>
      </p:sp>
      <p:graphicFrame>
        <p:nvGraphicFramePr>
          <p:cNvPr id="11" name="表格 10"/>
          <p:cNvGraphicFramePr/>
          <p:nvPr/>
        </p:nvGraphicFramePr>
        <p:xfrm>
          <a:off x="628650" y="1962150"/>
          <a:ext cx="10934700" cy="3448051"/>
        </p:xfrm>
        <a:graphic>
          <a:graphicData uri="http://schemas.openxmlformats.org/drawingml/2006/table">
            <a:tbl>
              <a:tblPr/>
              <a:tblGrid>
                <a:gridCol w="5467350">
                  <a:extLst>
                    <a:ext uri="{9D8B030D-6E8A-4147-A177-3AD203B41FA5}">
                      <a16:colId xmlns:a16="http://schemas.microsoft.com/office/drawing/2014/main" val="20000"/>
                    </a:ext>
                  </a:extLst>
                </a:gridCol>
                <a:gridCol w="5467350">
                  <a:extLst>
                    <a:ext uri="{9D8B030D-6E8A-4147-A177-3AD203B41FA5}">
                      <a16:colId xmlns:a16="http://schemas.microsoft.com/office/drawing/2014/main" val="20001"/>
                    </a:ext>
                  </a:extLst>
                </a:gridCol>
              </a:tblGrid>
              <a:tr h="523875">
                <a:tc>
                  <a:txBody>
                    <a:bodyPr/>
                    <a:lstStyle/>
                    <a:p>
                      <a:r>
                        <a:rPr sz="1875" b="1">
                          <a:solidFill>
                            <a:srgbClr val="FFFFFF"/>
                          </a:solidFill>
                          <a:latin typeface="Arial"/>
                          <a:ea typeface="Arial"/>
                          <a:cs typeface="Arial"/>
                        </a:rPr>
                        <a:t>With the notebooks</a:t>
                      </a:r>
                    </a:p>
                  </a:txBody>
                  <a:tcPr marL="152400" marR="152400" marT="104775" marB="104775" anchor="ctr">
                    <a:solidFill>
                      <a:srgbClr val="0B2138"/>
                    </a:solidFill>
                  </a:tcPr>
                </a:tc>
                <a:tc>
                  <a:txBody>
                    <a:bodyPr/>
                    <a:lstStyle/>
                    <a:p>
                      <a:r>
                        <a:rPr sz="1875" b="1">
                          <a:solidFill>
                            <a:srgbClr val="FFFFFF"/>
                          </a:solidFill>
                          <a:latin typeface="Arial"/>
                          <a:ea typeface="Arial"/>
                          <a:cs typeface="Arial"/>
                        </a:rPr>
                        <a:t>With a supervised NeuraDock station</a:t>
                      </a:r>
                    </a:p>
                  </a:txBody>
                  <a:tcPr marL="152400" marR="152400" marT="104775" marB="104775" anchor="ctr">
                    <a:solidFill>
                      <a:srgbClr val="0B2138"/>
                    </a:solidFill>
                  </a:tcPr>
                </a:tc>
                <a:extLst>
                  <a:ext uri="{0D108BD9-81ED-4DB2-BD59-A6C34878D82A}">
                    <a16:rowId xmlns:a16="http://schemas.microsoft.com/office/drawing/2014/main" val="10000"/>
                  </a:ext>
                </a:extLst>
              </a:tr>
              <a:tr h="731044">
                <a:tc>
                  <a:txBody>
                    <a:bodyPr/>
                    <a:lstStyle/>
                    <a:p>
                      <a:r>
                        <a:rPr sz="1875" b="0">
                          <a:solidFill>
                            <a:srgbClr val="1D2938"/>
                          </a:solidFill>
                          <a:latin typeface="Arial"/>
                          <a:ea typeface="Arial"/>
                          <a:cs typeface="Arial"/>
                        </a:rPr>
                        <a:t>Explain spike timing, responses and cancellation</a:t>
                      </a:r>
                    </a:p>
                  </a:txBody>
                  <a:tcPr marL="152400" marR="152400" marT="104775" marB="104775" anchor="ctr">
                    <a:solidFill>
                      <a:srgbClr val="F5F8FA"/>
                    </a:solidFill>
                  </a:tcPr>
                </a:tc>
                <a:tc>
                  <a:txBody>
                    <a:bodyPr/>
                    <a:lstStyle/>
                    <a:p>
                      <a:r>
                        <a:rPr sz="1875" b="0">
                          <a:solidFill>
                            <a:srgbClr val="1D2938"/>
                          </a:solidFill>
                          <a:latin typeface="Arial"/>
                          <a:ea typeface="Arial"/>
                          <a:cs typeface="Arial"/>
                        </a:rPr>
                        <a:t>Confirm the source and quality before feedback</a:t>
                      </a:r>
                    </a:p>
                  </a:txBody>
                  <a:tcPr marL="152400" marR="152400" marT="104775" marB="104775" anchor="ctr">
                    <a:solidFill>
                      <a:srgbClr val="F5F8FA"/>
                    </a:solidFill>
                  </a:tcPr>
                </a:tc>
                <a:extLst>
                  <a:ext uri="{0D108BD9-81ED-4DB2-BD59-A6C34878D82A}">
                    <a16:rowId xmlns:a16="http://schemas.microsoft.com/office/drawing/2014/main" val="10001"/>
                  </a:ext>
                </a:extLst>
              </a:tr>
              <a:tr h="731044">
                <a:tc>
                  <a:txBody>
                    <a:bodyPr/>
                    <a:lstStyle/>
                    <a:p>
                      <a:r>
                        <a:rPr sz="1875" b="0">
                          <a:solidFill>
                            <a:srgbClr val="1D2938"/>
                          </a:solidFill>
                          <a:latin typeface="Arial"/>
                          <a:ea typeface="Arial"/>
                          <a:cs typeface="Arial"/>
                        </a:rPr>
                        <a:t>Read a real file and check shape and timing</a:t>
                      </a:r>
                    </a:p>
                  </a:txBody>
                  <a:tcPr marL="152400" marR="152400" marT="104775" marB="104775" anchor="ctr">
                    <a:solidFill>
                      <a:srgbClr val="FFFFFF"/>
                    </a:solidFill>
                  </a:tcPr>
                </a:tc>
                <a:tc>
                  <a:txBody>
                    <a:bodyPr/>
                    <a:lstStyle/>
                    <a:p>
                      <a:r>
                        <a:rPr sz="1875" b="0">
                          <a:solidFill>
                            <a:srgbClr val="1D2938"/>
                          </a:solidFill>
                          <a:latin typeface="Arial"/>
                          <a:ea typeface="Arial"/>
                          <a:cs typeface="Arial"/>
                        </a:rPr>
                        <a:t>Observe your own quality-gated Alpha ratios</a:t>
                      </a:r>
                    </a:p>
                  </a:txBody>
                  <a:tcPr marL="152400" marR="152400" marT="104775" marB="104775" anchor="ctr">
                    <a:solidFill>
                      <a:srgbClr val="FFFFFF"/>
                    </a:solidFill>
                  </a:tcPr>
                </a:tc>
                <a:extLst>
                  <a:ext uri="{0D108BD9-81ED-4DB2-BD59-A6C34878D82A}">
                    <a16:rowId xmlns:a16="http://schemas.microsoft.com/office/drawing/2014/main" val="10002"/>
                  </a:ext>
                </a:extLst>
              </a:tr>
              <a:tr h="731044">
                <a:tc>
                  <a:txBody>
                    <a:bodyPr/>
                    <a:lstStyle/>
                    <a:p>
                      <a:r>
                        <a:rPr sz="1875" b="0">
                          <a:solidFill>
                            <a:srgbClr val="1D2938"/>
                          </a:solidFill>
                          <a:latin typeface="Arial"/>
                          <a:ea typeface="Arial"/>
                          <a:cs typeface="Arial"/>
                        </a:rPr>
                        <a:t>Apply the supplied quality mask</a:t>
                      </a:r>
                    </a:p>
                  </a:txBody>
                  <a:tcPr marL="152400" marR="152400" marT="104775" marB="104775" anchor="ctr">
                    <a:solidFill>
                      <a:srgbClr val="F5F8FA"/>
                    </a:solidFill>
                  </a:tcPr>
                </a:tc>
                <a:tc>
                  <a:txBody>
                    <a:bodyPr/>
                    <a:lstStyle/>
                    <a:p>
                      <a:r>
                        <a:rPr sz="1875" b="0">
                          <a:solidFill>
                            <a:srgbClr val="1D2938"/>
                          </a:solidFill>
                          <a:latin typeface="Arial"/>
                          <a:ea typeface="Arial"/>
                          <a:cs typeface="Arial"/>
                        </a:rPr>
                        <a:t>Distinguish a demo from a real session</a:t>
                      </a:r>
                    </a:p>
                  </a:txBody>
                  <a:tcPr marL="152400" marR="152400" marT="104775" marB="104775" anchor="ctr">
                    <a:solidFill>
                      <a:srgbClr val="F5F8FA"/>
                    </a:solidFill>
                  </a:tcPr>
                </a:tc>
                <a:extLst>
                  <a:ext uri="{0D108BD9-81ED-4DB2-BD59-A6C34878D82A}">
                    <a16:rowId xmlns:a16="http://schemas.microsoft.com/office/drawing/2014/main" val="10003"/>
                  </a:ext>
                </a:extLst>
              </a:tr>
              <a:tr h="731044">
                <a:tc>
                  <a:txBody>
                    <a:bodyPr/>
                    <a:lstStyle/>
                    <a:p>
                      <a:r>
                        <a:rPr sz="1875" b="0">
                          <a:solidFill>
                            <a:srgbClr val="1D2938"/>
                          </a:solidFill>
                          <a:latin typeface="Arial"/>
                          <a:ea typeface="Arial"/>
                          <a:cs typeface="Arial"/>
                        </a:rPr>
                        <a:t>Compute and report descriptive Alpha power</a:t>
                      </a:r>
                    </a:p>
                  </a:txBody>
                  <a:tcPr marL="152400" marR="152400" marT="104775" marB="104775" anchor="ctr">
                    <a:solidFill>
                      <a:srgbClr val="FFFFFF"/>
                    </a:solidFill>
                  </a:tcPr>
                </a:tc>
                <a:tc>
                  <a:txBody>
                    <a:bodyPr/>
                    <a:lstStyle/>
                    <a:p>
                      <a:r>
                        <a:rPr sz="1875" b="0">
                          <a:solidFill>
                            <a:srgbClr val="1D2938"/>
                          </a:solidFill>
                          <a:latin typeface="Arial"/>
                          <a:ea typeface="Arial"/>
                          <a:cs typeface="Arial"/>
                        </a:rPr>
                        <a:t>Write a cautious, reproducible observation report</a:t>
                      </a:r>
                    </a:p>
                  </a:txBody>
                  <a:tcPr marL="152400" marR="152400" marT="104775" marB="104775" anchor="ctr">
                    <a:solidFill>
                      <a:srgbClr val="FFFFFF"/>
                    </a:solidFill>
                  </a:tcPr>
                </a:tc>
                <a:extLst>
                  <a:ext uri="{0D108BD9-81ED-4DB2-BD59-A6C34878D82A}">
                    <a16:rowId xmlns:a16="http://schemas.microsoft.com/office/drawing/2014/main" val="10004"/>
                  </a:ext>
                </a:extLst>
              </a:tr>
            </a:tbl>
          </a:graphicData>
        </a:graphic>
      </p:graphicFrame>
      <p:sp>
        <p:nvSpPr>
          <p:cNvPr id="6" name="矩形 5">
            <a:extLst>
              <a:ext uri="{FF2B5EF4-FFF2-40B4-BE49-F238E27FC236}">
                <a16:creationId xmlns:a16="http://schemas.microsoft.com/office/drawing/2014/main" id="{DD7406D2-7478-4BE6-B3DC-32007FCFAAF3}"/>
              </a:ext>
            </a:extLst>
          </p:cNvPr>
          <p:cNvSpPr>
            <a:spLocks noGrp="1"/>
          </p:cNvSpPr>
          <p:nvPr/>
        </p:nvSpPr>
        <p:spPr>
          <a:xfrm>
            <a:off x="628650" y="5924550"/>
            <a:ext cx="10934700" cy="457200"/>
          </a:xfrm>
          <a:prstGeom prst="rect">
            <a:avLst/>
          </a:prstGeom>
          <a:noFill/>
          <a:ln w="0">
            <a:noFill/>
          </a:ln>
        </p:spPr>
        <p:txBody>
          <a:bodyPr wrap="square" lIns="0" tIns="0" rIns="0" bIns="0" anchor="t">
            <a:noAutofit/>
          </a:bodyPr>
          <a:lstStyle/>
          <a:p>
            <a:pPr>
              <a:defRPr sz="1875" b="1">
                <a:solidFill>
                  <a:srgbClr val="176B87"/>
                </a:solidFill>
                <a:latin typeface="Arial"/>
                <a:ea typeface="Arial"/>
                <a:cs typeface="Arial"/>
              </a:defRPr>
            </a:pPr>
            <a:r>
              <a:rPr sz="1875" b="1">
                <a:solidFill>
                  <a:srgbClr val="176B87"/>
                </a:solidFill>
                <a:latin typeface="Arial"/>
                <a:ea typeface="Arial"/>
                <a:cs typeface="Arial"/>
              </a:rPr>
              <a:t>Brain localization, diagnosis and proof of neurofeedback efficacy need more evidence.</a:t>
            </a:r>
          </a:p>
        </p:txBody>
      </p:sp>
    </p:spTree>
    <p:extLst>
      <p:ext uri="{BB962C8B-B14F-4D97-AF65-F5344CB8AC3E}">
        <p14:creationId xmlns:p14="http://schemas.microsoft.com/office/powerpoint/2010/main" val="19245450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lide-title">
            <a:extLst>
              <a:ext uri="{FF2B5EF4-FFF2-40B4-BE49-F238E27FC236}">
                <a16:creationId xmlns:a16="http://schemas.microsoft.com/office/drawing/2014/main" id="{C35A65CB-ADE1-47A3-A26B-7B614F4D0443}"/>
              </a:ext>
            </a:extLst>
          </p:cNvPr>
          <p:cNvSpPr>
            <a:spLocks noGrp="1"/>
          </p:cNvSpPr>
          <p:nvPr/>
        </p:nvSpPr>
        <p:spPr>
          <a:xfrm>
            <a:off x="609600" y="371475"/>
            <a:ext cx="10972800" cy="571500"/>
          </a:xfrm>
          <a:prstGeom prst="rect">
            <a:avLst/>
          </a:prstGeom>
          <a:noFill/>
          <a:ln w="0">
            <a:noFill/>
          </a:ln>
        </p:spPr>
        <p:txBody>
          <a:bodyPr wrap="square" lIns="0" tIns="0" rIns="0" bIns="0" anchor="t">
            <a:noAutofit/>
          </a:bodyPr>
          <a:lstStyle/>
          <a:p>
            <a:pPr>
              <a:defRPr sz="3300" b="1">
                <a:solidFill>
                  <a:srgbClr val="0B2138"/>
                </a:solidFill>
                <a:latin typeface="Arial"/>
                <a:ea typeface="Arial"/>
                <a:cs typeface="Arial"/>
              </a:defRPr>
            </a:pPr>
            <a:r>
              <a:rPr sz="3300" b="1">
                <a:solidFill>
                  <a:srgbClr val="0B2138"/>
                </a:solidFill>
                <a:latin typeface="Arial"/>
                <a:ea typeface="Arial"/>
                <a:cs typeface="Arial"/>
              </a:rPr>
              <a:t>Your first NeuraDock experiment</a:t>
            </a:r>
          </a:p>
        </p:txBody>
      </p:sp>
      <p:sp>
        <p:nvSpPr>
          <p:cNvPr id="2" name="矩形 1">
            <a:extLst>
              <a:ext uri="{FF2B5EF4-FFF2-40B4-BE49-F238E27FC236}">
                <a16:creationId xmlns:a16="http://schemas.microsoft.com/office/drawing/2014/main" id="{269DC1FE-437F-45B8-8490-914240330F62}"/>
              </a:ext>
            </a:extLst>
          </p:cNvPr>
          <p:cNvSpPr>
            <a:spLocks noGrp="1"/>
          </p:cNvSpPr>
          <p:nvPr/>
        </p:nvSpPr>
        <p:spPr>
          <a:xfrm>
            <a:off x="628650" y="1076325"/>
            <a:ext cx="10858500" cy="590550"/>
          </a:xfrm>
          <a:prstGeom prst="rect">
            <a:avLst/>
          </a:prstGeom>
          <a:noFill/>
          <a:ln w="0">
            <a:noFill/>
          </a:ln>
        </p:spPr>
        <p:txBody>
          <a:bodyPr wrap="square" lIns="0" tIns="0" rIns="0" bIns="0" anchor="t">
            <a:noAutofit/>
          </a:bodyPr>
          <a:lstStyle/>
          <a:p>
            <a:pPr>
              <a:defRPr sz="1875" b="0">
                <a:solidFill>
                  <a:srgbClr val="617184"/>
                </a:solidFill>
                <a:latin typeface="Arial"/>
                <a:ea typeface="Arial"/>
                <a:cs typeface="Arial"/>
              </a:defRPr>
            </a:pPr>
            <a:r>
              <a:rPr sz="1875" b="0">
                <a:solidFill>
                  <a:srgbClr val="617184"/>
                </a:solidFill>
                <a:latin typeface="Arial"/>
                <a:ea typeface="Arial"/>
                <a:cs typeface="Arial"/>
              </a:rPr>
              <a:t>A one-page observation report completes the course.</a:t>
            </a:r>
          </a:p>
        </p:txBody>
      </p:sp>
      <p:sp>
        <p:nvSpPr>
          <p:cNvPr id="3" name="矩形 2">
            <a:extLst>
              <a:ext uri="{FF2B5EF4-FFF2-40B4-BE49-F238E27FC236}">
                <a16:creationId xmlns:a16="http://schemas.microsoft.com/office/drawing/2014/main" id="{7974A97D-13F4-49EB-A06A-9DBC6D455DB7}"/>
              </a:ext>
            </a:extLst>
          </p:cNvPr>
          <p:cNvSpPr>
            <a:spLocks noGrp="1"/>
          </p:cNvSpPr>
          <p:nvPr/>
        </p:nvSpPr>
        <p:spPr>
          <a:xfrm>
            <a:off x="609600" y="6505575"/>
            <a:ext cx="982980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NeuraDock EEG 101   /   Five-lesson undergraduate course</a:t>
            </a:r>
          </a:p>
        </p:txBody>
      </p:sp>
      <p:sp>
        <p:nvSpPr>
          <p:cNvPr id="4" name="矩形 3">
            <a:extLst>
              <a:ext uri="{FF2B5EF4-FFF2-40B4-BE49-F238E27FC236}">
                <a16:creationId xmlns:a16="http://schemas.microsoft.com/office/drawing/2014/main" id="{5EE02570-5438-40BD-ACB9-C9A21233D8BA}"/>
              </a:ext>
            </a:extLst>
          </p:cNvPr>
          <p:cNvSpPr>
            <a:spLocks noGrp="1"/>
          </p:cNvSpPr>
          <p:nvPr/>
        </p:nvSpPr>
        <p:spPr>
          <a:xfrm>
            <a:off x="10763250" y="6505575"/>
            <a:ext cx="85725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29 / 30</a:t>
            </a:r>
          </a:p>
        </p:txBody>
      </p:sp>
      <p:sp>
        <p:nvSpPr>
          <p:cNvPr id="5" name="矩形 4">
            <a:extLst>
              <a:ext uri="{FF2B5EF4-FFF2-40B4-BE49-F238E27FC236}">
                <a16:creationId xmlns:a16="http://schemas.microsoft.com/office/drawing/2014/main" id="{82E09538-8118-4C8C-8ED0-78EC9A69009E}"/>
              </a:ext>
            </a:extLst>
          </p:cNvPr>
          <p:cNvSpPr>
            <a:spLocks noGrp="1"/>
          </p:cNvSpPr>
          <p:nvPr/>
        </p:nvSpPr>
        <p:spPr>
          <a:xfrm>
            <a:off x="657225" y="1981200"/>
            <a:ext cx="5657850" cy="666750"/>
          </a:xfrm>
          <a:prstGeom prst="rect">
            <a:avLst/>
          </a:prstGeom>
          <a:noFill/>
          <a:ln w="0">
            <a:noFill/>
          </a:ln>
        </p:spPr>
        <p:txBody>
          <a:bodyPr wrap="square" lIns="0" tIns="0" rIns="0" bIns="0" anchor="t">
            <a:noAutofit/>
          </a:bodyPr>
          <a:lstStyle/>
          <a:p>
            <a:pPr>
              <a:defRPr sz="2175" b="1">
                <a:solidFill>
                  <a:srgbClr val="0B2138"/>
                </a:solidFill>
                <a:latin typeface="Arial"/>
                <a:ea typeface="Arial"/>
                <a:cs typeface="Arial"/>
              </a:defRPr>
            </a:pPr>
            <a:r>
              <a:rPr sz="2175" b="1">
                <a:solidFill>
                  <a:srgbClr val="0B2138"/>
                </a:solidFill>
                <a:latin typeface="Arial"/>
                <a:ea typeface="Arial"/>
                <a:cs typeface="Arial"/>
              </a:rPr>
              <a:t>Your report</a:t>
            </a:r>
          </a:p>
        </p:txBody>
      </p:sp>
      <p:sp>
        <p:nvSpPr>
          <p:cNvPr id="6" name="矩形 5">
            <a:extLst>
              <a:ext uri="{FF2B5EF4-FFF2-40B4-BE49-F238E27FC236}">
                <a16:creationId xmlns:a16="http://schemas.microsoft.com/office/drawing/2014/main" id="{1D1F9654-1489-4533-A798-486CBA539DF0}"/>
              </a:ext>
            </a:extLst>
          </p:cNvPr>
          <p:cNvSpPr>
            <a:spLocks noGrp="1"/>
          </p:cNvSpPr>
          <p:nvPr/>
        </p:nvSpPr>
        <p:spPr>
          <a:xfrm>
            <a:off x="685800" y="2819400"/>
            <a:ext cx="5619750" cy="2514600"/>
          </a:xfrm>
          <a:prstGeom prst="rect">
            <a:avLst/>
          </a:prstGeom>
          <a:noFill/>
          <a:ln w="0">
            <a:noFill/>
          </a:ln>
        </p:spPr>
        <p:txBody>
          <a:bodyPr wrap="square" lIns="0" tIns="0" rIns="0" bIns="0" anchor="t">
            <a:noAutofit/>
          </a:bodyPr>
          <a:lstStyle/>
          <a:p>
            <a:pPr marL="241300" indent="-127000">
              <a:spcAft>
                <a:spcPts val="1500"/>
              </a:spcAft>
              <a:buChar char="•"/>
              <a:defRPr sz="2100" b="0">
                <a:solidFill>
                  <a:srgbClr val="1D2938"/>
                </a:solidFill>
                <a:latin typeface="Arial"/>
                <a:ea typeface="Arial"/>
                <a:cs typeface="Arial"/>
              </a:defRPr>
            </a:pPr>
            <a:r>
              <a:t>Software version and actual input mode</a:t>
            </a:r>
          </a:p>
          <a:p>
            <a:pPr marL="241300" indent="-127000">
              <a:spcAft>
                <a:spcPts val="1500"/>
              </a:spcAft>
              <a:buChar char="•"/>
              <a:defRPr sz="2100" b="0">
                <a:solidFill>
                  <a:srgbClr val="1D2938"/>
                </a:solidFill>
                <a:latin typeface="Arial"/>
                <a:ea typeface="Arial"/>
                <a:cs typeface="Arial"/>
              </a:defRPr>
            </a:pPr>
            <a:r>
              <a:t>Quality observations and missing values</a:t>
            </a:r>
          </a:p>
          <a:p>
            <a:pPr marL="241300" indent="-127000">
              <a:spcAft>
                <a:spcPts val="1500"/>
              </a:spcAft>
              <a:buChar char="•"/>
              <a:defRPr sz="2100" b="0">
                <a:solidFill>
                  <a:srgbClr val="1D2938"/>
                </a:solidFill>
                <a:latin typeface="Arial"/>
                <a:ea typeface="Arial"/>
                <a:cs typeface="Arial"/>
              </a:defRPr>
            </a:pPr>
            <a:r>
              <a:t>Measured ratios with their meaning</a:t>
            </a:r>
          </a:p>
          <a:p>
            <a:pPr marL="241300" indent="-127000">
              <a:spcAft>
                <a:spcPts val="1500"/>
              </a:spcAft>
              <a:buChar char="•"/>
              <a:defRPr sz="2100" b="0">
                <a:solidFill>
                  <a:srgbClr val="1D2938"/>
                </a:solidFill>
                <a:latin typeface="Arial"/>
                <a:ea typeface="Arial"/>
                <a:cs typeface="Arial"/>
              </a:defRPr>
            </a:pPr>
            <a:r>
              <a:t>One limitation and one next question</a:t>
            </a:r>
          </a:p>
        </p:txBody>
      </p:sp>
      <p:sp>
        <p:nvSpPr>
          <p:cNvPr id="7" name="矩形 6">
            <a:extLst>
              <a:ext uri="{FF2B5EF4-FFF2-40B4-BE49-F238E27FC236}">
                <a16:creationId xmlns:a16="http://schemas.microsoft.com/office/drawing/2014/main" id="{EC753E1E-E941-4F90-BD02-0ABC17E0D7D5}"/>
              </a:ext>
            </a:extLst>
          </p:cNvPr>
          <p:cNvSpPr>
            <a:spLocks noGrp="1"/>
          </p:cNvSpPr>
          <p:nvPr/>
        </p:nvSpPr>
        <p:spPr>
          <a:xfrm>
            <a:off x="7124700" y="1981200"/>
            <a:ext cx="4371975" cy="666750"/>
          </a:xfrm>
          <a:prstGeom prst="rect">
            <a:avLst/>
          </a:prstGeom>
          <a:noFill/>
          <a:ln w="0">
            <a:noFill/>
          </a:ln>
        </p:spPr>
        <p:txBody>
          <a:bodyPr wrap="square" lIns="0" tIns="0" rIns="0" bIns="0" anchor="t">
            <a:noAutofit/>
          </a:bodyPr>
          <a:lstStyle/>
          <a:p>
            <a:pPr>
              <a:defRPr sz="2175" b="1">
                <a:solidFill>
                  <a:srgbClr val="0B2138"/>
                </a:solidFill>
                <a:latin typeface="Arial"/>
                <a:ea typeface="Arial"/>
                <a:cs typeface="Arial"/>
              </a:defRPr>
            </a:pPr>
            <a:r>
              <a:rPr sz="2175" b="1">
                <a:solidFill>
                  <a:srgbClr val="0B2138"/>
                </a:solidFill>
                <a:latin typeface="Arial"/>
                <a:ea typeface="Arial"/>
                <a:cs typeface="Arial"/>
              </a:rPr>
              <a:t>The next real signal</a:t>
            </a:r>
          </a:p>
        </p:txBody>
      </p:sp>
      <p:sp>
        <p:nvSpPr>
          <p:cNvPr id="8" name="矩形 7">
            <a:extLst>
              <a:ext uri="{FF2B5EF4-FFF2-40B4-BE49-F238E27FC236}">
                <a16:creationId xmlns:a16="http://schemas.microsoft.com/office/drawing/2014/main" id="{3E46C457-843F-4EEC-830D-76F148272F8F}"/>
              </a:ext>
            </a:extLst>
          </p:cNvPr>
          <p:cNvSpPr>
            <a:spLocks noGrp="1"/>
          </p:cNvSpPr>
          <p:nvPr/>
        </p:nvSpPr>
        <p:spPr>
          <a:xfrm>
            <a:off x="7124700" y="2895600"/>
            <a:ext cx="4343400" cy="1181100"/>
          </a:xfrm>
          <a:prstGeom prst="rect">
            <a:avLst/>
          </a:prstGeom>
          <a:noFill/>
          <a:ln w="0">
            <a:noFill/>
          </a:ln>
        </p:spPr>
        <p:txBody>
          <a:bodyPr wrap="square" lIns="0" tIns="0" rIns="0" bIns="0" anchor="t">
            <a:noAutofit/>
          </a:bodyPr>
          <a:lstStyle/>
          <a:p>
            <a:pPr>
              <a:defRPr sz="2325" b="0">
                <a:solidFill>
                  <a:srgbClr val="1D2938"/>
                </a:solidFill>
                <a:latin typeface="Arial"/>
                <a:ea typeface="Arial"/>
                <a:cs typeface="Arial"/>
              </a:defRPr>
            </a:pPr>
            <a:r>
              <a:rPr sz="2325" b="0">
                <a:solidFill>
                  <a:srgbClr val="1D2938"/>
                </a:solidFill>
                <a:latin typeface="Arial"/>
                <a:ea typeface="Arial"/>
                <a:cs typeface="Arial"/>
              </a:rPr>
              <a:t>Use a shared university station or arrange access to a NeuraDock device.</a:t>
            </a:r>
          </a:p>
        </p:txBody>
      </p:sp>
      <p:sp>
        <p:nvSpPr>
          <p:cNvPr id="9" name="矩形 8">
            <a:extLst>
              <a:ext uri="{FF2B5EF4-FFF2-40B4-BE49-F238E27FC236}">
                <a16:creationId xmlns:a16="http://schemas.microsoft.com/office/drawing/2014/main" id="{54E2D309-B8EB-42F8-AF93-FE87277F7344}"/>
              </a:ext>
            </a:extLst>
          </p:cNvPr>
          <p:cNvSpPr>
            <a:spLocks noGrp="1"/>
          </p:cNvSpPr>
          <p:nvPr/>
        </p:nvSpPr>
        <p:spPr>
          <a:xfrm>
            <a:off x="7124700" y="4638675"/>
            <a:ext cx="4362450" cy="695325"/>
          </a:xfrm>
          <a:prstGeom prst="rect">
            <a:avLst/>
          </a:prstGeom>
          <a:noFill/>
          <a:ln w="0">
            <a:noFill/>
          </a:ln>
        </p:spPr>
        <p:txBody>
          <a:bodyPr wrap="square" lIns="0" tIns="0" rIns="0" bIns="0" anchor="t">
            <a:noAutofit/>
          </a:bodyPr>
          <a:lstStyle/>
          <a:p>
            <a:pPr>
              <a:defRPr sz="1950" b="0">
                <a:solidFill>
                  <a:srgbClr val="176B87"/>
                </a:solidFill>
                <a:latin typeface="Arial"/>
                <a:ea typeface="Arial"/>
                <a:cs typeface="Arial"/>
              </a:defRPr>
            </a:pPr>
            <a:r>
              <a:rPr sz="1950" b="0">
                <a:solidFill>
                  <a:srgbClr val="176B87"/>
                </a:solidFill>
                <a:latin typeface="Arial"/>
                <a:ea typeface="Arial"/>
                <a:cs typeface="Arial"/>
                <a:hlinkClick r:id="rId3"/>
              </a:rPr>
              <a:t>Device and classroom-kit enquiries</a:t>
            </a:r>
          </a:p>
        </p:txBody>
      </p:sp>
      <p:sp>
        <p:nvSpPr>
          <p:cNvPr id="10" name="矩形 9">
            <a:extLst>
              <a:ext uri="{FF2B5EF4-FFF2-40B4-BE49-F238E27FC236}">
                <a16:creationId xmlns:a16="http://schemas.microsoft.com/office/drawing/2014/main" id="{5195131E-2EDA-4C58-A0DA-9ABA8868D100}"/>
              </a:ext>
            </a:extLst>
          </p:cNvPr>
          <p:cNvSpPr>
            <a:spLocks noGrp="1"/>
          </p:cNvSpPr>
          <p:nvPr/>
        </p:nvSpPr>
        <p:spPr>
          <a:xfrm>
            <a:off x="7124700" y="5419725"/>
            <a:ext cx="4362450" cy="381000"/>
          </a:xfrm>
          <a:prstGeom prst="rect">
            <a:avLst/>
          </a:prstGeom>
          <a:noFill/>
          <a:ln w="0">
            <a:noFill/>
          </a:ln>
        </p:spPr>
        <p:txBody>
          <a:bodyPr wrap="square" lIns="0" tIns="0" rIns="0" bIns="0" anchor="t">
            <a:noAutofit/>
          </a:bodyPr>
          <a:lstStyle/>
          <a:p>
            <a:pPr>
              <a:defRPr sz="1875" b="0">
                <a:solidFill>
                  <a:srgbClr val="176B87"/>
                </a:solidFill>
                <a:latin typeface="Arial"/>
                <a:ea typeface="Arial"/>
                <a:cs typeface="Arial"/>
              </a:defRPr>
            </a:pPr>
            <a:r>
              <a:rPr sz="1875" b="0">
                <a:solidFill>
                  <a:srgbClr val="176B87"/>
                </a:solidFill>
                <a:latin typeface="Arial"/>
                <a:ea typeface="Arial"/>
                <a:cs typeface="Arial"/>
              </a:rPr>
              <a:t>business@neuradock.com</a:t>
            </a:r>
          </a:p>
        </p:txBody>
      </p:sp>
      <p:sp>
        <p:nvSpPr>
          <p:cNvPr id="11" name="矩形 10">
            <a:extLst>
              <a:ext uri="{FF2B5EF4-FFF2-40B4-BE49-F238E27FC236}">
                <a16:creationId xmlns:a16="http://schemas.microsoft.com/office/drawing/2014/main" id="{F3C78929-128E-4139-A4EB-DCA5CC8852AB}"/>
              </a:ext>
            </a:extLst>
          </p:cNvPr>
          <p:cNvSpPr>
            <a:spLocks noGrp="1"/>
          </p:cNvSpPr>
          <p:nvPr/>
        </p:nvSpPr>
        <p:spPr>
          <a:xfrm>
            <a:off x="628650" y="5924550"/>
            <a:ext cx="10934700" cy="457200"/>
          </a:xfrm>
          <a:prstGeom prst="rect">
            <a:avLst/>
          </a:prstGeom>
          <a:noFill/>
          <a:ln w="0">
            <a:noFill/>
          </a:ln>
        </p:spPr>
        <p:txBody>
          <a:bodyPr wrap="square" lIns="0" tIns="0" rIns="0" bIns="0" anchor="t">
            <a:noAutofit/>
          </a:bodyPr>
          <a:lstStyle/>
          <a:p>
            <a:pPr>
              <a:defRPr sz="1875" b="1">
                <a:solidFill>
                  <a:srgbClr val="176B87"/>
                </a:solidFill>
                <a:latin typeface="Arial"/>
                <a:ea typeface="Arial"/>
                <a:cs typeface="Arial"/>
              </a:defRPr>
            </a:pPr>
            <a:r>
              <a:rPr sz="1875" b="1">
                <a:solidFill>
                  <a:srgbClr val="176B87"/>
                </a:solidFill>
                <a:latin typeface="Arial"/>
                <a:ea typeface="Arial"/>
                <a:cs typeface="Arial"/>
              </a:rPr>
              <a:t>Hardware enables a real observation. A preview must remain labeled synthetic.</a:t>
            </a:r>
          </a:p>
        </p:txBody>
      </p:sp>
    </p:spTree>
    <p:extLst>
      <p:ext uri="{BB962C8B-B14F-4D97-AF65-F5344CB8AC3E}">
        <p14:creationId xmlns:p14="http://schemas.microsoft.com/office/powerpoint/2010/main" val="11574453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slide-title">
            <a:extLst>
              <a:ext uri="{FF2B5EF4-FFF2-40B4-BE49-F238E27FC236}">
                <a16:creationId xmlns:a16="http://schemas.microsoft.com/office/drawing/2014/main" id="{3A82258D-929B-4F42-A644-6DA9AA9809D5}"/>
              </a:ext>
            </a:extLst>
          </p:cNvPr>
          <p:cNvSpPr>
            <a:spLocks noGrp="1"/>
          </p:cNvSpPr>
          <p:nvPr/>
        </p:nvSpPr>
        <p:spPr>
          <a:xfrm>
            <a:off x="609600" y="371475"/>
            <a:ext cx="10972800" cy="571500"/>
          </a:xfrm>
          <a:prstGeom prst="rect">
            <a:avLst/>
          </a:prstGeom>
          <a:noFill/>
          <a:ln w="0">
            <a:noFill/>
          </a:ln>
        </p:spPr>
        <p:txBody>
          <a:bodyPr wrap="square" lIns="0" tIns="0" rIns="0" bIns="0" anchor="t">
            <a:noAutofit/>
          </a:bodyPr>
          <a:lstStyle/>
          <a:p>
            <a:pPr>
              <a:defRPr sz="3300" b="1">
                <a:solidFill>
                  <a:srgbClr val="0B2138"/>
                </a:solidFill>
                <a:latin typeface="Arial"/>
                <a:ea typeface="Arial"/>
                <a:cs typeface="Arial"/>
              </a:defRPr>
            </a:pPr>
            <a:r>
              <a:rPr sz="3300" b="1">
                <a:solidFill>
                  <a:srgbClr val="0B2138"/>
                </a:solidFill>
                <a:latin typeface="Arial"/>
                <a:ea typeface="Arial"/>
                <a:cs typeface="Arial"/>
              </a:rPr>
              <a:t>References and course code</a:t>
            </a:r>
          </a:p>
        </p:txBody>
      </p:sp>
      <p:sp>
        <p:nvSpPr>
          <p:cNvPr id="2" name="矩形 1">
            <a:extLst>
              <a:ext uri="{FF2B5EF4-FFF2-40B4-BE49-F238E27FC236}">
                <a16:creationId xmlns:a16="http://schemas.microsoft.com/office/drawing/2014/main" id="{6335C0E7-004A-4B74-B997-92D77560FB51}"/>
              </a:ext>
            </a:extLst>
          </p:cNvPr>
          <p:cNvSpPr>
            <a:spLocks noGrp="1"/>
          </p:cNvSpPr>
          <p:nvPr/>
        </p:nvSpPr>
        <p:spPr>
          <a:xfrm>
            <a:off x="628650" y="1076325"/>
            <a:ext cx="10858500" cy="590550"/>
          </a:xfrm>
          <a:prstGeom prst="rect">
            <a:avLst/>
          </a:prstGeom>
          <a:noFill/>
          <a:ln w="0">
            <a:noFill/>
          </a:ln>
        </p:spPr>
        <p:txBody>
          <a:bodyPr wrap="square" lIns="0" tIns="0" rIns="0" bIns="0" anchor="t">
            <a:noAutofit/>
          </a:bodyPr>
          <a:lstStyle/>
          <a:p>
            <a:pPr>
              <a:defRPr sz="1875" b="0">
                <a:solidFill>
                  <a:srgbClr val="617184"/>
                </a:solidFill>
                <a:latin typeface="Arial"/>
                <a:ea typeface="Arial"/>
                <a:cs typeface="Arial"/>
              </a:defRPr>
            </a:pPr>
            <a:r>
              <a:rPr sz="1875" b="0">
                <a:solidFill>
                  <a:srgbClr val="617184"/>
                </a:solidFill>
                <a:latin typeface="Arial"/>
                <a:ea typeface="Arial"/>
                <a:cs typeface="Arial"/>
              </a:rPr>
              <a:t>Primary readings support the concepts. The notebooks define the examples.</a:t>
            </a:r>
          </a:p>
        </p:txBody>
      </p:sp>
      <p:sp>
        <p:nvSpPr>
          <p:cNvPr id="3" name="矩形 2">
            <a:extLst>
              <a:ext uri="{FF2B5EF4-FFF2-40B4-BE49-F238E27FC236}">
                <a16:creationId xmlns:a16="http://schemas.microsoft.com/office/drawing/2014/main" id="{3DE8745C-83FF-4979-8808-6E90EAE27AF1}"/>
              </a:ext>
            </a:extLst>
          </p:cNvPr>
          <p:cNvSpPr>
            <a:spLocks noGrp="1"/>
          </p:cNvSpPr>
          <p:nvPr/>
        </p:nvSpPr>
        <p:spPr>
          <a:xfrm>
            <a:off x="609600" y="6505575"/>
            <a:ext cx="982980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NeuraDock EEG 101   /   Five-lesson undergraduate course</a:t>
            </a:r>
          </a:p>
        </p:txBody>
      </p:sp>
      <p:sp>
        <p:nvSpPr>
          <p:cNvPr id="4" name="矩形 3">
            <a:extLst>
              <a:ext uri="{FF2B5EF4-FFF2-40B4-BE49-F238E27FC236}">
                <a16:creationId xmlns:a16="http://schemas.microsoft.com/office/drawing/2014/main" id="{3C3EAA57-6203-49E1-AAA2-32943A7C6916}"/>
              </a:ext>
            </a:extLst>
          </p:cNvPr>
          <p:cNvSpPr>
            <a:spLocks noGrp="1"/>
          </p:cNvSpPr>
          <p:nvPr/>
        </p:nvSpPr>
        <p:spPr>
          <a:xfrm>
            <a:off x="10763250" y="6505575"/>
            <a:ext cx="857250" cy="200025"/>
          </a:xfrm>
          <a:prstGeom prst="rect">
            <a:avLst/>
          </a:prstGeom>
          <a:noFill/>
          <a:ln w="0">
            <a:noFill/>
          </a:ln>
        </p:spPr>
        <p:txBody>
          <a:bodyPr wrap="square" lIns="0" tIns="0" rIns="0" bIns="0" anchor="t">
            <a:noAutofit/>
          </a:bodyPr>
          <a:lstStyle/>
          <a:p>
            <a:pPr>
              <a:defRPr sz="1125" b="0">
                <a:solidFill>
                  <a:srgbClr val="617184"/>
                </a:solidFill>
                <a:latin typeface="Arial"/>
                <a:ea typeface="Arial"/>
                <a:cs typeface="Arial"/>
              </a:defRPr>
            </a:pPr>
            <a:r>
              <a:rPr sz="1125" b="0">
                <a:solidFill>
                  <a:srgbClr val="617184"/>
                </a:solidFill>
                <a:latin typeface="Arial"/>
                <a:ea typeface="Arial"/>
                <a:cs typeface="Arial"/>
              </a:rPr>
              <a:t>30 / 30</a:t>
            </a:r>
          </a:p>
        </p:txBody>
      </p:sp>
      <p:sp>
        <p:nvSpPr>
          <p:cNvPr id="5" name="矩形 4">
            <a:extLst>
              <a:ext uri="{FF2B5EF4-FFF2-40B4-BE49-F238E27FC236}">
                <a16:creationId xmlns:a16="http://schemas.microsoft.com/office/drawing/2014/main" id="{2C7CCC80-2C2A-451C-BA0B-7E686DF998D2}"/>
              </a:ext>
            </a:extLst>
          </p:cNvPr>
          <p:cNvSpPr>
            <a:spLocks noGrp="1"/>
          </p:cNvSpPr>
          <p:nvPr/>
        </p:nvSpPr>
        <p:spPr>
          <a:xfrm>
            <a:off x="647700" y="1781175"/>
            <a:ext cx="4067175" cy="323850"/>
          </a:xfrm>
          <a:prstGeom prst="rect">
            <a:avLst/>
          </a:prstGeom>
          <a:noFill/>
          <a:ln w="0">
            <a:noFill/>
          </a:ln>
        </p:spPr>
        <p:txBody>
          <a:bodyPr wrap="square" lIns="0" tIns="0" rIns="0" bIns="0" anchor="t">
            <a:noAutofit/>
          </a:bodyPr>
          <a:lstStyle/>
          <a:p>
            <a:pPr>
              <a:defRPr sz="1950" b="1">
                <a:solidFill>
                  <a:srgbClr val="0B2138"/>
                </a:solidFill>
                <a:latin typeface="Arial"/>
                <a:ea typeface="Arial"/>
                <a:cs typeface="Arial"/>
              </a:defRPr>
            </a:pPr>
            <a:r>
              <a:rPr sz="1950" b="1">
                <a:solidFill>
                  <a:srgbClr val="0B2138"/>
                </a:solidFill>
                <a:latin typeface="Arial"/>
                <a:ea typeface="Arial"/>
                <a:cs typeface="Arial"/>
              </a:rPr>
              <a:t>[1] Buzsáki et al. (2012)</a:t>
            </a:r>
          </a:p>
        </p:txBody>
      </p:sp>
      <p:sp>
        <p:nvSpPr>
          <p:cNvPr id="6" name="矩形 5">
            <a:extLst>
              <a:ext uri="{FF2B5EF4-FFF2-40B4-BE49-F238E27FC236}">
                <a16:creationId xmlns:a16="http://schemas.microsoft.com/office/drawing/2014/main" id="{51E45421-F61A-4AF9-BDCE-551A11E3A2D0}"/>
              </a:ext>
            </a:extLst>
          </p:cNvPr>
          <p:cNvSpPr>
            <a:spLocks noGrp="1"/>
          </p:cNvSpPr>
          <p:nvPr/>
        </p:nvSpPr>
        <p:spPr>
          <a:xfrm>
            <a:off x="4914900" y="1781175"/>
            <a:ext cx="6610350" cy="609600"/>
          </a:xfrm>
          <a:prstGeom prst="rect">
            <a:avLst/>
          </a:prstGeom>
          <a:noFill/>
          <a:ln w="0">
            <a:noFill/>
          </a:ln>
        </p:spPr>
        <p:txBody>
          <a:bodyPr wrap="square" lIns="0" tIns="0" rIns="0" bIns="0" anchor="t">
            <a:noAutofit/>
          </a:bodyPr>
          <a:lstStyle/>
          <a:p>
            <a:pPr>
              <a:defRPr sz="1950" b="0">
                <a:solidFill>
                  <a:srgbClr val="176B87"/>
                </a:solidFill>
                <a:latin typeface="Arial"/>
                <a:ea typeface="Arial"/>
                <a:cs typeface="Arial"/>
              </a:defRPr>
            </a:pPr>
            <a:r>
              <a:rPr sz="1950" b="0">
                <a:solidFill>
                  <a:srgbClr val="176B87"/>
                </a:solidFill>
                <a:latin typeface="Arial"/>
                <a:ea typeface="Arial"/>
                <a:cs typeface="Arial"/>
                <a:hlinkClick r:id="rId3"/>
              </a:rPr>
              <a:t>Extracellular fields and currents</a:t>
            </a:r>
          </a:p>
        </p:txBody>
      </p:sp>
      <p:sp>
        <p:nvSpPr>
          <p:cNvPr id="7" name="矩形 6">
            <a:extLst>
              <a:ext uri="{FF2B5EF4-FFF2-40B4-BE49-F238E27FC236}">
                <a16:creationId xmlns:a16="http://schemas.microsoft.com/office/drawing/2014/main" id="{BAA498C1-97F0-4486-A31F-DBBC22157F35}"/>
              </a:ext>
            </a:extLst>
          </p:cNvPr>
          <p:cNvSpPr>
            <a:spLocks noGrp="1"/>
          </p:cNvSpPr>
          <p:nvPr/>
        </p:nvSpPr>
        <p:spPr>
          <a:xfrm>
            <a:off x="647700" y="2505075"/>
            <a:ext cx="4067175" cy="323850"/>
          </a:xfrm>
          <a:prstGeom prst="rect">
            <a:avLst/>
          </a:prstGeom>
          <a:noFill/>
          <a:ln w="0">
            <a:noFill/>
          </a:ln>
        </p:spPr>
        <p:txBody>
          <a:bodyPr wrap="square" lIns="0" tIns="0" rIns="0" bIns="0" anchor="t">
            <a:noAutofit/>
          </a:bodyPr>
          <a:lstStyle/>
          <a:p>
            <a:pPr>
              <a:defRPr sz="1950" b="1">
                <a:solidFill>
                  <a:srgbClr val="0B2138"/>
                </a:solidFill>
                <a:latin typeface="Arial"/>
                <a:ea typeface="Arial"/>
                <a:cs typeface="Arial"/>
              </a:defRPr>
            </a:pPr>
            <a:r>
              <a:rPr sz="1950" b="1">
                <a:solidFill>
                  <a:srgbClr val="0B2138"/>
                </a:solidFill>
                <a:latin typeface="Arial"/>
                <a:ea typeface="Arial"/>
                <a:cs typeface="Arial"/>
              </a:rPr>
              <a:t>[2] Gerstner et al. (2014)</a:t>
            </a:r>
          </a:p>
        </p:txBody>
      </p:sp>
      <p:sp>
        <p:nvSpPr>
          <p:cNvPr id="8" name="矩形 7">
            <a:extLst>
              <a:ext uri="{FF2B5EF4-FFF2-40B4-BE49-F238E27FC236}">
                <a16:creationId xmlns:a16="http://schemas.microsoft.com/office/drawing/2014/main" id="{6B1FB634-67CC-487D-97E9-EF51F89D1BF6}"/>
              </a:ext>
            </a:extLst>
          </p:cNvPr>
          <p:cNvSpPr>
            <a:spLocks noGrp="1"/>
          </p:cNvSpPr>
          <p:nvPr/>
        </p:nvSpPr>
        <p:spPr>
          <a:xfrm>
            <a:off x="4914900" y="2505075"/>
            <a:ext cx="6610350" cy="609600"/>
          </a:xfrm>
          <a:prstGeom prst="rect">
            <a:avLst/>
          </a:prstGeom>
          <a:noFill/>
          <a:ln w="0">
            <a:noFill/>
          </a:ln>
        </p:spPr>
        <p:txBody>
          <a:bodyPr wrap="square" lIns="0" tIns="0" rIns="0" bIns="0" anchor="t">
            <a:noAutofit/>
          </a:bodyPr>
          <a:lstStyle/>
          <a:p>
            <a:pPr>
              <a:defRPr sz="1950" b="0">
                <a:solidFill>
                  <a:srgbClr val="176B87"/>
                </a:solidFill>
                <a:latin typeface="Arial"/>
                <a:ea typeface="Arial"/>
                <a:cs typeface="Arial"/>
              </a:defRPr>
            </a:pPr>
            <a:r>
              <a:rPr sz="1950" b="0">
                <a:solidFill>
                  <a:srgbClr val="176B87"/>
                </a:solidFill>
                <a:latin typeface="Arial"/>
                <a:ea typeface="Arial"/>
                <a:cs typeface="Arial"/>
                <a:hlinkClick r:id="rId4"/>
              </a:rPr>
              <a:t>Neuronal Dynamics</a:t>
            </a:r>
          </a:p>
        </p:txBody>
      </p:sp>
      <p:sp>
        <p:nvSpPr>
          <p:cNvPr id="9" name="矩形 8">
            <a:extLst>
              <a:ext uri="{FF2B5EF4-FFF2-40B4-BE49-F238E27FC236}">
                <a16:creationId xmlns:a16="http://schemas.microsoft.com/office/drawing/2014/main" id="{F520C9B3-03F4-47DD-99D5-8FE1688F5891}"/>
              </a:ext>
            </a:extLst>
          </p:cNvPr>
          <p:cNvSpPr>
            <a:spLocks noGrp="1"/>
          </p:cNvSpPr>
          <p:nvPr/>
        </p:nvSpPr>
        <p:spPr>
          <a:xfrm>
            <a:off x="647700" y="3228975"/>
            <a:ext cx="4067175" cy="323850"/>
          </a:xfrm>
          <a:prstGeom prst="rect">
            <a:avLst/>
          </a:prstGeom>
          <a:noFill/>
          <a:ln w="0">
            <a:noFill/>
          </a:ln>
        </p:spPr>
        <p:txBody>
          <a:bodyPr wrap="square" lIns="0" tIns="0" rIns="0" bIns="0" anchor="t">
            <a:noAutofit/>
          </a:bodyPr>
          <a:lstStyle/>
          <a:p>
            <a:pPr>
              <a:defRPr sz="1950" b="1">
                <a:solidFill>
                  <a:srgbClr val="0B2138"/>
                </a:solidFill>
                <a:latin typeface="Arial"/>
                <a:ea typeface="Arial"/>
                <a:cs typeface="Arial"/>
              </a:defRPr>
            </a:pPr>
            <a:r>
              <a:rPr sz="1950" b="1">
                <a:solidFill>
                  <a:srgbClr val="0B2138"/>
                </a:solidFill>
                <a:latin typeface="Arial"/>
                <a:ea typeface="Arial"/>
                <a:cs typeface="Arial"/>
              </a:rPr>
              <a:t>[3] Welch (1967)</a:t>
            </a:r>
          </a:p>
        </p:txBody>
      </p:sp>
      <p:sp>
        <p:nvSpPr>
          <p:cNvPr id="10" name="矩形 9">
            <a:extLst>
              <a:ext uri="{FF2B5EF4-FFF2-40B4-BE49-F238E27FC236}">
                <a16:creationId xmlns:a16="http://schemas.microsoft.com/office/drawing/2014/main" id="{9634C20C-469D-4E13-88DF-4B8DBA764475}"/>
              </a:ext>
            </a:extLst>
          </p:cNvPr>
          <p:cNvSpPr>
            <a:spLocks noGrp="1"/>
          </p:cNvSpPr>
          <p:nvPr/>
        </p:nvSpPr>
        <p:spPr>
          <a:xfrm>
            <a:off x="4914900" y="3228975"/>
            <a:ext cx="6610350" cy="609600"/>
          </a:xfrm>
          <a:prstGeom prst="rect">
            <a:avLst/>
          </a:prstGeom>
          <a:noFill/>
          <a:ln w="0">
            <a:noFill/>
          </a:ln>
        </p:spPr>
        <p:txBody>
          <a:bodyPr wrap="square" lIns="0" tIns="0" rIns="0" bIns="0" anchor="t">
            <a:noAutofit/>
          </a:bodyPr>
          <a:lstStyle/>
          <a:p>
            <a:pPr>
              <a:defRPr sz="1950" b="0">
                <a:solidFill>
                  <a:srgbClr val="176B87"/>
                </a:solidFill>
                <a:latin typeface="Arial"/>
                <a:ea typeface="Arial"/>
                <a:cs typeface="Arial"/>
              </a:defRPr>
            </a:pPr>
            <a:r>
              <a:rPr sz="1950" b="0">
                <a:solidFill>
                  <a:srgbClr val="176B87"/>
                </a:solidFill>
                <a:latin typeface="Arial"/>
                <a:ea typeface="Arial"/>
                <a:cs typeface="Arial"/>
                <a:hlinkClick r:id="rId5"/>
              </a:rPr>
              <a:t>Power spectra from averaged periodograms</a:t>
            </a:r>
          </a:p>
        </p:txBody>
      </p:sp>
      <p:sp>
        <p:nvSpPr>
          <p:cNvPr id="11" name="矩形 10">
            <a:extLst>
              <a:ext uri="{FF2B5EF4-FFF2-40B4-BE49-F238E27FC236}">
                <a16:creationId xmlns:a16="http://schemas.microsoft.com/office/drawing/2014/main" id="{2661B237-18AB-47B7-A295-ED8040247D7E}"/>
              </a:ext>
            </a:extLst>
          </p:cNvPr>
          <p:cNvSpPr>
            <a:spLocks noGrp="1"/>
          </p:cNvSpPr>
          <p:nvPr/>
        </p:nvSpPr>
        <p:spPr>
          <a:xfrm>
            <a:off x="647700" y="3952875"/>
            <a:ext cx="4067175" cy="323850"/>
          </a:xfrm>
          <a:prstGeom prst="rect">
            <a:avLst/>
          </a:prstGeom>
          <a:noFill/>
          <a:ln w="0">
            <a:noFill/>
          </a:ln>
        </p:spPr>
        <p:txBody>
          <a:bodyPr wrap="square" lIns="0" tIns="0" rIns="0" bIns="0" anchor="t">
            <a:noAutofit/>
          </a:bodyPr>
          <a:lstStyle/>
          <a:p>
            <a:pPr>
              <a:defRPr sz="1950" b="1">
                <a:solidFill>
                  <a:srgbClr val="0B2138"/>
                </a:solidFill>
                <a:latin typeface="Arial"/>
                <a:ea typeface="Arial"/>
                <a:cs typeface="Arial"/>
              </a:defRPr>
            </a:pPr>
            <a:r>
              <a:rPr sz="1950" b="1">
                <a:solidFill>
                  <a:srgbClr val="0B2138"/>
                </a:solidFill>
                <a:latin typeface="Arial"/>
                <a:ea typeface="Arial"/>
                <a:cs typeface="Arial"/>
              </a:rPr>
              <a:t>[4] Barry et al. (2007)</a:t>
            </a:r>
          </a:p>
        </p:txBody>
      </p:sp>
      <p:sp>
        <p:nvSpPr>
          <p:cNvPr id="12" name="矩形 11">
            <a:extLst>
              <a:ext uri="{FF2B5EF4-FFF2-40B4-BE49-F238E27FC236}">
                <a16:creationId xmlns:a16="http://schemas.microsoft.com/office/drawing/2014/main" id="{55D2320F-8623-4AE4-8AC9-950C20354FD4}"/>
              </a:ext>
            </a:extLst>
          </p:cNvPr>
          <p:cNvSpPr>
            <a:spLocks noGrp="1"/>
          </p:cNvSpPr>
          <p:nvPr/>
        </p:nvSpPr>
        <p:spPr>
          <a:xfrm>
            <a:off x="4914900" y="3952875"/>
            <a:ext cx="6610350" cy="609600"/>
          </a:xfrm>
          <a:prstGeom prst="rect">
            <a:avLst/>
          </a:prstGeom>
          <a:noFill/>
          <a:ln w="0">
            <a:noFill/>
          </a:ln>
        </p:spPr>
        <p:txBody>
          <a:bodyPr wrap="square" lIns="0" tIns="0" rIns="0" bIns="0" anchor="t">
            <a:noAutofit/>
          </a:bodyPr>
          <a:lstStyle/>
          <a:p>
            <a:pPr>
              <a:defRPr sz="1950" b="0">
                <a:solidFill>
                  <a:srgbClr val="176B87"/>
                </a:solidFill>
                <a:latin typeface="Arial"/>
                <a:ea typeface="Arial"/>
                <a:cs typeface="Arial"/>
              </a:defRPr>
            </a:pPr>
            <a:r>
              <a:rPr sz="1950" b="0">
                <a:solidFill>
                  <a:srgbClr val="176B87"/>
                </a:solidFill>
                <a:latin typeface="Arial"/>
                <a:ea typeface="Arial"/>
                <a:cs typeface="Arial"/>
                <a:hlinkClick r:id="rId6"/>
              </a:rPr>
              <a:t>Eyes-closed and eyes-open resting EEG</a:t>
            </a:r>
          </a:p>
        </p:txBody>
      </p:sp>
      <p:sp>
        <p:nvSpPr>
          <p:cNvPr id="13" name="矩形 12">
            <a:extLst>
              <a:ext uri="{FF2B5EF4-FFF2-40B4-BE49-F238E27FC236}">
                <a16:creationId xmlns:a16="http://schemas.microsoft.com/office/drawing/2014/main" id="{0BDD8149-E35C-46B8-BDB5-4808CDA88A35}"/>
              </a:ext>
            </a:extLst>
          </p:cNvPr>
          <p:cNvSpPr>
            <a:spLocks noGrp="1"/>
          </p:cNvSpPr>
          <p:nvPr/>
        </p:nvSpPr>
        <p:spPr>
          <a:xfrm>
            <a:off x="647700" y="4676775"/>
            <a:ext cx="4067175" cy="323850"/>
          </a:xfrm>
          <a:prstGeom prst="rect">
            <a:avLst/>
          </a:prstGeom>
          <a:noFill/>
          <a:ln w="0">
            <a:noFill/>
          </a:ln>
        </p:spPr>
        <p:txBody>
          <a:bodyPr wrap="square" lIns="0" tIns="0" rIns="0" bIns="0" anchor="t">
            <a:noAutofit/>
          </a:bodyPr>
          <a:lstStyle/>
          <a:p>
            <a:pPr>
              <a:defRPr sz="1950" b="1">
                <a:solidFill>
                  <a:srgbClr val="0B2138"/>
                </a:solidFill>
                <a:latin typeface="Arial"/>
                <a:ea typeface="Arial"/>
                <a:cs typeface="Arial"/>
              </a:defRPr>
            </a:pPr>
            <a:r>
              <a:rPr sz="1950" b="1">
                <a:solidFill>
                  <a:srgbClr val="0B2138"/>
                </a:solidFill>
                <a:latin typeface="Arial"/>
                <a:ea typeface="Arial"/>
                <a:cs typeface="Arial"/>
              </a:rPr>
              <a:t>[5] Ros et al. (2020)</a:t>
            </a:r>
          </a:p>
        </p:txBody>
      </p:sp>
      <p:sp>
        <p:nvSpPr>
          <p:cNvPr id="14" name="矩形 13">
            <a:extLst>
              <a:ext uri="{FF2B5EF4-FFF2-40B4-BE49-F238E27FC236}">
                <a16:creationId xmlns:a16="http://schemas.microsoft.com/office/drawing/2014/main" id="{2202C66E-2D84-4CBC-AEBE-F6BB62DE170E}"/>
              </a:ext>
            </a:extLst>
          </p:cNvPr>
          <p:cNvSpPr>
            <a:spLocks noGrp="1"/>
          </p:cNvSpPr>
          <p:nvPr/>
        </p:nvSpPr>
        <p:spPr>
          <a:xfrm>
            <a:off x="4914900" y="4676775"/>
            <a:ext cx="6610350" cy="609600"/>
          </a:xfrm>
          <a:prstGeom prst="rect">
            <a:avLst/>
          </a:prstGeom>
          <a:noFill/>
          <a:ln w="0">
            <a:noFill/>
          </a:ln>
        </p:spPr>
        <p:txBody>
          <a:bodyPr wrap="square" lIns="0" tIns="0" rIns="0" bIns="0" anchor="t">
            <a:noAutofit/>
          </a:bodyPr>
          <a:lstStyle/>
          <a:p>
            <a:pPr>
              <a:defRPr sz="1950" b="0">
                <a:solidFill>
                  <a:srgbClr val="176B87"/>
                </a:solidFill>
                <a:latin typeface="Arial"/>
                <a:ea typeface="Arial"/>
                <a:cs typeface="Arial"/>
              </a:defRPr>
            </a:pPr>
            <a:r>
              <a:rPr sz="1950" b="0">
                <a:solidFill>
                  <a:srgbClr val="176B87"/>
                </a:solidFill>
                <a:latin typeface="Arial"/>
                <a:ea typeface="Arial"/>
                <a:cs typeface="Arial"/>
                <a:hlinkClick r:id="rId7"/>
              </a:rPr>
              <a:t>CRED-nf neurofeedback reporting checklist</a:t>
            </a:r>
          </a:p>
        </p:txBody>
      </p:sp>
      <p:sp>
        <p:nvSpPr>
          <p:cNvPr id="15" name="矩形 14">
            <a:extLst>
              <a:ext uri="{FF2B5EF4-FFF2-40B4-BE49-F238E27FC236}">
                <a16:creationId xmlns:a16="http://schemas.microsoft.com/office/drawing/2014/main" id="{B8A64C55-3B4A-4B26-B5A9-72E6F3E2F808}"/>
              </a:ext>
            </a:extLst>
          </p:cNvPr>
          <p:cNvSpPr>
            <a:spLocks noGrp="1"/>
          </p:cNvSpPr>
          <p:nvPr/>
        </p:nvSpPr>
        <p:spPr>
          <a:xfrm>
            <a:off x="657225" y="5657850"/>
            <a:ext cx="10887075" cy="342900"/>
          </a:xfrm>
          <a:prstGeom prst="rect">
            <a:avLst/>
          </a:prstGeom>
          <a:noFill/>
          <a:ln w="0">
            <a:noFill/>
          </a:ln>
        </p:spPr>
        <p:txBody>
          <a:bodyPr wrap="square" lIns="0" tIns="0" rIns="0" bIns="0" anchor="t">
            <a:noAutofit/>
          </a:bodyPr>
          <a:lstStyle/>
          <a:p>
            <a:pPr>
              <a:defRPr sz="1875" b="0">
                <a:solidFill>
                  <a:srgbClr val="617184"/>
                </a:solidFill>
                <a:latin typeface="Arial"/>
                <a:ea typeface="Arial"/>
                <a:cs typeface="Arial"/>
              </a:defRPr>
            </a:pPr>
            <a:r>
              <a:rPr sz="1875" b="0">
                <a:solidFill>
                  <a:srgbClr val="617184"/>
                </a:solidFill>
                <a:latin typeface="Arial"/>
                <a:ea typeface="Arial"/>
                <a:cs typeface="Arial"/>
              </a:rPr>
              <a:t>Code: course notebooks 01–05 and the official NeuraDock Agent</a:t>
            </a:r>
          </a:p>
        </p:txBody>
      </p:sp>
      <p:sp>
        <p:nvSpPr>
          <p:cNvPr id="16" name="矩形 15">
            <a:extLst>
              <a:ext uri="{FF2B5EF4-FFF2-40B4-BE49-F238E27FC236}">
                <a16:creationId xmlns:a16="http://schemas.microsoft.com/office/drawing/2014/main" id="{32733C6F-2D11-4EF7-B270-4403933928EB}"/>
              </a:ext>
            </a:extLst>
          </p:cNvPr>
          <p:cNvSpPr>
            <a:spLocks noGrp="1"/>
          </p:cNvSpPr>
          <p:nvPr/>
        </p:nvSpPr>
        <p:spPr>
          <a:xfrm>
            <a:off x="657225" y="6067425"/>
            <a:ext cx="10801350" cy="333375"/>
          </a:xfrm>
          <a:prstGeom prst="rect">
            <a:avLst/>
          </a:prstGeom>
          <a:noFill/>
          <a:ln w="0">
            <a:noFill/>
          </a:ln>
        </p:spPr>
        <p:txBody>
          <a:bodyPr wrap="square" lIns="0" tIns="0" rIns="0" bIns="0" anchor="t">
            <a:noAutofit/>
          </a:bodyPr>
          <a:lstStyle/>
          <a:p>
            <a:pPr>
              <a:defRPr sz="1800" b="0">
                <a:solidFill>
                  <a:srgbClr val="176B87"/>
                </a:solidFill>
                <a:latin typeface="Arial"/>
                <a:ea typeface="Arial"/>
                <a:cs typeface="Arial"/>
              </a:defRPr>
            </a:pPr>
            <a:r>
              <a:rPr sz="1800" b="0">
                <a:solidFill>
                  <a:srgbClr val="176B87"/>
                </a:solidFill>
                <a:latin typeface="Arial"/>
                <a:ea typeface="Arial"/>
                <a:cs typeface="Arial"/>
                <a:hlinkClick r:id="rId8"/>
              </a:rPr>
              <a:t>github.com/Neuradock/eeg-workstation-agent</a:t>
            </a:r>
          </a:p>
        </p:txBody>
      </p:sp>
    </p:spTree>
    <p:extLst>
      <p:ext uri="{BB962C8B-B14F-4D97-AF65-F5344CB8AC3E}">
        <p14:creationId xmlns:p14="http://schemas.microsoft.com/office/powerpoint/2010/main" val="55237225"/>
      </p:ext>
    </p:extLst>
  </p:cSld>
  <p:clrMapOvr>
    <a:masterClrMapping/>
  </p:clrMapOvr>
</p:sld>
</file>

<file path=ppt/theme/theme1.xml><?xml version="1.0" encoding="utf-8"?>
<a:theme xmlns:a="http://schemas.openxmlformats.org/drawingml/2006/main" name="ChatGPT">
  <a:themeElements>
    <a:clrScheme name="NeuraDock undergraduate lecture">
      <a:dk1>
        <a:srgbClr val="000000"/>
      </a:dk1>
      <a:lt1>
        <a:srgbClr val="FFFFFF"/>
      </a:lt1>
      <a:dk2>
        <a:srgbClr val="0B2138"/>
      </a:dk2>
      <a:lt2>
        <a:srgbClr val="F5F8FA"/>
      </a:lt2>
      <a:accent1>
        <a:srgbClr val="176B87"/>
      </a:accent1>
      <a:accent2>
        <a:srgbClr val="C26630"/>
      </a:accent2>
      <a:accent3>
        <a:srgbClr val="159D9B"/>
      </a:accent3>
      <a:accent4>
        <a:srgbClr val="8064A2"/>
      </a:accent4>
      <a:accent5>
        <a:srgbClr val="C94E4E"/>
      </a:accent5>
      <a:accent6>
        <a:srgbClr val="2A7D61"/>
      </a:accent6>
      <a:hlink>
        <a:srgbClr val="176B87"/>
      </a:hlink>
      <a:folHlink>
        <a:srgbClr val="8064A2"/>
      </a:folHlink>
    </a:clrScheme>
    <a:fontScheme name="Office">
      <a:majorFont>
        <a:latin typeface="Calibri Light"/>
        <a:ea typeface="Calibri Light"/>
        <a:cs typeface="Calibri Light"/>
      </a:majorFont>
      <a:minorFont>
        <a:latin typeface="Calibri"/>
        <a:ea typeface="Calibri"/>
        <a:cs typeface="Calibri"/>
      </a:minorFont>
    </a:fontScheme>
    <a:fmtScheme name="NeuraDock undergraduate lectur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NeuraDock undergraduate lecture">
      <a:dk1>
        <a:srgbClr val="000000"/>
      </a:dk1>
      <a:lt1>
        <a:srgbClr val="FFFFFF"/>
      </a:lt1>
      <a:dk2>
        <a:srgbClr val="0B2138"/>
      </a:dk2>
      <a:lt2>
        <a:srgbClr val="F5F8FA"/>
      </a:lt2>
      <a:accent1>
        <a:srgbClr val="176B87"/>
      </a:accent1>
      <a:accent2>
        <a:srgbClr val="C26630"/>
      </a:accent2>
      <a:accent3>
        <a:srgbClr val="159D9B"/>
      </a:accent3>
      <a:accent4>
        <a:srgbClr val="8064A2"/>
      </a:accent4>
      <a:accent5>
        <a:srgbClr val="C94E4E"/>
      </a:accent5>
      <a:accent6>
        <a:srgbClr val="2A7D61"/>
      </a:accent6>
      <a:hlink>
        <a:srgbClr val="176B87"/>
      </a:hlink>
      <a:folHlink>
        <a:srgbClr val="8064A2"/>
      </a:folHlink>
    </a:clrScheme>
    <a:fontScheme name="Office">
      <a:majorFont>
        <a:latin typeface="Calibri Light"/>
        <a:ea typeface="Calibri Light"/>
        <a:cs typeface="Calibri Light"/>
      </a:majorFont>
      <a:minorFont>
        <a:latin typeface="Calibri"/>
        <a:ea typeface="Calibri"/>
        <a:cs typeface="Calibri"/>
      </a:minorFont>
    </a:fontScheme>
    <a:fmtScheme name="NeuraDock undergraduate lectur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10197</Words>
  <Application>Microsoft Office PowerPoint</Application>
  <DocSecurity>0</DocSecurity>
  <PresentationFormat>宽屏</PresentationFormat>
  <Paragraphs>568</Paragraphs>
  <Slides>30</Slides>
  <Notes>30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30</vt:i4>
      </vt:variant>
    </vt:vector>
  </HeadingPairs>
  <TitlesOfParts>
    <vt:vector size="34" baseType="lpstr">
      <vt:lpstr>Arial</vt:lpstr>
      <vt:lpstr>Calibri</vt:lpstr>
      <vt:lpstr>Consolas</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Junwen Luo</cp:lastModifiedBy>
  <cp:revision>2</cp:revision>
  <dcterms:created xsi:type="dcterms:W3CDTF">2026-09-22T06:34:19Z</dcterms:created>
  <dcterms:modified xsi:type="dcterms:W3CDTF">2026-09-22T06:39:32Z</dcterms:modified>
</cp:coreProperties>
</file>